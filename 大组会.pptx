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slides/charts/chart1.xml" ContentType="application/vnd.openxmlformats-officedocument.drawingml.chart+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slides/charts/chart2.xml" ContentType="application/vnd.openxmlformats-officedocument.drawingml.chart+xml"/>
  <Override PartName="/ppt/notesSlides/notesSlide25.xml" ContentType="application/vnd.openxmlformats-officedocument.presentationml.notesSlide+xml"/>
  <Override PartName="/ppt/slides/slide26.xml" ContentType="application/vnd.openxmlformats-officedocument.presentationml.slide+xml"/>
  <Override PartName="/ppt/slides/charts/chart3.xml" ContentType="application/vnd.openxmlformats-officedocument.drawingml.chart+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6db82d4040df4901" /><Relationship Type="http://schemas.openxmlformats.org/officeDocument/2006/relationships/extended-properties" Target="/docProps/app.xml" Id="R0d66b99956b645c3" /><Relationship Type="http://schemas.openxmlformats.org/officeDocument/2006/relationships/officeDocument" Target="/ppt/presentation.xml" Id="Rc3a78df61abf4ba9" /></Relationships>
</file>

<file path=ppt/presentation.xml><?xml version="1.0" encoding="utf-8"?>
<p:presentation xmlns:p="http://schemas.openxmlformats.org/presentationml/2006/main">
  <p:sldMasterIdLst>
    <p:sldMasterId xmlns:r="http://schemas.openxmlformats.org/officeDocument/2006/relationships" id="2147483648" r:id="R1e69c78c49564162"/>
  </p:sldMasterIdLst>
  <p:notesMasterIdLst>
    <p:notesMasterId xmlns:r="http://schemas.openxmlformats.org/officeDocument/2006/relationships" r:id="R8ecb6711e918452e"/>
  </p:notesMasterIdLst>
  <p:sldIdLst>
    <p:sldId xmlns:r="http://schemas.openxmlformats.org/officeDocument/2006/relationships" id="256" r:id="R0f9767928dbc448d"/>
    <p:sldId xmlns:r="http://schemas.openxmlformats.org/officeDocument/2006/relationships" id="257" r:id="Rd31838bbd559489d"/>
    <p:sldId xmlns:r="http://schemas.openxmlformats.org/officeDocument/2006/relationships" id="258" r:id="R27772866ba154a7c"/>
    <p:sldId xmlns:r="http://schemas.openxmlformats.org/officeDocument/2006/relationships" id="259" r:id="R8cbaba0a0e52419f"/>
    <p:sldId xmlns:r="http://schemas.openxmlformats.org/officeDocument/2006/relationships" id="260" r:id="R073d7fc938f84bf9"/>
    <p:sldId xmlns:r="http://schemas.openxmlformats.org/officeDocument/2006/relationships" id="261" r:id="Rd651bde40b5444bc"/>
    <p:sldId xmlns:r="http://schemas.openxmlformats.org/officeDocument/2006/relationships" id="262" r:id="Rcbf6002f5f6e4121"/>
    <p:sldId xmlns:r="http://schemas.openxmlformats.org/officeDocument/2006/relationships" id="263" r:id="R1c7a28cfd29d46e1"/>
    <p:sldId xmlns:r="http://schemas.openxmlformats.org/officeDocument/2006/relationships" id="264" r:id="R582b4bcfedcf4973"/>
    <p:sldId xmlns:r="http://schemas.openxmlformats.org/officeDocument/2006/relationships" id="265" r:id="R94073039cce6468f"/>
    <p:sldId xmlns:r="http://schemas.openxmlformats.org/officeDocument/2006/relationships" id="266" r:id="R0a0fa79c5528428c"/>
    <p:sldId xmlns:r="http://schemas.openxmlformats.org/officeDocument/2006/relationships" id="267" r:id="Rc90eadb594b944e1"/>
    <p:sldId xmlns:r="http://schemas.openxmlformats.org/officeDocument/2006/relationships" id="268" r:id="Rcbbfd2269ea24673"/>
    <p:sldId xmlns:r="http://schemas.openxmlformats.org/officeDocument/2006/relationships" id="269" r:id="R9e3290643da0411e"/>
    <p:sldId xmlns:r="http://schemas.openxmlformats.org/officeDocument/2006/relationships" id="270" r:id="Re9b5058c52b948f7"/>
    <p:sldId xmlns:r="http://schemas.openxmlformats.org/officeDocument/2006/relationships" id="271" r:id="R36db33eded974e14"/>
    <p:sldId xmlns:r="http://schemas.openxmlformats.org/officeDocument/2006/relationships" id="272" r:id="R4838dd5f8b3441f6"/>
    <p:sldId xmlns:r="http://schemas.openxmlformats.org/officeDocument/2006/relationships" id="273" r:id="R0e7b773d907c46e6"/>
    <p:sldId xmlns:r="http://schemas.openxmlformats.org/officeDocument/2006/relationships" id="274" r:id="R847ba5cbcd9c4328"/>
    <p:sldId xmlns:r="http://schemas.openxmlformats.org/officeDocument/2006/relationships" id="275" r:id="R163042b7dccf4872"/>
    <p:sldId xmlns:r="http://schemas.openxmlformats.org/officeDocument/2006/relationships" id="276" r:id="R7a03eb2f5f1146e3"/>
    <p:sldId xmlns:r="http://schemas.openxmlformats.org/officeDocument/2006/relationships" id="277" r:id="R59e69a39f94e42b8"/>
    <p:sldId xmlns:r="http://schemas.openxmlformats.org/officeDocument/2006/relationships" id="278" r:id="R4e4c7948ec004a22"/>
    <p:sldId xmlns:r="http://schemas.openxmlformats.org/officeDocument/2006/relationships" id="279" r:id="R34ebd6ef4f9c4f0e"/>
    <p:sldId xmlns:r="http://schemas.openxmlformats.org/officeDocument/2006/relationships" id="280" r:id="R0648ab9f474d4281"/>
    <p:sldId xmlns:r="http://schemas.openxmlformats.org/officeDocument/2006/relationships" id="281" r:id="R95f4f9848f9e4e2b"/>
    <p:sldId xmlns:r="http://schemas.openxmlformats.org/officeDocument/2006/relationships" id="282" r:id="Rfeaa5ff3123b4f07"/>
    <p:sldId xmlns:r="http://schemas.openxmlformats.org/officeDocument/2006/relationships" id="283" r:id="R8d76e5bdcbec482c"/>
    <p:sldId xmlns:r="http://schemas.openxmlformats.org/officeDocument/2006/relationships" id="284" r:id="Rb3312c62e58d4e73"/>
    <p:sldId xmlns:r="http://schemas.openxmlformats.org/officeDocument/2006/relationships" id="285" r:id="R60ef5bb4dcb44542"/>
    <p:sldId xmlns:r="http://schemas.openxmlformats.org/officeDocument/2006/relationships" id="286" r:id="Rf0e5117b6d4b440a"/>
    <p:sldId xmlns:r="http://schemas.openxmlformats.org/officeDocument/2006/relationships" id="287" r:id="Rfe91f4cf52974219"/>
    <p:sldId xmlns:r="http://schemas.openxmlformats.org/officeDocument/2006/relationships" id="288" r:id="R1c1c3ec34eee4877"/>
    <p:sldId xmlns:r="http://schemas.openxmlformats.org/officeDocument/2006/relationships" id="289" r:id="Rc230ef0183c841f8"/>
    <p:sldId xmlns:r="http://schemas.openxmlformats.org/officeDocument/2006/relationships" id="290" r:id="Ra4611aab1a864e49"/>
    <p:sldId xmlns:r="http://schemas.openxmlformats.org/officeDocument/2006/relationships" id="291" r:id="R9619d635b5c14a40"/>
    <p:sldId xmlns:r="http://schemas.openxmlformats.org/officeDocument/2006/relationships" id="292" r:id="R9272f557c4574890"/>
    <p:sldId xmlns:r="http://schemas.openxmlformats.org/officeDocument/2006/relationships" id="293" r:id="R8c795e0fcab84835"/>
    <p:sldId xmlns:r="http://schemas.openxmlformats.org/officeDocument/2006/relationships" id="294" r:id="R8ef4a4ff6da94ac2"/>
    <p:sldId xmlns:r="http://schemas.openxmlformats.org/officeDocument/2006/relationships" id="295" r:id="Rd39252463ceb48b3"/>
    <p:sldId xmlns:r="http://schemas.openxmlformats.org/officeDocument/2006/relationships" id="296" r:id="R864b87c6d4334491"/>
    <p:sldId xmlns:r="http://schemas.openxmlformats.org/officeDocument/2006/relationships" id="297" r:id="R319572d4595646cf"/>
    <p:sldId xmlns:r="http://schemas.openxmlformats.org/officeDocument/2006/relationships" id="298" r:id="Rd251a110910c4948"/>
    <p:sldId xmlns:r="http://schemas.openxmlformats.org/officeDocument/2006/relationships" id="299" r:id="R4d80a0fb74bf45f7"/>
    <p:sldId xmlns:r="http://schemas.openxmlformats.org/officeDocument/2006/relationships" id="300" r:id="R35fd75bf0b6e4279"/>
    <p:sldId xmlns:r="http://schemas.openxmlformats.org/officeDocument/2006/relationships" id="301" r:id="R6cd9b3e5ea054599"/>
    <p:sldId xmlns:r="http://schemas.openxmlformats.org/officeDocument/2006/relationships" id="302" r:id="R19010ae8d84946fa"/>
    <p:sldId xmlns:r="http://schemas.openxmlformats.org/officeDocument/2006/relationships" id="303" r:id="R5551ffd3644048ef"/>
    <p:sldId xmlns:r="http://schemas.openxmlformats.org/officeDocument/2006/relationships" id="304" r:id="Rc7698d108eea4800"/>
  </p:sldIdLst>
  <p:sldSz cx="12192000" cy="6858000"/>
  <p:notesSz cx="6858000" cy="9144000"/>
  <p:defaultTextStyle>
    <a:defPPr xmlns:a="http://schemas.openxmlformats.org/drawingml/2006/main">
      <a:buNone/>
      <a:defRPr kern="0"/>
    </a:def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howGuides="0">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dbcb6e4bf55f4083" /><Relationship Type="http://schemas.openxmlformats.org/officeDocument/2006/relationships/slideMaster" Target="/ppt/slideMasters/slideMaster1.xml" Id="R1e69c78c49564162" /><Relationship Type="http://schemas.openxmlformats.org/officeDocument/2006/relationships/notesMaster" Target="/ppt/notesMasters/notesMaster1.xml" Id="R8ecb6711e918452e" /><Relationship Type="http://schemas.openxmlformats.org/officeDocument/2006/relationships/presProps" Target="/ppt/presProps.xml" Id="R40ec9f52d8114e24" /><Relationship Type="http://schemas.openxmlformats.org/officeDocument/2006/relationships/viewProps" Target="/ppt/viewProps.xml" Id="R573fb3709ed24de4" /><Relationship Type="http://schemas.openxmlformats.org/officeDocument/2006/relationships/tableStyles" Target="/ppt/tableStyles.xml" Id="R9064c5b0ae7843e4" /><Relationship Type="http://schemas.openxmlformats.org/officeDocument/2006/relationships/slide" Target="/ppt/slides/slide1.xml" Id="R0f9767928dbc448d" /><Relationship Type="http://schemas.openxmlformats.org/officeDocument/2006/relationships/slide" Target="/ppt/slides/slide2.xml" Id="Rd31838bbd559489d" /><Relationship Type="http://schemas.openxmlformats.org/officeDocument/2006/relationships/slide" Target="/ppt/slides/slide3.xml" Id="R27772866ba154a7c" /><Relationship Type="http://schemas.openxmlformats.org/officeDocument/2006/relationships/slide" Target="/ppt/slides/slide4.xml" Id="R8cbaba0a0e52419f" /><Relationship Type="http://schemas.openxmlformats.org/officeDocument/2006/relationships/slide" Target="/ppt/slides/slide5.xml" Id="R073d7fc938f84bf9" /><Relationship Type="http://schemas.openxmlformats.org/officeDocument/2006/relationships/slide" Target="/ppt/slides/slide6.xml" Id="Rd651bde40b5444bc" /><Relationship Type="http://schemas.openxmlformats.org/officeDocument/2006/relationships/slide" Target="/ppt/slides/slide7.xml" Id="Rcbf6002f5f6e4121" /><Relationship Type="http://schemas.openxmlformats.org/officeDocument/2006/relationships/slide" Target="/ppt/slides/slide8.xml" Id="R1c7a28cfd29d46e1" /><Relationship Type="http://schemas.openxmlformats.org/officeDocument/2006/relationships/slide" Target="/ppt/slides/slide9.xml" Id="R582b4bcfedcf4973" /><Relationship Type="http://schemas.openxmlformats.org/officeDocument/2006/relationships/slide" Target="/ppt/slides/slide10.xml" Id="R94073039cce6468f" /><Relationship Type="http://schemas.openxmlformats.org/officeDocument/2006/relationships/slide" Target="/ppt/slides/slide11.xml" Id="R0a0fa79c5528428c" /><Relationship Type="http://schemas.openxmlformats.org/officeDocument/2006/relationships/slide" Target="/ppt/slides/slide12.xml" Id="Rc90eadb594b944e1" /><Relationship Type="http://schemas.openxmlformats.org/officeDocument/2006/relationships/slide" Target="/ppt/slides/slide13.xml" Id="Rcbbfd2269ea24673" /><Relationship Type="http://schemas.openxmlformats.org/officeDocument/2006/relationships/slide" Target="/ppt/slides/slide14.xml" Id="R9e3290643da0411e" /><Relationship Type="http://schemas.openxmlformats.org/officeDocument/2006/relationships/slide" Target="/ppt/slides/slide15.xml" Id="Re9b5058c52b948f7" /><Relationship Type="http://schemas.openxmlformats.org/officeDocument/2006/relationships/slide" Target="/ppt/slides/slide16.xml" Id="R36db33eded974e14" /><Relationship Type="http://schemas.openxmlformats.org/officeDocument/2006/relationships/slide" Target="/ppt/slides/slide17.xml" Id="R4838dd5f8b3441f6" /><Relationship Type="http://schemas.openxmlformats.org/officeDocument/2006/relationships/slide" Target="/ppt/slides/slide18.xml" Id="R0e7b773d907c46e6" /><Relationship Type="http://schemas.openxmlformats.org/officeDocument/2006/relationships/slide" Target="/ppt/slides/slide19.xml" Id="R847ba5cbcd9c4328" /><Relationship Type="http://schemas.openxmlformats.org/officeDocument/2006/relationships/slide" Target="/ppt/slides/slide20.xml" Id="R163042b7dccf4872" /><Relationship Type="http://schemas.openxmlformats.org/officeDocument/2006/relationships/slide" Target="/ppt/slides/slide21.xml" Id="R7a03eb2f5f1146e3" /><Relationship Type="http://schemas.openxmlformats.org/officeDocument/2006/relationships/slide" Target="/ppt/slides/slide22.xml" Id="R59e69a39f94e42b8" /><Relationship Type="http://schemas.openxmlformats.org/officeDocument/2006/relationships/slide" Target="/ppt/slides/slide23.xml" Id="R4e4c7948ec004a22" /><Relationship Type="http://schemas.openxmlformats.org/officeDocument/2006/relationships/slide" Target="/ppt/slides/slide24.xml" Id="R34ebd6ef4f9c4f0e" /><Relationship Type="http://schemas.openxmlformats.org/officeDocument/2006/relationships/slide" Target="/ppt/slides/slide25.xml" Id="R0648ab9f474d4281" /><Relationship Type="http://schemas.openxmlformats.org/officeDocument/2006/relationships/slide" Target="/ppt/slides/slide26.xml" Id="R95f4f9848f9e4e2b" /><Relationship Type="http://schemas.openxmlformats.org/officeDocument/2006/relationships/slide" Target="/ppt/slides/slide27.xml" Id="Rfeaa5ff3123b4f07" /><Relationship Type="http://schemas.openxmlformats.org/officeDocument/2006/relationships/slide" Target="/ppt/slides/slide28.xml" Id="R8d76e5bdcbec482c" /><Relationship Type="http://schemas.openxmlformats.org/officeDocument/2006/relationships/slide" Target="/ppt/slides/slide29.xml" Id="Rb3312c62e58d4e73" /><Relationship Type="http://schemas.openxmlformats.org/officeDocument/2006/relationships/slide" Target="/ppt/slides/slide30.xml" Id="R60ef5bb4dcb44542" /><Relationship Type="http://schemas.openxmlformats.org/officeDocument/2006/relationships/slide" Target="/ppt/slides/slide31.xml" Id="Rf0e5117b6d4b440a" /><Relationship Type="http://schemas.openxmlformats.org/officeDocument/2006/relationships/slide" Target="/ppt/slides/slide32.xml" Id="Rfe91f4cf52974219" /><Relationship Type="http://schemas.openxmlformats.org/officeDocument/2006/relationships/slide" Target="/ppt/slides/slide33.xml" Id="R1c1c3ec34eee4877" /><Relationship Type="http://schemas.openxmlformats.org/officeDocument/2006/relationships/slide" Target="/ppt/slides/slide34.xml" Id="Rc230ef0183c841f8" /><Relationship Type="http://schemas.openxmlformats.org/officeDocument/2006/relationships/slide" Target="/ppt/slides/slide35.xml" Id="Ra4611aab1a864e49" /><Relationship Type="http://schemas.openxmlformats.org/officeDocument/2006/relationships/slide" Target="/ppt/slides/slide36.xml" Id="R9619d635b5c14a40" /><Relationship Type="http://schemas.openxmlformats.org/officeDocument/2006/relationships/slide" Target="/ppt/slides/slide37.xml" Id="R9272f557c4574890" /><Relationship Type="http://schemas.openxmlformats.org/officeDocument/2006/relationships/slide" Target="/ppt/slides/slide38.xml" Id="R8c795e0fcab84835" /><Relationship Type="http://schemas.openxmlformats.org/officeDocument/2006/relationships/slide" Target="/ppt/slides/slide39.xml" Id="R8ef4a4ff6da94ac2" /><Relationship Type="http://schemas.openxmlformats.org/officeDocument/2006/relationships/slide" Target="/ppt/slides/slide40.xml" Id="Rd39252463ceb48b3" /><Relationship Type="http://schemas.openxmlformats.org/officeDocument/2006/relationships/slide" Target="/ppt/slides/slide41.xml" Id="R864b87c6d4334491" /><Relationship Type="http://schemas.openxmlformats.org/officeDocument/2006/relationships/slide" Target="/ppt/slides/slide42.xml" Id="R319572d4595646cf" /><Relationship Type="http://schemas.openxmlformats.org/officeDocument/2006/relationships/slide" Target="/ppt/slides/slide43.xml" Id="Rd251a110910c4948" /><Relationship Type="http://schemas.openxmlformats.org/officeDocument/2006/relationships/slide" Target="/ppt/slides/slide44.xml" Id="R4d80a0fb74bf45f7" /><Relationship Type="http://schemas.openxmlformats.org/officeDocument/2006/relationships/slide" Target="/ppt/slides/slide45.xml" Id="R35fd75bf0b6e4279" /><Relationship Type="http://schemas.openxmlformats.org/officeDocument/2006/relationships/slide" Target="/ppt/slides/slide46.xml" Id="R6cd9b3e5ea054599" /><Relationship Type="http://schemas.openxmlformats.org/officeDocument/2006/relationships/slide" Target="/ppt/slides/slide47.xml" Id="R19010ae8d84946fa" /><Relationship Type="http://schemas.openxmlformats.org/officeDocument/2006/relationships/slide" Target="/ppt/slides/slide48.xml" Id="R5551ffd3644048ef" /><Relationship Type="http://schemas.openxmlformats.org/officeDocument/2006/relationships/slide" Target="/ppt/slides/slide49.xml" Id="Rc7698d108eea480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1372b890415409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7218745e61c4cd2" /><Relationship Type="http://schemas.openxmlformats.org/officeDocument/2006/relationships/notesMaster" Target="/ppt/notesMasters/notesMaster1.xml" Id="R2d302d02ec57400f" /></Relationships>
</file>

<file path=ppt/notesSlides/_rels/notesSlide2.xml.rels>&#65279;<?xml version="1.0" encoding="utf-8"?><Relationships xmlns="http://schemas.openxmlformats.org/package/2006/relationships"><Relationship Type="http://schemas.openxmlformats.org/officeDocument/2006/relationships/slide" Target="/ppt/slides/slide2.xml" Id="R1a0b4cc79242490a" /><Relationship Type="http://schemas.openxmlformats.org/officeDocument/2006/relationships/notesMaster" Target="/ppt/notesMasters/notesMaster1.xml" Id="R074c0b1b4dbe47f8" /></Relationships>
</file>

<file path=ppt/notesSlides/_rels/notesSlide3.xml.rels>&#65279;<?xml version="1.0" encoding="utf-8"?><Relationships xmlns="http://schemas.openxmlformats.org/package/2006/relationships"><Relationship Type="http://schemas.openxmlformats.org/officeDocument/2006/relationships/slide" Target="/ppt/slides/slide3.xml" Id="Ra9c7ce3e84134ca2" /><Relationship Type="http://schemas.openxmlformats.org/officeDocument/2006/relationships/notesMaster" Target="/ppt/notesMasters/notesMaster1.xml" Id="Rdccc9d0fe9d44c13" /></Relationships>
</file>

<file path=ppt/notesSlides/_rels/notesSlide4.xml.rels>&#65279;<?xml version="1.0" encoding="utf-8"?><Relationships xmlns="http://schemas.openxmlformats.org/package/2006/relationships"><Relationship Type="http://schemas.openxmlformats.org/officeDocument/2006/relationships/slide" Target="/ppt/slides/slide4.xml" Id="R24770924dd224f93" /><Relationship Type="http://schemas.openxmlformats.org/officeDocument/2006/relationships/notesMaster" Target="/ppt/notesMasters/notesMaster1.xml" Id="Rdd7feb73c710458d" /></Relationships>
</file>

<file path=ppt/notesSlides/_rels/notesSlide5.xml.rels>&#65279;<?xml version="1.0" encoding="utf-8"?><Relationships xmlns="http://schemas.openxmlformats.org/package/2006/relationships"><Relationship Type="http://schemas.openxmlformats.org/officeDocument/2006/relationships/slide" Target="/ppt/slides/slide5.xml" Id="Rc29380e623724d1a" /><Relationship Type="http://schemas.openxmlformats.org/officeDocument/2006/relationships/notesMaster" Target="/ppt/notesMasters/notesMaster1.xml" Id="Rb355d5c8a1fb429c" /></Relationships>
</file>

<file path=ppt/notesSlides/_rels/notesSlide6.xml.rels>&#65279;<?xml version="1.0" encoding="utf-8"?><Relationships xmlns="http://schemas.openxmlformats.org/package/2006/relationships"><Relationship Type="http://schemas.openxmlformats.org/officeDocument/2006/relationships/slide" Target="/ppt/slides/slide6.xml" Id="Rdf80a40eb4204591" /><Relationship Type="http://schemas.openxmlformats.org/officeDocument/2006/relationships/notesMaster" Target="/ppt/notesMasters/notesMaster1.xml" Id="R6c52914ae5bb43fd" /></Relationships>
</file>

<file path=ppt/notesSlides/_rels/notesSlide7.xml.rels>&#65279;<?xml version="1.0" encoding="utf-8"?><Relationships xmlns="http://schemas.openxmlformats.org/package/2006/relationships"><Relationship Type="http://schemas.openxmlformats.org/officeDocument/2006/relationships/slide" Target="/ppt/slides/slide7.xml" Id="R8e5559dcb9384f5b" /><Relationship Type="http://schemas.openxmlformats.org/officeDocument/2006/relationships/notesMaster" Target="/ppt/notesMasters/notesMaster1.xml" Id="R2dab5204c1bf4bb1" /></Relationships>
</file>

<file path=ppt/notesSlides/_rels/notesSlide8.xml.rels>&#65279;<?xml version="1.0" encoding="utf-8"?><Relationships xmlns="http://schemas.openxmlformats.org/package/2006/relationships"><Relationship Type="http://schemas.openxmlformats.org/officeDocument/2006/relationships/slide" Target="/ppt/slides/slide8.xml" Id="R24c27f1f3f224704" /><Relationship Type="http://schemas.openxmlformats.org/officeDocument/2006/relationships/notesMaster" Target="/ppt/notesMasters/notesMaster1.xml" Id="R130247f89052447f" /></Relationships>
</file>

<file path=ppt/notesSlides/_rels/notesSlide9.xml.rels>&#65279;<?xml version="1.0" encoding="utf-8"?><Relationships xmlns="http://schemas.openxmlformats.org/package/2006/relationships"><Relationship Type="http://schemas.openxmlformats.org/officeDocument/2006/relationships/slide" Target="/ppt/slides/slide9.xml" Id="R789bdf86ba3148ce" /><Relationship Type="http://schemas.openxmlformats.org/officeDocument/2006/relationships/notesMaster" Target="/ppt/notesMasters/notesMaster1.xml" Id="R0e9effa9819c496d"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501ef4dc20cf4bd1" /><Relationship Type="http://schemas.openxmlformats.org/officeDocument/2006/relationships/notesMaster" Target="/ppt/notesMasters/notesMaster1.xml" Id="R6a950890c0d8441b"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ea4e565d8b9b4ed6" /><Relationship Type="http://schemas.openxmlformats.org/officeDocument/2006/relationships/notesMaster" Target="/ppt/notesMasters/notesMaster1.xml" Id="R14d47dace19f4443"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938690a64c064c5a" /><Relationship Type="http://schemas.openxmlformats.org/officeDocument/2006/relationships/notesMaster" Target="/ppt/notesMasters/notesMaster1.xml" Id="Rbcbfc1a8e1644c35"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fb6f6986c8b74b8d" /><Relationship Type="http://schemas.openxmlformats.org/officeDocument/2006/relationships/notesMaster" Target="/ppt/notesMasters/notesMaster1.xml" Id="Ra877b559130a45b6"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e0455bfbb4c746cf" /><Relationship Type="http://schemas.openxmlformats.org/officeDocument/2006/relationships/notesMaster" Target="/ppt/notesMasters/notesMaster1.xml" Id="R2614d1bb975a4e57"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76f9540b885b4173" /><Relationship Type="http://schemas.openxmlformats.org/officeDocument/2006/relationships/notesMaster" Target="/ppt/notesMasters/notesMaster1.xml" Id="Rad5164b82fa54713"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f2efd38824e24fac" /><Relationship Type="http://schemas.openxmlformats.org/officeDocument/2006/relationships/notesMaster" Target="/ppt/notesMasters/notesMaster1.xml" Id="Rb7a78ccc6104485e"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6367cd5815f7497b" /><Relationship Type="http://schemas.openxmlformats.org/officeDocument/2006/relationships/notesMaster" Target="/ppt/notesMasters/notesMaster1.xml" Id="R55931b982a884eda"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8cdc0d4333114721" /><Relationship Type="http://schemas.openxmlformats.org/officeDocument/2006/relationships/notesMaster" Target="/ppt/notesMasters/notesMaster1.xml" Id="R8d08f83a7c7b413c"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7f0532bdb0a94b31" /><Relationship Type="http://schemas.openxmlformats.org/officeDocument/2006/relationships/notesMaster" Target="/ppt/notesMasters/notesMaster1.xml" Id="Rb523984625654417"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c4725c4ec80c4405" /><Relationship Type="http://schemas.openxmlformats.org/officeDocument/2006/relationships/notesMaster" Target="/ppt/notesMasters/notesMaster1.xml" Id="Rb5ce940a8daf4108"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17189f5c72d14ce8" /><Relationship Type="http://schemas.openxmlformats.org/officeDocument/2006/relationships/notesMaster" Target="/ppt/notesMasters/notesMaster1.xml" Id="Rdbc2fac966e14086"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1897ecd3479a4a43" /><Relationship Type="http://schemas.openxmlformats.org/officeDocument/2006/relationships/notesMaster" Target="/ppt/notesMasters/notesMaster1.xml" Id="Ref5c42e064f348eb"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33e4691bc4c84311" /><Relationship Type="http://schemas.openxmlformats.org/officeDocument/2006/relationships/notesMaster" Target="/ppt/notesMasters/notesMaster1.xml" Id="R9c5813ace3b346c6"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ff87a36f4fa640b7" /><Relationship Type="http://schemas.openxmlformats.org/officeDocument/2006/relationships/notesMaster" Target="/ppt/notesMasters/notesMaster1.xml" Id="Rbf00ff136b014765"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139488c08b4c425e" /><Relationship Type="http://schemas.openxmlformats.org/officeDocument/2006/relationships/notesMaster" Target="/ppt/notesMasters/notesMaster1.xml" Id="R853de594e5c041f2"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848c1af4e24b4237" /><Relationship Type="http://schemas.openxmlformats.org/officeDocument/2006/relationships/notesMaster" Target="/ppt/notesMasters/notesMaster1.xml" Id="R9060fd4182f54c4c"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2ebe24c1b3834afe" /><Relationship Type="http://schemas.openxmlformats.org/officeDocument/2006/relationships/notesMaster" Target="/ppt/notesMasters/notesMaster1.xml" Id="R4d2f59593bfb47dc"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bab94e023fa54986" /><Relationship Type="http://schemas.openxmlformats.org/officeDocument/2006/relationships/notesMaster" Target="/ppt/notesMasters/notesMaster1.xml" Id="R9c333dfa975b4dfa"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f31c03506fb143ae" /><Relationship Type="http://schemas.openxmlformats.org/officeDocument/2006/relationships/notesMaster" Target="/ppt/notesMasters/notesMaster1.xml" Id="Rf4b25a623af2478e"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45ed3431607945dd" /><Relationship Type="http://schemas.openxmlformats.org/officeDocument/2006/relationships/notesMaster" Target="/ppt/notesMasters/notesMaster1.xml" Id="R99fbf5c272484acf"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e3a48c82d2bd44d5" /><Relationship Type="http://schemas.openxmlformats.org/officeDocument/2006/relationships/notesMaster" Target="/ppt/notesMasters/notesMaster1.xml" Id="Rde1bb81cc2d24680"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4e2adfd642b44188" /><Relationship Type="http://schemas.openxmlformats.org/officeDocument/2006/relationships/notesMaster" Target="/ppt/notesMasters/notesMaster1.xml" Id="Rf5a7752335c1455e"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6d5c1cb4a8bd40d2" /><Relationship Type="http://schemas.openxmlformats.org/officeDocument/2006/relationships/notesMaster" Target="/ppt/notesMasters/notesMaster1.xml" Id="Rad316b60d6fd46a8"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e0276b1db56344b8" /><Relationship Type="http://schemas.openxmlformats.org/officeDocument/2006/relationships/notesMaster" Target="/ppt/notesMasters/notesMaster1.xml" Id="R6ea2a21517794a4a"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0fe236340c8a47c9" /><Relationship Type="http://schemas.openxmlformats.org/officeDocument/2006/relationships/notesMaster" Target="/ppt/notesMasters/notesMaster1.xml" Id="R5a11d96fd97041f4"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d6e5eb9d0d124895" /><Relationship Type="http://schemas.openxmlformats.org/officeDocument/2006/relationships/notesMaster" Target="/ppt/notesMasters/notesMaster1.xml" Id="R45477bdcc2d64f6f"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011075b5fc624ccd" /><Relationship Type="http://schemas.openxmlformats.org/officeDocument/2006/relationships/notesMaster" Target="/ppt/notesMasters/notesMaster1.xml" Id="Rd0277f19785544aa"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ad6056a150f34954" /><Relationship Type="http://schemas.openxmlformats.org/officeDocument/2006/relationships/notesMaster" Target="/ppt/notesMasters/notesMaster1.xml" Id="Ra3420d3cc6dc4259"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631225454abd4736" /><Relationship Type="http://schemas.openxmlformats.org/officeDocument/2006/relationships/notesMaster" Target="/ppt/notesMasters/notesMaster1.xml" Id="R6be22d62638f45f0"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0b8c3e9878f342c1" /><Relationship Type="http://schemas.openxmlformats.org/officeDocument/2006/relationships/notesMaster" Target="/ppt/notesMasters/notesMaster1.xml" Id="R050ba879fed34095"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61216b38205f4a0b" /><Relationship Type="http://schemas.openxmlformats.org/officeDocument/2006/relationships/notesMaster" Target="/ppt/notesMasters/notesMaster1.xml" Id="R214b529ccf9a4279"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06063fcf7518488e" /><Relationship Type="http://schemas.openxmlformats.org/officeDocument/2006/relationships/notesMaster" Target="/ppt/notesMasters/notesMaster1.xml" Id="Rcbec4246b0d44232"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28eaf1920e6a43b1" /><Relationship Type="http://schemas.openxmlformats.org/officeDocument/2006/relationships/notesMaster" Target="/ppt/notesMasters/notesMaster1.xml" Id="R541104e51b174554"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dcf46f852fb64629" /><Relationship Type="http://schemas.openxmlformats.org/officeDocument/2006/relationships/notesMaster" Target="/ppt/notesMasters/notesMaster1.xml" Id="R99a3847b495744a0"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6d39972792374802" /><Relationship Type="http://schemas.openxmlformats.org/officeDocument/2006/relationships/notesMaster" Target="/ppt/notesMasters/notesMaster1.xml" Id="R05c41b029fbc4e8e"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299a2f72159a42b5" /><Relationship Type="http://schemas.openxmlformats.org/officeDocument/2006/relationships/notesMaster" Target="/ppt/notesMasters/notesMaster1.xml" Id="R0307a65779c04a0f"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3aae55f193cf44ea" /><Relationship Type="http://schemas.openxmlformats.org/officeDocument/2006/relationships/notesMaster" Target="/ppt/notesMasters/notesMaster1.xml" Id="R1262f8ead0e34aa6"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fa687a8a51ee4504" /><Relationship Type="http://schemas.openxmlformats.org/officeDocument/2006/relationships/notesMaster" Target="/ppt/notesMasters/notesMaster1.xml" Id="R9781297d54b74bcd"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f86c45e3c92e4de0" /><Relationship Type="http://schemas.openxmlformats.org/officeDocument/2006/relationships/notesMaster" Target="/ppt/notesMasters/notesMaster1.xml" Id="Rb24aa1f785914a7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讲解约 20 秒。</a:t>
            </a:r>
          </a:p>
          <a:p xmlns:a="http://schemas.openxmlformats.org/drawingml/2006/main">
            <a:r>
              <a:t/>
            </a:r>
          </a:p>
          <a:p xmlns:a="http://schemas.openxmlformats.org/drawingml/2006/main">
            <a:r>
              <a:t>论文研究不完美审计中的误报和漏报，联合决定审计对象、资源配置和失败后的治理措施。先讲建模，再沿一对一渠道、两供应商装配网络和两类拓展逐步分析。</a:t>
            </a:r>
          </a:p>
          <a:p xmlns:a="http://schemas.openxmlformats.org/drawingml/2006/main">
            <a:r>
              <a:t/>
            </a:r>
          </a:p>
          <a:p xmlns:a="http://schemas.openxmlformats.org/drawingml/2006/main">
            <a:r>
              <a:t>来源：Li &amp; Li (2026) · Production and Operations Management · DOI: 10.1177/10591478261468995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讲解约 20 秒。</a:t>
            </a:r>
          </a:p>
          <a:p xmlns:a="http://schemas.openxmlformats.org/drawingml/2006/main">
            <a:r>
              <a:t/>
            </a:r>
          </a:p>
          <a:p xmlns:a="http://schemas.openxmlformats.org/drawingml/2006/main">
            <a:r>
              <a:t>作者为 Chengzhang Li 与 Yuanchen Li。原文列出的机构包括上海交通大学安泰经济与管理学院、同济大学相关研究单位。本文的重要贡献是将两类审计错误、治理动作及网络资源配置放在同一个优化框架中，而不是首次定义误报或漏报。</a:t>
            </a:r>
          </a:p>
          <a:p xmlns:a="http://schemas.openxmlformats.org/drawingml/2006/main">
            <a:r>
              <a:t/>
            </a:r>
          </a:p>
          <a:p xmlns:a="http://schemas.openxmlformats.org/drawingml/2006/main">
            <a:r>
              <a:t>来源：原文首页、摘要及 §1，pp. 1–3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讲解约 15 秒。</a:t>
            </a:r>
          </a:p>
          <a:p xmlns:a="http://schemas.openxmlformats.org/drawingml/2006/main">
            <a:r>
              <a:t/>
            </a:r>
          </a:p>
          <a:p xmlns:a="http://schemas.openxmlformats.org/drawingml/2006/main">
            <a:r>
              <a:t>七部分沿用参考稿。模型分析依次回答：失败后如何治理、固定预算如何分配两类错误、两家如何分配预算、最终审计多少家，以及社会效果是否随预算改善。复杂分段均衡留作讨论备查。</a:t>
            </a:r>
          </a:p>
          <a:p xmlns:a="http://schemas.openxmlformats.org/drawingml/2006/main">
            <a:r>
              <a:t/>
            </a:r>
          </a:p>
          <a:p xmlns:a="http://schemas.openxmlformats.org/drawingml/2006/main">
            <a:r>
              <a:t>来源：正文按约 30 分钟组织；附录保留完整条件与推导</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讲解约 40 秒。</a:t>
            </a:r>
          </a:p>
          <a:p xmlns:a="http://schemas.openxmlformats.org/drawingml/2006/main">
            <a:r>
              <a:t/>
            </a:r>
          </a:p>
          <a:p xmlns:a="http://schemas.openxmlformats.org/drawingml/2006/main">
            <a:r>
              <a:t>跨国采购将供应商的劳动、人权、安全和环境风险传导至品牌。Dyson 案例是对强迫劳动的指控，不能表述成本文核实的事实。Maggi 案例说明初检与后续复核可能不一致，误判也会导致禁售和经济损失。审计后仍需整改或替换，所以分类错误和治理动作会联动。</a:t>
            </a:r>
          </a:p>
          <a:p xmlns:a="http://schemas.openxmlformats.org/drawingml/2006/main">
            <a:r>
              <a:t/>
            </a:r>
          </a:p>
          <a:p xmlns:a="http://schemas.openxmlformats.org/drawingml/2006/main">
            <a:r>
              <a:t>来源：§1，pp. 1–3；案例按照论文叙述整理</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讲解约 30 秒。</a:t>
            </a:r>
          </a:p>
          <a:p xmlns:a="http://schemas.openxmlformats.org/drawingml/2006/main">
            <a:r>
              <a:t/>
            </a:r>
          </a:p>
          <a:p xmlns:a="http://schemas.openxmlformats.org/drawingml/2006/main">
            <a:r>
              <a:t>这四个问题不是四个独立优化问题。审计精度影响误报概率，误报概率影响治理动作，治理动作改变资源的边际价值；资源分配又影响究竟审计一家还是两家。最后用独立的社会指标评价企业最优决策。</a:t>
            </a:r>
          </a:p>
          <a:p xmlns:a="http://schemas.openxmlformats.org/drawingml/2006/main">
            <a:r>
              <a:t/>
            </a:r>
          </a:p>
          <a:p xmlns:a="http://schemas.openxmlformats.org/drawingml/2006/main">
            <a:r>
              <a:t>来源：§1，pp. 2–3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讲解约 35 秒。</a:t>
            </a:r>
          </a:p>
          <a:p xmlns:a="http://schemas.openxmlformats.org/drawingml/2006/main">
            <a:r>
              <a:t/>
            </a:r>
          </a:p>
          <a:p xmlns:a="http://schemas.openxmlformats.org/drawingml/2006/main">
            <a:r>
              <a:t>责任采购研究关注合规激励、隐藏违规与信息披露，响应治理研究讨论整改和退出，多主体网络研究关注联合审计及优先级。Guo et al. 2017 已考虑两类错误，但错误率外生，主要研究认证信号。本文内生地选择错误组合，并连接后续治理、资源配置和社会风险。</a:t>
            </a:r>
          </a:p>
          <a:p xmlns:a="http://schemas.openxmlformats.org/drawingml/2006/main">
            <a:r>
              <a:t/>
            </a:r>
          </a:p>
          <a:p xmlns:a="http://schemas.openxmlformats.org/drawingml/2006/main">
            <a:r>
              <a:t>来源：§2，pp. 3–4；代表文献按原文整理</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讲解约 40 秒。</a:t>
            </a:r>
          </a:p>
          <a:p xmlns:a="http://schemas.openxmlformats.org/drawingml/2006/main">
            <a:r>
              <a:t/>
            </a:r>
          </a:p>
          <a:p xmlns:a="http://schemas.openxmlformats.org/drawingml/2006/main">
            <a:r>
              <a:t>两个供应商提供不同投入品，不能将其误解为可互相替代的双重货源。基准模型只有买方做序贯决策，供应商合规状态由外生先验 e 决定。供给方策略性努力在第6.1节的一对一拓展才引入。逐家可加总的私人成本和独立残余风险分别支持治理分解与社会风险乘积公式。</a:t>
            </a:r>
          </a:p>
          <a:p xmlns:a="http://schemas.openxmlformats.org/drawingml/2006/main">
            <a:r>
              <a:t/>
            </a:r>
          </a:p>
          <a:p xmlns:a="http://schemas.openxmlformats.org/drawingml/2006/main">
            <a:r>
              <a:t>来源：§3，p. 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讲解约 40 秒。</a:t>
            </a:r>
          </a:p>
          <a:p xmlns:a="http://schemas.openxmlformats.org/drawingml/2006/main">
            <a:r>
              <a:t/>
            </a:r>
          </a:p>
          <a:p xmlns:a="http://schemas.openxmlformats.org/drawingml/2006/main">
            <a:r>
              <a:t>α和β均为给定真实状态后的条件概率。Dα=rα乘实际损害Dtildeα，Dβ同理；在期望收益中使用D，在实现状态利润中使用Dtilde。bi表示最大可达准确度，对应预算金额bi平方除以2，不能把bi本身理解为货币预算。</a:t>
            </a:r>
          </a:p>
          <a:p xmlns:a="http://schemas.openxmlformats.org/drawingml/2006/main">
            <a:r>
              <a:t/>
            </a:r>
          </a:p>
          <a:p xmlns:a="http://schemas.openxmlformats.org/drawingml/2006/main">
            <a:r>
              <a:t>来源：§3，pp. 5–6；完整符号表见附录 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讲解约 50 秒。</a:t>
            </a:r>
          </a:p>
          <a:p xmlns:a="http://schemas.openxmlformats.org/drawingml/2006/main">
            <a:r>
              <a:t/>
            </a:r>
          </a:p>
          <a:p xmlns:a="http://schemas.openxmlformats.org/drawingml/2006/main">
            <a:r>
              <a:t>审计准确度是两种真实类型正确分类概率的加权和。固定Ai时存在误报与漏报的线性权衡；增加审计资源可以抬高Ai。本文把可行误差集合建模为等准确度线，现实审计可能受技术上的ROC集合限制。正式约束为Ai≥e；叙述使用优于先验，边界按弱不等式或极限解释。</a:t>
            </a:r>
          </a:p>
          <a:p xmlns:a="http://schemas.openxmlformats.org/drawingml/2006/main">
            <a:r>
              <a:t/>
            </a:r>
          </a:p>
          <a:p xmlns:a="http://schemas.openxmlformats.org/drawingml/2006/main">
            <a:r>
              <a:t>来源：§3，p. 5</a:t>
            </a:r>
          </a:p>
          <a:p xmlns:a="http://schemas.openxmlformats.org/drawingml/2006/main">
            <a:r>
              <a:t/>
            </a:r>
          </a:p>
          <a:p xmlns:a="http://schemas.openxmlformats.org/drawingml/2006/main">
            <a:r>
              <a:t>公式原式（LaTeX）：</a:t>
            </a:r>
          </a:p>
          <a:p xmlns:a="http://schemas.openxmlformats.org/drawingml/2006/main">
            <a:r>
              <a:t>A_i=e(1-\alpha_i)+(1-e)(1-\beta_i)=1-e\alpha_i-(1-e)\beta_i</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讲解约 55 秒。</a:t>
            </a:r>
          </a:p>
          <a:p xmlns:a="http://schemas.openxmlformats.org/drawingml/2006/main">
            <a:r>
              <a:t/>
            </a:r>
          </a:p>
          <a:p xmlns:a="http://schemas.openxmlformats.org/drawingml/2006/main">
            <a:r>
              <a:t>审计支出为cAi平方除以2，主模型令c=1，支出进入外生预算约束。式1描述给定治理数量及损害实际发生次数后的利润，因此使用实际Dtilde，不是已经乘暴露概率的D。随后对审计结果和外部损害发生取期望。基准不能再从Π减去B，否则把预算约束改成了内生净收益问题。</a:t>
            </a:r>
          </a:p>
          <a:p xmlns:a="http://schemas.openxmlformats.org/drawingml/2006/main">
            <a:r>
              <a:t/>
            </a:r>
          </a:p>
          <a:p xmlns:a="http://schemas.openxmlformats.org/drawingml/2006/main">
            <a:r>
              <a:t>来源：§3，eq. (1)，pp. 5–6</a:t>
            </a:r>
          </a:p>
          <a:p xmlns:a="http://schemas.openxmlformats.org/drawingml/2006/main">
            <a:r>
              <a:t/>
            </a:r>
          </a:p>
          <a:p xmlns:a="http://schemas.openxmlformats.org/drawingml/2006/main">
            <a:r>
              <a:t>公式原式（LaTeX）：</a:t>
            </a:r>
          </a:p>
          <a:p xmlns:a="http://schemas.openxmlformats.org/drawingml/2006/main">
            <a:r>
              <a:t>C_i=\frac{c}{2}A_i^2,\quad c=1\ \mathrm{in\ the\ baseline},\quad \sum_{i=1}^2 x_iC_i\leq B</a:t>
            </a:r>
          </a:p>
          <a:p xmlns:a="http://schemas.openxmlformats.org/drawingml/2006/main">
            <a:r>
              <a:t>\phi_{n_\alpha,n_\beta}^{n_s,n_r}=\Pi-n_s\Delta_s-n_r\Delta_r-n_\alpha\widetilde{D}_\alpha-n_\beta\widetilde{D}_\beta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讲解约 45 秒。</a:t>
            </a:r>
          </a:p>
          <a:p xmlns:a="http://schemas.openxmlformats.org/drawingml/2006/main">
            <a:r>
              <a:t/>
            </a:r>
          </a:p>
          <a:p xmlns:a="http://schemas.openxmlformats.org/drawingml/2006/main">
            <a:r>
              <a:t>第一阶段买方选择审计对象及误差组合；第二阶段观察结果，失败者进行整改或替换；第三阶段交易并可能遭遇外部损害。买方观察的是审计结果而非真实类型，失败后的决策必须使用后验概率。原图上合规且失败并替换才有第一类损害，整改不会产生该项声誉损害。</a:t>
            </a:r>
          </a:p>
          <a:p xmlns:a="http://schemas.openxmlformats.org/drawingml/2006/main">
            <a:r>
              <a:t/>
            </a:r>
          </a:p>
          <a:p xmlns:a="http://schemas.openxmlformats.org/drawingml/2006/main">
            <a:r>
              <a:t>来源：原文 Figure 1，p. 7；事件顺序见 §3，p. 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讲解约 65 秒。</a:t>
            </a:r>
          </a:p>
          <a:p xmlns:a="http://schemas.openxmlformats.org/drawingml/2006/main">
            <a:r>
              <a:t/>
            </a:r>
          </a:p>
          <a:p xmlns:a="http://schemas.openxmlformats.org/drawingml/2006/main">
            <a:r>
              <a:t>失败后，供应商仍可能合规。后验合规概率是eα除以失败总概率p。替换的条件期望成本为Δs+后验概率乘Dα，整改为Δr，所以比较成本优势Δr−Δs与δ即可。失败概率为0时该事件不发生，不应在零分母上求后验。相等时无差异；通过或未审计者没有治理。</a:t>
            </a:r>
          </a:p>
          <a:p xmlns:a="http://schemas.openxmlformats.org/drawingml/2006/main">
            <a:r>
              <a:t/>
            </a:r>
          </a:p>
          <a:p xmlns:a="http://schemas.openxmlformats.org/drawingml/2006/main">
            <a:r>
              <a:t>来源：Lemma 1，pp. 6–7</a:t>
            </a:r>
          </a:p>
          <a:p xmlns:a="http://schemas.openxmlformats.org/drawingml/2006/main">
            <a:r>
              <a:t/>
            </a:r>
          </a:p>
          <a:p xmlns:a="http://schemas.openxmlformats.org/drawingml/2006/main">
            <a:r>
              <a:t>公式原式（LaTeX）：</a:t>
            </a:r>
          </a:p>
          <a:p xmlns:a="http://schemas.openxmlformats.org/drawingml/2006/main">
            <a:r>
              <a:t>p=e\alpha+(1-e)(1-\beta),\qquad \Pr(C\mid o=1)=\frac{e\alpha}{p}</a:t>
            </a:r>
          </a:p>
          <a:p xmlns:a="http://schemas.openxmlformats.org/drawingml/2006/main">
            <a:r>
              <a:t>\delta(\alpha,\beta)=\frac{e\alpha D_\alpha}{e\alpha+(1-e)(1-\beta)}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讲解约 55 秒。</a:t>
            </a:r>
          </a:p>
          <a:p xmlns:a="http://schemas.openxmlformats.org/drawingml/2006/main">
            <a:r>
              <a:t/>
            </a:r>
          </a:p>
          <a:p xmlns:a="http://schemas.openxmlformats.org/drawingml/2006/main">
            <a:r>
              <a:t>买方预期到治理最优响应后，在外生预算内选择x、α和β。不审计的损失是(1−e)Dβ。治理成本均高于违规损害时，启动审计后解决问题并不值得，所以选择不启动。在满足有效准确度及预算可行性的条件下，至少一种治理成本低于Dβ才有审计的经济价值。正式模型只允许失败后s或r，不额外引入失败后放弃治理的第三动作。</a:t>
            </a:r>
          </a:p>
          <a:p xmlns:a="http://schemas.openxmlformats.org/drawingml/2006/main">
            <a:r>
              <a:t/>
            </a:r>
          </a:p>
          <a:p xmlns:a="http://schemas.openxmlformats.org/drawingml/2006/main">
            <a:r>
              <a:t>来源：原文 eqs. (2)–(5) / Lemma 2，p. 7</a:t>
            </a:r>
          </a:p>
          <a:p xmlns:a="http://schemas.openxmlformats.org/drawingml/2006/main">
            <a:r>
              <a:t/>
            </a:r>
          </a:p>
          <a:p xmlns:a="http://schemas.openxmlformats.org/drawingml/2006/main">
            <a:r>
              <a:t>公式原式（LaTeX）：</a:t>
            </a:r>
          </a:p>
          <a:p xmlns:a="http://schemas.openxmlformats.org/drawingml/2006/main">
            <a:r>
              <a:t>\max_{x,\alpha,\beta}\ \pi(x,\alpha,\beta)=\mathbb{E}_O[\pi(x,\alpha,\beta,O,f^*)]</a:t>
            </a:r>
          </a:p>
          <a:p xmlns:a="http://schemas.openxmlformats.org/drawingml/2006/main">
            <a:r>
              <a:t>\frac{x}{2}[1-e\alpha-(1-e)\beta]^2\leq B,\qquad x[1-e\alpha-(1-e)\beta]\geq xe</a:t>
            </a:r>
          </a:p>
          <a:p xmlns:a="http://schemas.openxmlformats.org/drawingml/2006/main">
            <a:r>
              <a:t>\alpha,\beta\in[0,1],\quad x\in\{0,1\},\qquad \pi(x=0)=\Pi-(1-e)D_\beta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讲解约 50 秒。</a:t>
            </a:r>
          </a:p>
          <a:p xmlns:a="http://schemas.openxmlformats.org/drawingml/2006/main">
            <a:r>
              <a:t/>
            </a:r>
          </a:p>
          <a:p xmlns:a="http://schemas.openxmlformats.org/drawingml/2006/main">
            <a:r>
              <a:t>给定准确度时，成本在整改或替换两条线性函数中取较小值，最优误差可取等准确度线的端点。N让α为0，C让β为0；两种政策都不是完美审计，只有b0=1时两类错误才同时为0。b0达到1后，多余预算不能再提高准确度。e=1的边界下两个端点重合，分母1−e的公式不直接使用。</a:t>
            </a:r>
          </a:p>
          <a:p xmlns:a="http://schemas.openxmlformats.org/drawingml/2006/main">
            <a:r>
              <a:t/>
            </a:r>
          </a:p>
          <a:p xmlns:a="http://schemas.openxmlformats.org/drawingml/2006/main">
            <a:r>
              <a:t>来源：§4，p. 7；N = No-false-alarm，C = Catch-all</a:t>
            </a:r>
          </a:p>
          <a:p xmlns:a="http://schemas.openxmlformats.org/drawingml/2006/main">
            <a:r>
              <a:t/>
            </a:r>
          </a:p>
          <a:p xmlns:a="http://schemas.openxmlformats.org/drawingml/2006/main">
            <a:r>
              <a:t>公式原式（LaTeX）：</a:t>
            </a:r>
          </a:p>
          <a:p xmlns:a="http://schemas.openxmlformats.org/drawingml/2006/main">
            <a:r>
              <a:t>b_0=\min\{1,\sqrt{2B}\},\qquad e\alpha+(1-e)\beta=1-b_0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讲解约 60 秒。</a:t>
            </a:r>
          </a:p>
          <a:p xmlns:a="http://schemas.openxmlformats.org/drawingml/2006/main">
            <a:r>
              <a:t/>
            </a:r>
          </a:p>
          <a:p xmlns:a="http://schemas.openxmlformats.org/drawingml/2006/main">
            <a:r>
              <a:t>命题1区分替换贵、整改贵，以及替换便宜但两种成本都处在切换区。前两区间治理动作锁定，错误政策不随预算变化。第三种区间又分替换成本极低和中等两个子区间：极低时一直C但治理会切换，中等时审计政策和治理同时切换。下一页结合原图解释。</a:t>
            </a:r>
          </a:p>
          <a:p xmlns:a="http://schemas.openxmlformats.org/drawingml/2006/main">
            <a:r>
              <a:t/>
            </a:r>
          </a:p>
          <a:p xmlns:a="http://schemas.openxmlformats.org/drawingml/2006/main">
            <a:r>
              <a:t>来源：Proposition 1，pp. 7–9；等号处为无差异边界</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讲解约 60 秒。</a:t>
            </a:r>
          </a:p>
          <a:p xmlns:a="http://schemas.openxmlformats.org/drawingml/2006/main">
            <a:r>
              <a:t/>
            </a:r>
          </a:p>
          <a:p xmlns:a="http://schemas.openxmlformats.org/drawingml/2006/main">
            <a:r>
              <a:t>横轴为整改成本Δr，纵轴为替换成本Δs。绿色横纹是N，橙色竖纹是C；rectify与replace另行标记事后治理。忽略Dα不等于α为0，误报依然会导致无效治理支出。右图红框标出不考虑误报损害时可能决策不同的两个区间。右上角两类治理均昂贵，选择不审计。</a:t>
            </a:r>
          </a:p>
          <a:p xmlns:a="http://schemas.openxmlformats.org/drawingml/2006/main">
            <a:r>
              <a:t/>
            </a:r>
          </a:p>
          <a:p xmlns:a="http://schemas.openxmlformats.org/drawingml/2006/main">
            <a:r>
              <a:t>来源：Figure 2，p. 8｜e=0.5，Dβ=5.5，b0=0.8；左 Dα=3，右 Dα=0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讲解约 60 秒。</a:t>
            </a:r>
          </a:p>
          <a:p xmlns:a="http://schemas.openxmlformats.org/drawingml/2006/main">
            <a:r>
              <a:t/>
            </a:r>
          </a:p>
          <a:p xmlns:a="http://schemas.openxmlformats.org/drawingml/2006/main">
            <a:r>
              <a:t>单横线阈值来自C+整改和C+替换损失相等；双横线阈值来自C+整改与N+替换损失相等。在iii.a极低替换成本区，预算升高只使治理从整改转替换，错误政策仍为C。在iii.b中等替换成本区，两项一起切换。只能在相应区间内使用阈值，不把两个阈值当作全参数空间的一般分界。</a:t>
            </a:r>
          </a:p>
          <a:p xmlns:a="http://schemas.openxmlformats.org/drawingml/2006/main">
            <a:r>
              <a:t/>
            </a:r>
          </a:p>
          <a:p xmlns:a="http://schemas.openxmlformats.org/drawingml/2006/main">
            <a:r>
              <a:t>来源：Proposition 1(iii) / Corollary 1，pp. 8–9</a:t>
            </a:r>
          </a:p>
          <a:p xmlns:a="http://schemas.openxmlformats.org/drawingml/2006/main">
            <a:r>
              <a:t/>
            </a:r>
          </a:p>
          <a:p xmlns:a="http://schemas.openxmlformats.org/drawingml/2006/main">
            <a:r>
              <a:t>公式原式（LaTeX）：</a:t>
            </a:r>
          </a:p>
          <a:p xmlns:a="http://schemas.openxmlformats.org/drawingml/2006/main">
            <a:r>
              <a:t>\bar{b}=\frac{D_\alpha-(2-e)(\Delta_r-\Delta_s)}{D_\alpha-(\Delta_r-\Delta_s)}</a:t>
            </a:r>
          </a:p>
          <a:p xmlns:a="http://schemas.openxmlformats.org/drawingml/2006/main">
            <a:r>
              <a:t>\overline{\overline{b}}=\frac{D_\beta-(2-e)\Delta_r-e\Delta_s}{D_\beta-\Delta_r-\Delta_s}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讲解约 50 秒。</a:t>
            </a:r>
          </a:p>
          <a:p xmlns:a="http://schemas.openxmlformats.org/drawingml/2006/main">
            <a:r>
              <a:t/>
            </a:r>
          </a:p>
          <a:p xmlns:a="http://schemas.openxmlformats.org/drawingml/2006/main">
            <a:r>
              <a:t>损失是把按Dα=0设计的决策放回真实Dα&gt;0环境评估，与真实最优决策比较。第一种错误是错误政策导致多余误报，损失为(1−b0)(2Δs−Dβ+Dα)。第二种错误是在C政策下错误替换本应整改的供应商，损失为(1−b0)Dα+(2−b0−e)(Δs−Δr)。公式必须配合原推论的区域条件使用，不能外推负损失。低预算和较大Dα时更应重视这一误差。</a:t>
            </a:r>
          </a:p>
          <a:p xmlns:a="http://schemas.openxmlformats.org/drawingml/2006/main">
            <a:r>
              <a:t/>
            </a:r>
          </a:p>
          <a:p xmlns:a="http://schemas.openxmlformats.org/drawingml/2006/main">
            <a:r>
              <a:t>来源：Corollary 1，p. 9；完整条件见附录 C</a:t>
            </a:r>
          </a:p>
          <a:p xmlns:a="http://schemas.openxmlformats.org/drawingml/2006/main">
            <a:r>
              <a:t/>
            </a:r>
          </a:p>
          <a:p xmlns:a="http://schemas.openxmlformats.org/drawingml/2006/main">
            <a:r>
              <a:t>公式原式（LaTeX）：</a:t>
            </a:r>
          </a:p>
          <a:p xmlns:a="http://schemas.openxmlformats.org/drawingml/2006/main">
            <a:r>
              <a:t>\mathrm{Loss}_1=(1-b_0)(2\Delta_s-D_\beta+D_\alpha)</a:t>
            </a:r>
          </a:p>
          <a:p xmlns:a="http://schemas.openxmlformats.org/drawingml/2006/main">
            <a:r>
              <a:t>\mathrm{Loss}_2=(1-b_0)D_\alpha+(2-b_0-e)(\Delta_s-\Delta_r)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讲解约 35 秒。</a:t>
            </a:r>
          </a:p>
          <a:p xmlns:a="http://schemas.openxmlformats.org/drawingml/2006/main">
            <a:r>
              <a:t/>
            </a:r>
          </a:p>
          <a:p xmlns:a="http://schemas.openxmlformats.org/drawingml/2006/main">
            <a:r>
              <a:t>这里的收益是主模型在给定预算下的最优期望交易收益。原文推论2指出它随B和e弱增加，随Dα和Dβ弱减少。比较先验e时应保留共有的有效审计可行区间e≤b0；若e超出预算支持的最大准确度，则不能直接外推，应重新比较不审计方案。弱单调允许持平，例如准确度已达1。该收益指标也不说明社会筛查一定改善。</a:t>
            </a:r>
          </a:p>
          <a:p xmlns:a="http://schemas.openxmlformats.org/drawingml/2006/main">
            <a:r>
              <a:t/>
            </a:r>
          </a:p>
          <a:p xmlns:a="http://schemas.openxmlformats.org/drawingml/2006/main">
            <a:r>
              <a:t>来源：Corollary 2，p. 9；比较 e 时保留有效审计的可行域</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讲解约 60 秒。</a:t>
            </a:r>
          </a:p>
          <a:p xmlns:a="http://schemas.openxmlformats.org/drawingml/2006/main">
            <a:r>
              <a:t/>
            </a:r>
          </a:p>
          <a:p xmlns:a="http://schemas.openxmlformats.org/drawingml/2006/main">
            <a:r>
              <a:t>条件是审计单个供应商。L=(1−e)β。C下为0，N下为1−b0。在特殊区域(Dβ−Dα)/2&lt;Δs&lt;Δr&lt;Dβ/2，低预算选择C，跨过双横线阈值后选择N，于是L向上跳。算例e=.5,Dα=3,Dβ=5.5,Δs=1.6,Δr=2，阈值b=.8947368；在b=.70时企业损失1.60且L=0，b=.95时损失.995且L=.05。提高准确度本身不会恶化固定政策，跳升来自政策切换。</a:t>
            </a:r>
          </a:p>
          <a:p xmlns:a="http://schemas.openxmlformats.org/drawingml/2006/main">
            <a:r>
              <a:t/>
            </a:r>
          </a:p>
          <a:p xmlns:a="http://schemas.openxmlformats.org/drawingml/2006/main">
            <a:r>
              <a:t>来源：Proposition 2，pp. 9–10；图为基于原模型的解释性算例</a:t>
            </a:r>
          </a:p>
          <a:p xmlns:a="http://schemas.openxmlformats.org/drawingml/2006/main">
            <a:r>
              <a:t/>
            </a:r>
          </a:p>
          <a:p xmlns:a="http://schemas.openxmlformats.org/drawingml/2006/main">
            <a:r>
              <a:t>公式原式（LaTeX）：</a:t>
            </a:r>
          </a:p>
          <a:p xmlns:a="http://schemas.openxmlformats.org/drawingml/2006/main">
            <a:r>
              <a:t>L^*=(1-e)\beta^*,\qquad L_C^*=0,\qquad L_N^*=1-b_0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讲解约 60 秒。</a:t>
            </a:r>
          </a:p>
          <a:p xmlns:a="http://schemas.openxmlformats.org/drawingml/2006/main">
            <a:r>
              <a:t/>
            </a:r>
          </a:p>
          <a:p xmlns:a="http://schemas.openxmlformats.org/drawingml/2006/main">
            <a:r>
              <a:t>装配网络的治理响应向量由第二阶段利润最大化得到，第一阶段对审计结果取期望后再选择x、α、β。私人损失按供应商加总，预算约束把两家耦合起来。原文的ϕ为实现状态利润，π为对相应随机损害或结果取期望后的收益。保留该层次可避免混淆审计策略与观察结果后的治理决策。</a:t>
            </a:r>
          </a:p>
          <a:p xmlns:a="http://schemas.openxmlformats.org/drawingml/2006/main">
            <a:r>
              <a:t/>
            </a:r>
          </a:p>
          <a:p xmlns:a="http://schemas.openxmlformats.org/drawingml/2006/main">
            <a:r>
              <a:t>来源：原文 eqs. (6)–(12)，p. 10</a:t>
            </a:r>
          </a:p>
          <a:p xmlns:a="http://schemas.openxmlformats.org/drawingml/2006/main">
            <a:r>
              <a:t/>
            </a:r>
          </a:p>
          <a:p xmlns:a="http://schemas.openxmlformats.org/drawingml/2006/main">
            <a:r>
              <a:t>公式原式（LaTeX）：</a:t>
            </a:r>
          </a:p>
          <a:p xmlns:a="http://schemas.openxmlformats.org/drawingml/2006/main">
            <a:r>
              <a:t>\pi(\mathbf{x},\boldsymbol{\alpha},\boldsymbol{\beta},\mathbf{o},\mathbf{f})=\mathbb{E}_{N_\alpha,N_\beta}[\phi]</a:t>
            </a:r>
          </a:p>
          <a:p xmlns:a="http://schemas.openxmlformats.org/drawingml/2006/main">
            <a:r>
              <a:t>\mathbf{f}^*(\mathbf{x},\boldsymbol{\alpha},\boldsymbol{\beta},\mathbf{o})=\arg\max_{\mathbf{f}}\ \pi(\mathbf{x},\boldsymbol{\alpha},\boldsymbol{\beta},\mathbf{o},\mathbf{f})</a:t>
            </a:r>
          </a:p>
          <a:p xmlns:a="http://schemas.openxmlformats.org/drawingml/2006/main">
            <a:r>
              <a:t>\max_{\mathbf{x},\boldsymbol{\alpha},\boldsymbol{\beta}}\ \mathbb{E}_{\mathbf{O}}[\pi(\mathbf{x},\boldsymbol{\alpha},\boldsymbol{\beta},\mathbf{O},\mathbf{f}^*)]</a:t>
            </a:r>
          </a:p>
          <a:p xmlns:a="http://schemas.openxmlformats.org/drawingml/2006/main">
            <a:r>
              <a:t>\sum_{i=1}^2\frac{x_i}{2}A_i^2\leq B,\quad x_iA_i\geq x_ie,\quad \alpha_i,\beta_i\in[0,1],\ x_i\in\{0,1\}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讲解约 60 秒。</a:t>
            </a:r>
          </a:p>
          <a:p xmlns:a="http://schemas.openxmlformats.org/drawingml/2006/main">
            <a:r>
              <a:t/>
            </a:r>
          </a:p>
          <a:p xmlns:a="http://schemas.openxmlformats.org/drawingml/2006/main">
            <a:r>
              <a:t>治理阈值δi只取决于本供应商的审计方案，另一家的策略不改变它。把每家最大可达准确度记为bi，可以先固定b解αβ，再在预算圆弧上优化b。非饱和且资源有边际价值时预算约束紧；达到完全准确或改变审计范围时，不能机械声称总是耗尽所有预算。固定两家分配的主讨论在e≤bi≤1范围进行。</a:t>
            </a:r>
          </a:p>
          <a:p xmlns:a="http://schemas.openxmlformats.org/drawingml/2006/main">
            <a:r>
              <a:t/>
            </a:r>
          </a:p>
          <a:p xmlns:a="http://schemas.openxmlformats.org/drawingml/2006/main">
            <a:r>
              <a:t>来源：Proposition 3 / eqs. (13)–(17)，pp. 10–11</a:t>
            </a:r>
          </a:p>
          <a:p xmlns:a="http://schemas.openxmlformats.org/drawingml/2006/main">
            <a:r>
              <a:t/>
            </a:r>
          </a:p>
          <a:p xmlns:a="http://schemas.openxmlformats.org/drawingml/2006/main">
            <a:r>
              <a:t>公式原式（LaTeX）：</a:t>
            </a:r>
          </a:p>
          <a:p xmlns:a="http://schemas.openxmlformats.org/drawingml/2006/main">
            <a:r>
              <a:t>A_i\leq b_i,\quad e\leq b_i\leq1,\quad \frac{b_1^2+b_2^2}{2}\leq B</a:t>
            </a:r>
          </a:p>
          <a:p xmlns:a="http://schemas.openxmlformats.org/drawingml/2006/main">
            <a:r>
              <a:t>\max_{\mathbf{b}}\ \max_{\boldsymbol{\alpha},\boldsymbol{\beta}}\ \pi(\mathbf{1},\boldsymbol{\alpha},\boldsymbol{\beta}),\qquad b_i=1-e\alpha_i-(1-e)\beta_i</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讲解约 60 秒。</a:t>
            </a:r>
          </a:p>
          <a:p xmlns:a="http://schemas.openxmlformats.org/drawingml/2006/main">
            <a:r>
              <a:t/>
            </a:r>
          </a:p>
          <a:p xmlns:a="http://schemas.openxmlformats.org/drawingml/2006/main">
            <a:r>
              <a:t>给定b1和b2后，各家适用命题1的规则。特殊切换区中，bi低于双横线阈值用C，高于阈值用N，因此不等分配可能对应不同错误政策。其它区间，两家可以采用相同错误政策。原图左考虑Dα=3，右忽略Dα。它描述给定分配的内层最优响应，不能单凭这幅图认定这组b就是外层最优分配。</a:t>
            </a:r>
          </a:p>
          <a:p xmlns:a="http://schemas.openxmlformats.org/drawingml/2006/main">
            <a:r>
              <a:t/>
            </a:r>
          </a:p>
          <a:p xmlns:a="http://schemas.openxmlformats.org/drawingml/2006/main">
            <a:r>
              <a:t>来源：Figure 3，p. 12｜e=.5，Dβ=5.5，b1=.88，b2=.72；左 Dα=3，右 Dα=0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讲解约 60 秒。</a:t>
            </a:r>
          </a:p>
          <a:p xmlns:a="http://schemas.openxmlformats.org/drawingml/2006/main">
            <a:r>
              <a:t/>
            </a:r>
          </a:p>
          <a:p xmlns:a="http://schemas.openxmlformats.org/drawingml/2006/main">
            <a:r>
              <a:t>始终均分的区域是替换比整改贵，或整改比替换贵且超出切换区。不均分的两个子区间需分开：a中两家仍可均为C，但整改/替换不同；b中可同时有政策和治理差异。不能仅用“两家错误政策相同所以均分”概括，因为相同C下治理不同同样使边际资源价值不同。BL和BU为原命题给出的存在阈值，正文未列闭式，不虚构解析表达式。</a:t>
            </a:r>
          </a:p>
          <a:p xmlns:a="http://schemas.openxmlformats.org/drawingml/2006/main">
            <a:r>
              <a:t/>
            </a:r>
          </a:p>
          <a:p xmlns:a="http://schemas.openxmlformats.org/drawingml/2006/main">
            <a:r>
              <a:t>来源：Proposition 5，pp. 11–12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讲解约 60 秒。</a:t>
            </a:r>
          </a:p>
          <a:p xmlns:a="http://schemas.openxmlformats.org/drawingml/2006/main">
            <a:r>
              <a:t/>
            </a:r>
          </a:p>
          <a:p xmlns:a="http://schemas.openxmlformats.org/drawingml/2006/main">
            <a:r>
              <a:t>算例参数同一对一社会图，属于命题5情形b。对每个B求解两家预算圆弧上的四类损失分支，得到低预算均分C/C、中等预算不均分N/C、高预算均分N/N。情形a则可能从C+整改/C+整改切换到C+替换/C+整改，再到C+替换/C+替换，错误政策一直相同。不均分机制来自固定分支中不同的准确度边际收益，不是原本对称的供应商突然变成了外生异质。</a:t>
            </a:r>
          </a:p>
          <a:p xmlns:a="http://schemas.openxmlformats.org/drawingml/2006/main">
            <a:r>
              <a:t/>
            </a:r>
          </a:p>
          <a:p xmlns:a="http://schemas.openxmlformats.org/drawingml/2006/main">
            <a:r>
              <a:t>来源：Corollary 3，p. 13；图为条件审计两家的模型算例</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讲解约 65 秒。</a:t>
            </a:r>
          </a:p>
          <a:p xmlns:a="http://schemas.openxmlformats.org/drawingml/2006/main">
            <a:r>
              <a:t/>
            </a:r>
          </a:p>
          <a:p xmlns:a="http://schemas.openxmlformats.org/drawingml/2006/main">
            <a:r>
              <a:t>独立残余风险下，最终产品违规概率为至少一个输入违规的概率。特殊区间同命题2。低预算两家C令L为0；中间N/C令L=1−b1，随优先家准确度提升下降；高预算均分N/N令L=1−B。BU处切换可向上跳，BL处若有不连续也向上。其余区域L随预算弱下降。曲线是条件两家被审计，不等于已包含全局审计范围切换的社会风险。</a:t>
            </a:r>
          </a:p>
          <a:p xmlns:a="http://schemas.openxmlformats.org/drawingml/2006/main">
            <a:r>
              <a:t/>
            </a:r>
          </a:p>
          <a:p xmlns:a="http://schemas.openxmlformats.org/drawingml/2006/main">
            <a:r>
              <a:t>来源：Proposition 6，p. 13；条件：审计两家</a:t>
            </a:r>
          </a:p>
          <a:p xmlns:a="http://schemas.openxmlformats.org/drawingml/2006/main">
            <a:r>
              <a:t/>
            </a:r>
          </a:p>
          <a:p xmlns:a="http://schemas.openxmlformats.org/drawingml/2006/main">
            <a:r>
              <a:t>公式原式（LaTeX）：</a:t>
            </a:r>
          </a:p>
          <a:p xmlns:a="http://schemas.openxmlformats.org/drawingml/2006/main">
            <a:r>
              <a:t>L^*=1-[1-(1-e)\beta_1^*][1-(1-e)\beta_2^*]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讲解约 50 秒。</a:t>
            </a:r>
          </a:p>
          <a:p xmlns:a="http://schemas.openxmlformats.org/drawingml/2006/main">
            <a:r>
              <a:t/>
            </a:r>
          </a:p>
          <a:p xmlns:a="http://schemas.openxmlformats.org/drawingml/2006/main">
            <a:r>
              <a:t>只审一家时，未审计家损失(1−e)Dβ不随被审计家αβ变化，因此被审计家适用命题1全部政策规则。社会风险要考虑未审计家：审计家为C时总体L=1−e；为N时L=1−e b0。不能因审计家用了C就说整个装配网络零违规。审计一家方案是与两家方案比较的必要候选，后页才做覆盖选择。</a:t>
            </a:r>
          </a:p>
          <a:p xmlns:a="http://schemas.openxmlformats.org/drawingml/2006/main">
            <a:r>
              <a:t/>
            </a:r>
          </a:p>
          <a:p xmlns:a="http://schemas.openxmlformats.org/drawingml/2006/main">
            <a:r>
              <a:t>来源：Corollary 4，pp. 13–14；社会指标为按原模型整理</a:t>
            </a:r>
          </a:p>
          <a:p xmlns:a="http://schemas.openxmlformats.org/drawingml/2006/main">
            <a:r>
              <a:t/>
            </a:r>
          </a:p>
          <a:p xmlns:a="http://schemas.openxmlformats.org/drawingml/2006/main">
            <a:r>
              <a:t>公式原式（LaTeX）：</a:t>
            </a:r>
          </a:p>
          <a:p xmlns:a="http://schemas.openxmlformats.org/drawingml/2006/main">
            <a:r>
              <a:t>\pi_1^*(B)=\Pi-\ell^*(b_0)-(1-e)D_\beta,\qquad b_0=\min\{1,\sqrt{2B}\}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讲解约 60 秒。</a:t>
            </a:r>
          </a:p>
          <a:p xmlns:a="http://schemas.openxmlformats.org/drawingml/2006/main">
            <a:r>
              <a:t/>
            </a:r>
          </a:p>
          <a:p xmlns:a="http://schemas.openxmlformats.org/drawingml/2006/main">
            <a:r>
              <a:t>左图为单调情形，右图某些e下出现1→2→1→2。左参数Dα=.306,Dβ=.72,Δr=.3,Δs=.6；右参数Dα=2.5,Dβ=3.6,Δr=1.3,Δs=.5。预算不足B&lt;e²/2或者两种治理成本都超过Dβ，不审计。原图右侧的非单调不必要求N/C错误政策切换，极低替换成本时仅由C下整改转替换也可以产生。</a:t>
            </a:r>
          </a:p>
          <a:p xmlns:a="http://schemas.openxmlformats.org/drawingml/2006/main">
            <a:r>
              <a:t/>
            </a:r>
          </a:p>
          <a:p xmlns:a="http://schemas.openxmlformats.org/drawingml/2006/main">
            <a:r>
              <a:t>来源：Figure 4，p. 14｜左(Dα,Dβ,Δr,Δs)=(.306,.72,.3,.6)；右=(2.5,3.6,1.3,.5)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讲解约 60 秒。</a:t>
            </a:r>
          </a:p>
          <a:p xmlns:a="http://schemas.openxmlformats.org/drawingml/2006/main">
            <a:r>
              <a:t/>
            </a:r>
          </a:p>
          <a:p xmlns:a="http://schemas.openxmlformats.org/drawingml/2006/main">
            <a:r>
              <a:t>中高预算集中一家可使其准确度足以实施低成本替换，收益可能超过分散到两家后都只能整改的覆盖收益。更高预算足以两家都精确审计又恢复全覆盖。Dα=0时这一反转消失，预算允许时审计更多家。当e较高，一家完全准确需要.5预算，第二家至少再需e²/2；因此可能B&gt;.5仍只审一家并留有预算。这是对总是耗尽预算的必要边界说明。</a:t>
            </a:r>
          </a:p>
          <a:p xmlns:a="http://schemas.openxmlformats.org/drawingml/2006/main">
            <a:r>
              <a:t/>
            </a:r>
          </a:p>
          <a:p xmlns:a="http://schemas.openxmlformats.org/drawingml/2006/main">
            <a:r>
              <a:t>来源：Proposition 7 / Corollary 5，pp. 14–15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讲解约 65 秒。</a:t>
            </a:r>
          </a:p>
          <a:p xmlns:a="http://schemas.openxmlformats.org/drawingml/2006/main">
            <a:r>
              <a:t/>
            </a:r>
          </a:p>
          <a:p xmlns:a="http://schemas.openxmlformats.org/drawingml/2006/main">
            <a:r>
              <a:t>供应商努力eS取代外生e，成本κeS平方除以2。买方观察eS后选择审计，失败后整改或替换。供应商交易利润ΠS，若整改自己承担δr，若替换则丧失交易利润。δr不同于买方Δr。买方只在相同收益的策略之间偏好整改，绝不是无条件始终整改。其利润式需要预期买方最优αβf随eS变化。</a:t>
            </a:r>
          </a:p>
          <a:p xmlns:a="http://schemas.openxmlformats.org/drawingml/2006/main">
            <a:r>
              <a:t/>
            </a:r>
          </a:p>
          <a:p xmlns:a="http://schemas.openxmlformats.org/drawingml/2006/main">
            <a:r>
              <a:t>来源：§6.1，p. 15；一对一渠道拓展</a:t>
            </a:r>
          </a:p>
          <a:p xmlns:a="http://schemas.openxmlformats.org/drawingml/2006/main">
            <a:r>
              <a:t/>
            </a:r>
          </a:p>
          <a:p xmlns:a="http://schemas.openxmlformats.org/drawingml/2006/main">
            <a:r>
              <a:t>公式原式（LaTeX）：</a:t>
            </a:r>
          </a:p>
          <a:p xmlns:a="http://schemas.openxmlformats.org/drawingml/2006/main">
            <a:r>
              <a:t>\pi_S^r=-\frac{\kappa}{2}e_S^2+\Pi_S-[e_S\widehat{\alpha}+(1-e_S)(1-\widehat{\beta})]\delta_r</a:t>
            </a:r>
          </a:p>
          <a:p xmlns:a="http://schemas.openxmlformats.org/drawingml/2006/main">
            <a:r>
              <a:t>\pi_S^s=-\frac{\kappa}{2}e_S^2+[e_S(1-\widehat{\alpha})+(1-e_S)\widehat{\beta}]\Pi_S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讲解约 60 秒。</a:t>
            </a:r>
          </a:p>
          <a:p xmlns:a="http://schemas.openxmlformats.org/drawingml/2006/main">
            <a:r>
              <a:t/>
            </a:r>
          </a:p>
          <a:p xmlns:a="http://schemas.openxmlformats.org/drawingml/2006/main">
            <a:r>
              <a:t>命题8假设κ/2&lt;δr&lt;ΠS&lt;κ，并要求b0≥max{eS*,1−eS*}。在稳定整改分支，努力为δr/κ；稳定替换分支为ΠS/κ，交易关系价值更高时避免替换的激励更强。切换区不只存在这两个值，还可能出现使买方在策略间无差异的边界努力。高ΠS可使供应商选择保持关系的边界努力，不能把“替换更严厉所以所有区域努力必然更高”当作完整结论。</a:t>
            </a:r>
          </a:p>
          <a:p xmlns:a="http://schemas.openxmlformats.org/drawingml/2006/main">
            <a:r>
              <a:t/>
            </a:r>
          </a:p>
          <a:p xmlns:a="http://schemas.openxmlformats.org/drawingml/2006/main">
            <a:r>
              <a:t>来源：Proposition 8，pp. 15–16；完整分段见附录 F、G</a:t>
            </a:r>
          </a:p>
          <a:p xmlns:a="http://schemas.openxmlformats.org/drawingml/2006/main">
            <a:r>
              <a:t/>
            </a:r>
          </a:p>
          <a:p xmlns:a="http://schemas.openxmlformats.org/drawingml/2006/main">
            <a:r>
              <a:t>公式原式（LaTeX）：</a:t>
            </a:r>
          </a:p>
          <a:p xmlns:a="http://schemas.openxmlformats.org/drawingml/2006/main">
            <a:r>
              <a:t>\frac{\kappa}{2}&lt;\delta_r&lt;\Pi_S&lt;\kappa,\qquad b_0\geq\max\{e_S^*,1-e_S^*\}\geq\frac{1}{2}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讲解约 45 秒。</a:t>
            </a:r>
          </a:p>
          <a:p xmlns:a="http://schemas.openxmlformats.org/drawingml/2006/main">
            <a:r>
              <a:t/>
            </a:r>
          </a:p>
          <a:p xmlns:a="http://schemas.openxmlformats.org/drawingml/2006/main">
            <a:r>
              <a:t>若纯策略候选努力ePS超过买方最大可达准确度b0，有效审计条件无法满足。供应商的努力和买方审计会互相改变纯策略响应。文章让买方事前承诺以q概率审计，在1/2&lt;b0&lt;ePS且ePS为稳定分支候选时，q=b0/ePS支持一个均衡。它是带承诺的随机审计政策，不是无条件证明任何低预算环境都有相同的混合均衡。</a:t>
            </a:r>
          </a:p>
          <a:p xmlns:a="http://schemas.openxmlformats.org/drawingml/2006/main">
            <a:r>
              <a:t/>
            </a:r>
          </a:p>
          <a:p xmlns:a="http://schemas.openxmlformats.org/drawingml/2006/main">
            <a:r>
              <a:t>来源：Proposition 9，pp. 16–17</a:t>
            </a:r>
          </a:p>
          <a:p xmlns:a="http://schemas.openxmlformats.org/drawingml/2006/main">
            <a:r>
              <a:t/>
            </a:r>
          </a:p>
          <a:p xmlns:a="http://schemas.openxmlformats.org/drawingml/2006/main">
            <a:r>
              <a:t>公式原式（LaTeX）：</a:t>
            </a:r>
          </a:p>
          <a:p xmlns:a="http://schemas.openxmlformats.org/drawingml/2006/main">
            <a:r>
              <a:t>\frac{1}{2}&lt;b_0&lt;e_S^P,\qquad e_S^P\in\{e_S^r,e_S^s\},\qquad q=\frac{b_0}{e_S^P}\in(0,1)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讲解约 60 秒。</a:t>
            </a:r>
          </a:p>
          <a:p xmlns:a="http://schemas.openxmlformats.org/drawingml/2006/main">
            <a:r>
              <a:t/>
            </a:r>
          </a:p>
          <a:p xmlns:a="http://schemas.openxmlformats.org/drawingml/2006/main">
            <a:r>
              <a:t>此处恢复成本系数c，把实际审计支出计入净利润。最优预算问题等价于先针对每个B使用基准结果求π*(B)，然后最大化π*(B)−B，再与不审计比较。B=cA平方除以2是正确成本关系，不能写成2A平方除以c。每个有效分支的准确度边际收益是常数w，内点候选A=w/c，预算为w平方除以2c。</a:t>
            </a:r>
          </a:p>
          <a:p xmlns:a="http://schemas.openxmlformats.org/drawingml/2006/main">
            <a:r>
              <a:t/>
            </a:r>
          </a:p>
          <a:p xmlns:a="http://schemas.openxmlformats.org/drawingml/2006/main">
            <a:r>
              <a:t>来源：§6.2，eqs. (18)–(21)，p. 17</a:t>
            </a:r>
          </a:p>
          <a:p xmlns:a="http://schemas.openxmlformats.org/drawingml/2006/main">
            <a:r>
              <a:t/>
            </a:r>
          </a:p>
          <a:p xmlns:a="http://schemas.openxmlformats.org/drawingml/2006/main">
            <a:r>
              <a:t>公式原式（LaTeX）：</a:t>
            </a:r>
          </a:p>
          <a:p xmlns:a="http://schemas.openxmlformats.org/drawingml/2006/main">
            <a:r>
              <a:t>\max_{B,x,\alpha,\beta}\ \pi(x,\alpha,\beta)-xB,\qquad \frac{xc}{2}A^2\leq B,\quad xA\geq xe</a:t>
            </a:r>
          </a:p>
          <a:p xmlns:a="http://schemas.openxmlformats.org/drawingml/2006/main">
            <a:r>
              <a:t>\max\left\{\pi(x=0),\ \max_B[\pi^*(B)-B]\right\},\qquad B=\frac{c}{2} A^2</a:t>
            </a:r>
          </a:p>
          <a:p xmlns:a="http://schemas.openxmlformats.org/drawingml/2006/main">
            <a:r>
              <a:t>A^*=\frac{w}{c},\qquad B^*=\frac{c}{2}(A^*)^2=\frac{w^2}{2c}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讲解约 60 秒。</a:t>
            </a:r>
          </a:p>
          <a:p xmlns:a="http://schemas.openxmlformats.org/drawingml/2006/main">
            <a:r>
              <a:t/>
            </a:r>
          </a:p>
          <a:p xmlns:a="http://schemas.openxmlformats.org/drawingml/2006/main">
            <a:r>
              <a:t>四个候选分支的边际收益为Dβ−Δr、Δr、Dβ−Δs、Dα+Δs。命题10限定审计最优、分支条件自洽、候选准确度处于(e,1]的非平凡情况。更低c提升投入能力，在中等成本切换区可能从C+整改变成N+替换。不能把w/c超过1的值直接当最优准确度，也不能不比较不审计方案。</a:t>
            </a:r>
          </a:p>
          <a:p xmlns:a="http://schemas.openxmlformats.org/drawingml/2006/main">
            <a:r>
              <a:t/>
            </a:r>
          </a:p>
          <a:p xmlns:a="http://schemas.openxmlformats.org/drawingml/2006/main">
            <a:r>
              <a:t>来源：Proposition 10，p. 17；完整分区见附录 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讲解约 45 秒。</a:t>
            </a:r>
          </a:p>
          <a:p xmlns:a="http://schemas.openxmlformats.org/drawingml/2006/main">
            <a:r>
              <a:t/>
            </a:r>
          </a:p>
          <a:p xmlns:a="http://schemas.openxmlformats.org/drawingml/2006/main">
            <a:r>
              <a:t>回到研究问题：预算并不决定唯一审计力度，还通过误报风险和治理成本改变政策。网络中的不均分、覆盖反转和社会风险跳升都发生在相应成本区间，不是普遍规律。责任审计应联合评价供应商权益、买方损害和最终产品合规。框架亦可解释第三方检查中的初筛与后续核验，整改对应更仔细验证，替换对应立即据初筛行动。</a:t>
            </a:r>
          </a:p>
          <a:p xmlns:a="http://schemas.openxmlformats.org/drawingml/2006/main">
            <a:r>
              <a:t/>
            </a:r>
          </a:p>
          <a:p xmlns:a="http://schemas.openxmlformats.org/drawingml/2006/main">
            <a:r>
              <a:t>来源：§7，p. 18；综合 Proposition 1–10 / Corollary 1–5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讲解约 45 秒。</a:t>
            </a:r>
          </a:p>
          <a:p xmlns:a="http://schemas.openxmlformats.org/drawingml/2006/main">
            <a:r>
              <a:t/>
            </a:r>
          </a:p>
          <a:p xmlns:a="http://schemas.openxmlformats.org/drawingml/2006/main">
            <a:r>
              <a:t>作者提出多竞争买方共享供应商、多层级供应网络以及周期审计和采购的动态互动。个人讨论可考察真实ROC可行集、整改失败和风险相关性，因为当前极端政策、可分解治理以及零漏报下完全合规都依赖相应结构。该讨论不能表述成作者已经做过的稳健性检验。</a:t>
            </a:r>
          </a:p>
          <a:p xmlns:a="http://schemas.openxmlformats.org/drawingml/2006/main">
            <a:r>
              <a:t/>
            </a:r>
          </a:p>
          <a:p xmlns:a="http://schemas.openxmlformats.org/drawingml/2006/main">
            <a:r>
              <a:t>来源：作者展望：§7，p. 18；最后一项为汇报讨论</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讨论可聚焦：如果整改不能保证完全合规，一网打尽是否仍能使违规产品概率为零？如果误报损害由供应商承担而不是买方承担，需要怎样的补偿或监管机制？附录保留符号、损失分支和复杂分段条件。</a:t>
            </a:r>
          </a:p>
          <a:p xmlns:a="http://schemas.openxmlformats.org/drawingml/2006/main">
            <a:r>
              <a:t/>
            </a:r>
          </a:p>
          <a:p xmlns:a="http://schemas.openxmlformats.org/drawingml/2006/main">
            <a:r>
              <a:t>来源：Li &amp; Li (2026) · Catch-all or no-false-alarm?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讨论备查。</a:t>
            </a:r>
          </a:p>
          <a:p xmlns:a="http://schemas.openxmlformats.org/drawingml/2006/main">
            <a:r>
              <a:t/>
            </a:r>
          </a:p>
          <a:p xmlns:a="http://schemas.openxmlformats.org/drawingml/2006/main">
            <a:r>
              <a:t>将原参考稿的完整符号表拆分为三页，便于讨论时查阅。b表示最大可达准确度，对应基准金额b平方除以2，不直接等同于货币预算。o中1为失败、0为通过。</a:t>
            </a:r>
          </a:p>
          <a:p xmlns:a="http://schemas.openxmlformats.org/drawingml/2006/main">
            <a:r>
              <a:t/>
            </a:r>
          </a:p>
          <a:p xmlns:a="http://schemas.openxmlformats.org/drawingml/2006/main">
            <a:r>
              <a:t>来源：按用户参考稿 Table EC.1 与原文 §3 整理</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讨论备查。</a:t>
            </a:r>
          </a:p>
          <a:p xmlns:a="http://schemas.openxmlformats.org/drawingml/2006/main">
            <a:r>
              <a:t/>
            </a:r>
          </a:p>
          <a:p xmlns:a="http://schemas.openxmlformats.org/drawingml/2006/main">
            <a:r>
              <a:t>B是固定外生预算，c为成本系数；基准归一化为1，内生预算拓展恢复。e是基准外生先验合规概率。Π是尚未减治理和损害的最大交易利润。</a:t>
            </a:r>
          </a:p>
          <a:p xmlns:a="http://schemas.openxmlformats.org/drawingml/2006/main">
            <a:r>
              <a:t/>
            </a:r>
          </a:p>
          <a:p xmlns:a="http://schemas.openxmlformats.org/drawingml/2006/main">
            <a:r>
              <a:t>来源：按用户参考稿 Table EC.1 与原文 §3 整理</a:t>
            </a:r>
          </a:p>
          <a:p xmlns:a="http://schemas.openxmlformats.org/drawingml/2006/main">
            <a:r>
              <a:t/>
            </a:r>
          </a:p>
          <a:p xmlns:a="http://schemas.openxmlformats.org/drawingml/2006/main">
            <a:r>
              <a:t>公式原式（LaTeX）：</a:t>
            </a:r>
          </a:p>
          <a:p xmlns:a="http://schemas.openxmlformats.org/drawingml/2006/main">
            <a:r>
              <a:t>\sum_i\frac{x_ic}{2}A_i^2\leq B,\qquad x_iA_i\geq x_ie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讨论备查。</a:t>
            </a:r>
          </a:p>
          <a:p xmlns:a="http://schemas.openxmlformats.org/drawingml/2006/main">
            <a:r>
              <a:t/>
            </a:r>
          </a:p>
          <a:p xmlns:a="http://schemas.openxmlformats.org/drawingml/2006/main">
            <a:r>
              <a:t>Dtilde为实际损害，D为暴露概率加权后的预期损害。δ是买方治理阈值，δr是供应商整改成本，Δr是买方整改成本，三者不要混淆。eS取代外生e时形成一对一责任努力拓展。</a:t>
            </a:r>
          </a:p>
          <a:p xmlns:a="http://schemas.openxmlformats.org/drawingml/2006/main">
            <a:r>
              <a:t/>
            </a:r>
          </a:p>
          <a:p xmlns:a="http://schemas.openxmlformats.org/drawingml/2006/main">
            <a:r>
              <a:t>来源：按用户参考稿 Table EC.1 与原文 §3、§6 整理</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讨论备查。</a:t>
            </a:r>
          </a:p>
          <a:p xmlns:a="http://schemas.openxmlformats.org/drawingml/2006/main">
            <a:r>
              <a:t/>
            </a:r>
          </a:p>
          <a:p xmlns:a="http://schemas.openxmlformats.org/drawingml/2006/main">
            <a:r>
              <a:t>N下失败概率b−e、漏报概率1−b，C下失败概率2−e−b、误报概率1−b。把治理成本和误报/漏报损害逐项累加得到四分支。每家最优损失取四项最小值，未审计家则为(1−e)Dβ。不同分支对b的斜率提供外层预算分配的边际价值。</a:t>
            </a:r>
          </a:p>
          <a:p xmlns:a="http://schemas.openxmlformats.org/drawingml/2006/main">
            <a:r>
              <a:t/>
            </a:r>
          </a:p>
          <a:p xmlns:a="http://schemas.openxmlformats.org/drawingml/2006/main">
            <a:r>
              <a:t>来源：由 §3–4 的事件概率整理；与原文目标等价</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讨论备查。</a:t>
            </a:r>
          </a:p>
          <a:p xmlns:a="http://schemas.openxmlformats.org/drawingml/2006/main">
            <a:r>
              <a:t/>
            </a:r>
          </a:p>
          <a:p xmlns:a="http://schemas.openxmlformats.org/drawingml/2006/main">
            <a:r>
              <a:t>两种误差区域分别匹配正文的两条损失式。第一类是错误政策：真实最优选择N，但忽略Dα时选C。第二类是错误治理：C下真实最优整改，忽略Dα时替换。阈值定义见正文预算切换页。区间之外错误决策可能相同，因此不能套公式得负损失。</a:t>
            </a:r>
          </a:p>
          <a:p xmlns:a="http://schemas.openxmlformats.org/drawingml/2006/main">
            <a:r>
              <a:t/>
            </a:r>
          </a:p>
          <a:p xmlns:a="http://schemas.openxmlformats.org/drawingml/2006/main">
            <a:r>
              <a:t>来源：Corollary 1，p. 9</a:t>
            </a:r>
          </a:p>
          <a:p xmlns:a="http://schemas.openxmlformats.org/drawingml/2006/main">
            <a:r>
              <a:t/>
            </a:r>
          </a:p>
          <a:p xmlns:a="http://schemas.openxmlformats.org/drawingml/2006/main">
            <a:r>
              <a:t>公式原式（LaTeX）：</a:t>
            </a:r>
          </a:p>
          <a:p xmlns:a="http://schemas.openxmlformats.org/drawingml/2006/main">
            <a:r>
              <a:t>\frac{D_\beta-D_\alpha}{2}&lt;\Delta_s&lt;\frac{D_\beta}{2}&lt;\Delta_r</a:t>
            </a:r>
          </a:p>
          <a:p xmlns:a="http://schemas.openxmlformats.org/drawingml/2006/main">
            <a:r>
              <a:t>\mathrm{or}\quad\frac{D_\beta-D_\alpha}{2}&lt;\Delta_s&lt;\Delta_r&lt;\frac{D_\beta}{2},\quad b_0&gt;\overline{\overline{b}}</a:t>
            </a:r>
          </a:p>
          <a:p xmlns:a="http://schemas.openxmlformats.org/drawingml/2006/main">
            <a:r>
              <a:t>\left[\Delta_s&lt;\frac{D_\beta-D_\alpha}{2},\ b_0&lt;\bar{b}\right]\ \mathrm{or}\ \left[\Delta_s&gt;\frac{D_\beta-D_\alpha}{2},\ b_0&lt;\overline{\overline{b}}\right]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讨论备查。</a:t>
            </a:r>
          </a:p>
          <a:p xmlns:a="http://schemas.openxmlformats.org/drawingml/2006/main">
            <a:r>
              <a:t/>
            </a:r>
          </a:p>
          <a:p xmlns:a="http://schemas.openxmlformats.org/drawingml/2006/main">
            <a:r>
              <a:t>固定两家处于哪个策略与治理分支，期望收益对bi的斜率为wi。二次预算约束下，柯西不等式或拉格朗日条件给出bi与wi成比例。只有wi相同且两家处于同样治理分支才自然均分。要检查bi在[e,1]、相应政策分支可行并比较其它候选，不能把分支内点条件直接当全局最优公式。</a:t>
            </a:r>
          </a:p>
          <a:p xmlns:a="http://schemas.openxmlformats.org/drawingml/2006/main">
            <a:r>
              <a:t/>
            </a:r>
          </a:p>
          <a:p xmlns:a="http://schemas.openxmlformats.org/drawingml/2006/main">
            <a:r>
              <a:t>来源：按原模型四分支整理；用于解释 Proposition 5</a:t>
            </a:r>
          </a:p>
          <a:p xmlns:a="http://schemas.openxmlformats.org/drawingml/2006/main">
            <a:r>
              <a:t/>
            </a:r>
          </a:p>
          <a:p xmlns:a="http://schemas.openxmlformats.org/drawingml/2006/main">
            <a:r>
              <a:t>公式原式（LaTeX）：</a:t>
            </a:r>
          </a:p>
          <a:p xmlns:a="http://schemas.openxmlformats.org/drawingml/2006/main">
            <a:r>
              <a:t>\max\ w_1b_1+w_2b_2,\qquad b_1^2+b_2^2=2B</a:t>
            </a:r>
          </a:p>
          <a:p xmlns:a="http://schemas.openxmlformats.org/drawingml/2006/main">
            <a:r>
              <a:t>\frac{b_1}{b_2}=\frac{w_1}{w_2},\qquad b_i=\sqrt{2B}\frac{w_i}{\sqrt{w_1^2+w_2^2}}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讨论备查。</a:t>
            </a:r>
          </a:p>
          <a:p xmlns:a="http://schemas.openxmlformats.org/drawingml/2006/main">
            <a:r>
              <a:t/>
            </a:r>
          </a:p>
          <a:p xmlns:a="http://schemas.openxmlformats.org/drawingml/2006/main">
            <a:r>
              <a:t>零审计收益Π−2(1−e)Dβ。一家π1从正文得到，两家Π减两家最优损失，最终比较三者。基准一家最低可行预算e²/2，两家e²；一家完美审计成本1/2，两家成本1。若选择只审一家且B&gt;.5，允许剩余资源。一般残余违规概率qi=(1−xi)(1−e)+xi(1−e)βi，最终社会风险1−(1−q1)(1−q2)。</a:t>
            </a:r>
          </a:p>
          <a:p xmlns:a="http://schemas.openxmlformats.org/drawingml/2006/main">
            <a:r>
              <a:t/>
            </a:r>
          </a:p>
          <a:p xmlns:a="http://schemas.openxmlformats.org/drawingml/2006/main">
            <a:r>
              <a:t>来源：Proposition 7 / Corollary 4；一般式由原模型整理</a:t>
            </a:r>
          </a:p>
          <a:p xmlns:a="http://schemas.openxmlformats.org/drawingml/2006/main">
            <a:r>
              <a:t/>
            </a:r>
          </a:p>
          <a:p xmlns:a="http://schemas.openxmlformats.org/drawingml/2006/main">
            <a:r>
              <a:t>公式原式（LaTeX）：</a:t>
            </a:r>
          </a:p>
          <a:p xmlns:a="http://schemas.openxmlformats.org/drawingml/2006/main">
            <a:r>
              <a:t>\pi_0=\Pi-2(1-e)D_\beta,\qquad \pi^*(B)=\max\{\pi_0,\pi_1^*(B),\pi_2^*(B)\}</a:t>
            </a:r>
          </a:p>
          <a:p xmlns:a="http://schemas.openxmlformats.org/drawingml/2006/main">
            <a:r>
              <a:t>q_i=(1-x_i)(1-e)+x_i(1-e)\beta_i,\qquad L=1-(1-q_1)(1-q_2)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讨论备查。</a:t>
            </a:r>
          </a:p>
          <a:p xmlns:a="http://schemas.openxmlformats.org/drawingml/2006/main">
            <a:r>
              <a:t/>
            </a:r>
          </a:p>
          <a:p xmlns:a="http://schemas.openxmlformats.org/drawingml/2006/main">
            <a:r>
              <a:t>命题7对无审计、单调扩大和非单调覆盖分别给出条件。B1&lt;B2&lt;B3是成本区间内的阈值，正式命题保留存在性结论，此上传正文未给出闭式定义，不另外杜撰。等号处可能无差异。</a:t>
            </a:r>
          </a:p>
          <a:p xmlns:a="http://schemas.openxmlformats.org/drawingml/2006/main">
            <a:r>
              <a:t/>
            </a:r>
          </a:p>
          <a:p xmlns:a="http://schemas.openxmlformats.org/drawingml/2006/main">
            <a:r>
              <a:t>来源：Proposition 7 / Corollary 5，pp. 14–15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讨论备查。</a:t>
            </a:r>
          </a:p>
          <a:p xmlns:a="http://schemas.openxmlformats.org/drawingml/2006/main">
            <a:r>
              <a:t/>
            </a:r>
          </a:p>
          <a:p xmlns:a="http://schemas.openxmlformats.org/drawingml/2006/main">
            <a:r>
              <a:t>左图为命题8的前三部分。在成本极低的切换区，错误政策一直为C，努力可能由erS变为e-bar，再按ΠS的阈值选择边界或esS。前提κ/2&lt;δr&lt;ΠS&lt;κ及有效准确度条件必须与正文一起使用，ΠS阈值未在这份正文中给出闭式，因此不虚构。</a:t>
            </a:r>
          </a:p>
          <a:p xmlns:a="http://schemas.openxmlformats.org/drawingml/2006/main">
            <a:r>
              <a:t/>
            </a:r>
          </a:p>
          <a:p xmlns:a="http://schemas.openxmlformats.org/drawingml/2006/main">
            <a:r>
              <a:t>来源：Proposition 8(i)–(iii)，pp. 15–16；保留原文</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讨论备查。</a:t>
            </a:r>
          </a:p>
          <a:p xmlns:a="http://schemas.openxmlformats.org/drawingml/2006/main">
            <a:r>
              <a:t/>
            </a:r>
          </a:p>
          <a:p xmlns:a="http://schemas.openxmlformats.org/drawingml/2006/main">
            <a:r>
              <a:t>特殊区间中，eS可能取稳定努力、双横线边界努力及边界减微小ε。对应C+整改或N+替换的政策/治理组合。ε足够小，论文通过边界两侧不同策略选择说明努力与审计的反馈。使用该结果时应保持原文的利润阈值和预算阈值，不能概括为严格单调的一条努力曲线。</a:t>
            </a:r>
          </a:p>
          <a:p xmlns:a="http://schemas.openxmlformats.org/drawingml/2006/main">
            <a:r>
              <a:t/>
            </a:r>
          </a:p>
          <a:p xmlns:a="http://schemas.openxmlformats.org/drawingml/2006/main">
            <a:r>
              <a:t>来源：Proposition 8(iv)，p. 16；按原文公式重排</a:t>
            </a:r>
          </a:p>
          <a:p xmlns:a="http://schemas.openxmlformats.org/drawingml/2006/main">
            <a:r>
              <a:t/>
            </a:r>
          </a:p>
          <a:p xmlns:a="http://schemas.openxmlformats.org/drawingml/2006/main">
            <a:r>
              <a:t>公式原式（LaTeX）：</a:t>
            </a:r>
          </a:p>
          <a:p xmlns:a="http://schemas.openxmlformats.org/drawingml/2006/main">
            <a:r>
              <a:t>b_0&lt;\overline{\overline{b}}(\widetilde{e}):\qquad e_S^*=e_S^r</a:t>
            </a:r>
          </a:p>
          <a:p xmlns:a="http://schemas.openxmlformats.org/drawingml/2006/main">
            <a:r>
              <a:t>\overline{\overline{b}}(\widetilde{e})&lt;b_0&lt;\overline{\overline{b}}(e_S^r):\quad e_S^*=e_S^r\ [\overline{\overline{e}}-\varepsilon],\quad \Pi_S&gt;[&lt;]\overline{\overline{\Pi}}_S^1</a:t>
            </a:r>
          </a:p>
          <a:p xmlns:a="http://schemas.openxmlformats.org/drawingml/2006/main">
            <a:r>
              <a:t>\overline{\overline{b}}(e_S^r)&lt;b_0&lt;\overline{\overline{b}}(e_S^s):\quad e_S^*=\overline{\overline{e}}\ [\overline{\overline{e}}-\varepsilon],\quad \Pi_S&gt;[&lt;]\overline{\overline{\Pi}}_S^2</a:t>
            </a:r>
          </a:p>
          <a:p xmlns:a="http://schemas.openxmlformats.org/drawingml/2006/main">
            <a:r>
              <a:t>b_0&gt;\overline{\overline{b}}(e_S^s):\quad e_S^*=\overline{\overline{e}}\ [e_S^s],\quad \Pi_S&gt;[&lt;]\overline{\overline{\Pi}}_S^3</a:t>
            </a:r>
          </a:p>
          <a:p xmlns:a="http://schemas.openxmlformats.org/drawingml/2006/main">
            <a:r>
              <a:t>e_S^*\in\{e_S^r,\overline{\overline{e}}\}:\ C+r;\qquad e_S^*\in\{\overline{\overline{e}}-\varepsilon,e_S^s\}:\ 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讨论备查。</a:t>
            </a:r>
          </a:p>
          <a:p xmlns:a="http://schemas.openxmlformats.org/drawingml/2006/main">
            <a:r>
              <a:t/>
            </a:r>
          </a:p>
          <a:p xmlns:a="http://schemas.openxmlformats.org/drawingml/2006/main">
            <a:r>
              <a:t>这些边界努力由买方不同策略或治理分支无差异的条件得到。单横线e对应C策略中的整改/替换切换，双横线e对应C+整改与N+替换的切换；tilde e是命题8(iv)使用的另一分区边界。具体分段还需结合前两页原文的利润阈值及预算阈值，不能脱离成本区域使用。</a:t>
            </a:r>
          </a:p>
          <a:p xmlns:a="http://schemas.openxmlformats.org/drawingml/2006/main">
            <a:r>
              <a:t/>
            </a:r>
          </a:p>
          <a:p xmlns:a="http://schemas.openxmlformats.org/drawingml/2006/main">
            <a:r>
              <a:t>来源：Proposition 8 的定义，pp. 15–16</a:t>
            </a:r>
          </a:p>
          <a:p xmlns:a="http://schemas.openxmlformats.org/drawingml/2006/main">
            <a:r>
              <a:t/>
            </a:r>
          </a:p>
          <a:p xmlns:a="http://schemas.openxmlformats.org/drawingml/2006/main">
            <a:r>
              <a:t>公式原式（LaTeX）：</a:t>
            </a:r>
          </a:p>
          <a:p xmlns:a="http://schemas.openxmlformats.org/drawingml/2006/main">
            <a:r>
              <a:t>\bar{e}=\frac{(2-b_0)(\Delta_r-\Delta_s)-(1-b_0)D_\alpha}{\Delta_r-\Delta_s}</a:t>
            </a:r>
          </a:p>
          <a:p xmlns:a="http://schemas.openxmlformats.org/drawingml/2006/main">
            <a:r>
              <a:t>\overline{\overline{e}}=\frac{(2-b_0)\Delta_r-b_0\Delta_s-(1-b_0)D_\beta}{\Delta_r-\Delta_s}</a:t>
            </a:r>
          </a:p>
          <a:p xmlns:a="http://schemas.openxmlformats.org/drawingml/2006/main">
            <a:r>
              <a:t>\widetilde{e}=\frac{\Delta_r-\Delta_s}{D_\beta-2\Delta_s}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讨论备查。</a:t>
            </a:r>
          </a:p>
          <a:p xmlns:a="http://schemas.openxmlformats.org/drawingml/2006/main">
            <a:r>
              <a:t/>
            </a:r>
          </a:p>
          <a:p xmlns:a="http://schemas.openxmlformats.org/drawingml/2006/main">
            <a:r>
              <a:t>命题10(i)(ii)继承稳定治理区域的政策分界；(iii)(iv)通过审计成本系数阈值选择不同分支。结论限定审计最优且候选A位于(e,1]。需比较内点、完全准确边界与不审计，不能将超出可行集合的w/c直接使用。成本关系B=cA平方除以2。</a:t>
            </a:r>
          </a:p>
          <a:p xmlns:a="http://schemas.openxmlformats.org/drawingml/2006/main">
            <a:r>
              <a:t/>
            </a:r>
          </a:p>
          <a:p xmlns:a="http://schemas.openxmlformats.org/drawingml/2006/main">
            <a:r>
              <a:t>来源：Proposition 10，p. 17；保留原文</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9f8ac63860e472f"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40c27a524a0f4707"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dab3d1997b994dd9"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bf6b112a2e1642e1" /><Relationship Type="http://schemas.openxmlformats.org/officeDocument/2006/relationships/image" Target="/ppt/media/image.jpeg" Id="R65f8a67a167b4569"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af3c507c1d74426e" /></Relationships>
</file>

<file path=ppt/slideLayouts/slideLayout1.xml><?xml version="1.0" encoding="utf-8"?>
<p:sldLayout xmlns:p="http://schemas.openxmlformats.org/presentationml/2006/main" type="obj" preserve="1">
  <p:cSld name="Title Slide">
    <p:spTree>
      <p:nvGrpSpPr>
        <p:cNvPr id="1" name=""/>
        <p:cNvGrpSpPr/>
        <p:nvPr/>
      </p:nvGrpSpPr>
      <p:grpSpPr>
        <a:xfrm xmlns:a="http://schemas.openxmlformats.org/drawingml/2006/main"/>
      </p:grpSpPr>
      <p:sp>
        <p:nvSpPr>
          <p:cNvPr id="2" name="Holder 2">
            <a:extLst xmlns:a="http://schemas.openxmlformats.org/drawingml/2006/main">
              <a:ext uri="{FF2B5EF4-FFF2-40B4-BE49-F238E27FC236}">
                <a16:creationId xmlns:a16="http://schemas.microsoft.com/office/drawing/2014/main" id="{BFB90D05-22AA-4876-9668-9A521F2048FA}"/>
              </a:ext>
            </a:extLst>
          </p:cNvPr>
          <p:cNvSpPr>
            <a:spLocks xmlns:a="http://schemas.openxmlformats.org/drawingml/2006/main" noGrp="1"/>
          </p:cNvSpPr>
          <p:nvPr>
            <p:ph type="ctrTitle" idx="0"/>
          </p:nvPr>
        </p:nvSpPr>
        <p:spPr>
          <a:xfrm xmlns:a="http://schemas.openxmlformats.org/drawingml/2006/main">
            <a:off x="4118768" y="673100"/>
            <a:ext cx="3942715" cy="482600"/>
          </a:xfrm>
          <a:prstGeom xmlns:a="http://schemas.openxmlformats.org/drawingml/2006/main" prst="rect">
            <a:avLst/>
          </a:prstGeom>
        </p:spPr>
        <p:txBody>
          <a:bodyPr xmlns:a="http://schemas.openxmlformats.org/drawingml/2006/main" wrap="square" lIns="0" tIns="0" rIns="0" bIns="0">
            <a:spAutoFit/>
          </a:bodyPr>
          <a:lstStyle xmlns:a="http://schemas.openxmlformats.org/drawingml/2006/main">
            <a:lvl1pPr>
              <a:buNone/>
              <a:defRPr sz="3000" b="1" i="0">
                <a:solidFill>
                  <a:schemeClr val="tx1"/>
                </a:solidFill>
                <a:latin typeface="微软雅黑"/>
                <a:ea typeface="微软雅黑"/>
                <a:cs typeface="微软雅黑"/>
              </a:defRPr>
            </a:lvl1pPr>
          </a:lstStyle>
          <a:p xmlns:a="http://schemas.openxmlformats.org/drawingml/2006/main"/>
        </p:txBody>
      </p:sp>
      <p:sp>
        <p:nvSpPr>
          <p:cNvPr id="3" name="Holder 3">
            <a:extLst xmlns:a="http://schemas.openxmlformats.org/drawingml/2006/main">
              <a:ext uri="{FF2B5EF4-FFF2-40B4-BE49-F238E27FC236}">
                <a16:creationId xmlns:a16="http://schemas.microsoft.com/office/drawing/2014/main" id="{85931EE0-9F39-4921-B1C5-2A68A244532A}"/>
              </a:ext>
            </a:extLst>
          </p:cNvPr>
          <p:cNvSpPr>
            <a:spLocks xmlns:a="http://schemas.openxmlformats.org/drawingml/2006/main" noGrp="1"/>
          </p:cNvSpPr>
          <p:nvPr>
            <p:ph type="subTitle" idx="4"/>
          </p:nvPr>
        </p:nvSpPr>
        <p:spPr>
          <a:xfrm xmlns:a="http://schemas.openxmlformats.org/drawingml/2006/main">
            <a:off x="1828800" y="3840480"/>
            <a:ext cx="8534400" cy="1714500"/>
          </a:xfrm>
          <a:prstGeom xmlns:a="http://schemas.openxmlformats.org/drawingml/2006/main" prst="rect">
            <a:avLst/>
          </a:prstGeom>
        </p:spPr>
        <p:txBody>
          <a:bodyPr xmlns:a="http://schemas.openxmlformats.org/drawingml/2006/main" wrap="square" lIns="0" tIns="0" rIns="0" bIns="0">
            <a:spAutoFit/>
          </a:bodyPr>
          <a:lstStyle xmlns:a="http://schemas.openxmlformats.org/drawingml/2006/main">
            <a:lvl1pPr>
              <a:buNone/>
              <a:defRPr sz="2250" b="1" i="0">
                <a:solidFill>
                  <a:schemeClr val="tx1"/>
                </a:solidFill>
                <a:latin typeface="微软雅黑"/>
                <a:ea typeface="微软雅黑"/>
                <a:cs typeface="微软雅黑"/>
              </a:defRPr>
            </a:lvl1pPr>
          </a:lstStyle>
          <a:p xmlns:a="http://schemas.openxmlformats.org/drawingml/2006/main"/>
        </p:txBody>
      </p:sp>
      <p:sp>
        <p:nvSpPr>
          <p:cNvPr id="4" name="Holder 4">
            <a:extLst xmlns:a="http://schemas.openxmlformats.org/drawingml/2006/main">
              <a:ext uri="{FF2B5EF4-FFF2-40B4-BE49-F238E27FC236}">
                <a16:creationId xmlns:a16="http://schemas.microsoft.com/office/drawing/2014/main" id="{585A53DD-CD6B-4C82-ADFE-969E1173B33A}"/>
              </a:ext>
            </a:extLst>
          </p:cNvPr>
          <p:cNvSpPr>
            <a:spLocks xmlns:a="http://schemas.openxmlformats.org/drawingml/2006/main" noGrp="1"/>
          </p:cNvSpPr>
          <p:nvPr>
            <p:ph type="ftr" idx="5"/>
          </p:nvPr>
        </p:nvSpPr>
        <p:spPr/>
        <p:txBody>
          <a:bodyPr xmlns:a="http://schemas.openxmlformats.org/drawingml/2006/main" lIns="0" tIns="0" rIns="0" bIns="0"/>
          <a:lstStyle xmlns:a="http://schemas.openxmlformats.org/drawingml/2006/main">
            <a:lvl1pPr>
              <a:buNone/>
              <a:defRPr sz="1500" b="0" i="0">
                <a:solidFill>
                  <a:schemeClr val="tx1"/>
                </a:solidFill>
                <a:latin typeface="Tahoma"/>
                <a:ea typeface="Tahoma"/>
                <a:cs typeface="Tahoma"/>
              </a:defRPr>
            </a:lvl1pPr>
          </a:lstStyle>
          <a:p xmlns:a="http://schemas.openxmlformats.org/drawingml/2006/main">
            <a:pPr marL="12700">
              <a:lnSpc>
                <a:spcPct val="100000"/>
              </a:lnSpc>
              <a:spcBef>
                <a:spcPts val="185"/>
              </a:spcBef>
              <a:buNone/>
            </a:pPr>
            <a:r>
              <a:rPr spc="65">
                <a:latin typeface="微软雅黑"/>
                <a:ea typeface="微软雅黑"/>
                <a:cs typeface="微软雅黑"/>
              </a:rPr>
              <a:t>南京审计大学 </a:t>
            </a:r>
            <a:r>
              <a:rPr spc="95"/>
              <a:t>2024/4/22</a:t>
            </a:r>
            <a:endParaRPr spc="95"/>
          </a:p>
        </p:txBody>
      </p:sp>
      <p:sp>
        <p:nvSpPr>
          <p:cNvPr id="5" name="Holder 5">
            <a:extLst xmlns:a="http://schemas.openxmlformats.org/drawingml/2006/main">
              <a:ext uri="{FF2B5EF4-FFF2-40B4-BE49-F238E27FC236}">
                <a16:creationId xmlns:a16="http://schemas.microsoft.com/office/drawing/2014/main" id="{5094CBB7-6988-43F1-B184-4D754FB42183}"/>
              </a:ext>
            </a:extLst>
          </p:cNvPr>
          <p:cNvSpPr>
            <a:spLocks xmlns:a="http://schemas.openxmlformats.org/drawingml/2006/main" noGrp="1"/>
          </p:cNvSpPr>
          <p:nvPr>
            <p:ph type="dt" idx="6"/>
          </p:nvPr>
        </p:nvSpPr>
        <p:spPr/>
        <p:txBody>
          <a:bodyPr xmlns:a="http://schemas.openxmlformats.org/drawingml/2006/main" lIns="0" tIns="0" rIns="0" bIns="0"/>
          <a:lstStyle xmlns:a="http://schemas.openxmlformats.org/drawingml/2006/main">
            <a:lvl1pPr algn="l">
              <a:buNone/>
              <a:defRPr>
                <a:solidFill>
                  <a:schemeClr val="tx1">
                    <a:tint val="75000"/>
                  </a:schemeClr>
                </a:solidFill>
              </a:defRPr>
            </a:lvl1pPr>
          </a:lstStyle>
          <a:p xmlns:a="http://schemas.openxmlformats.org/drawingml/2006/main">
            <a:endParaRPr/>
          </a:p>
        </p:txBody>
      </p:sp>
      <p:sp>
        <p:nvSpPr>
          <p:cNvPr id="6" name="Holder 6">
            <a:extLst xmlns:a="http://schemas.openxmlformats.org/drawingml/2006/main">
              <a:ext uri="{FF2B5EF4-FFF2-40B4-BE49-F238E27FC236}">
                <a16:creationId xmlns:a16="http://schemas.microsoft.com/office/drawing/2014/main" id="{D6D48E8B-3BEF-4791-B1DC-6F7C93773E45}"/>
              </a:ext>
            </a:extLst>
          </p:cNvPr>
          <p:cNvSpPr>
            <a:spLocks xmlns:a="http://schemas.openxmlformats.org/drawingml/2006/main" noGrp="1"/>
          </p:cNvSpPr>
          <p:nvPr>
            <p:ph type="sldNum" idx="7"/>
          </p:nvPr>
        </p:nvSpPr>
        <p:spPr/>
        <p:txBody>
          <a:bodyPr xmlns:a="http://schemas.openxmlformats.org/drawingml/2006/main" lIns="0" tIns="0" rIns="0" bIns="0"/>
          <a:lstStyle xmlns:a="http://schemas.openxmlformats.org/drawingml/2006/main">
            <a:lvl1pPr>
              <a:buNone/>
              <a:defRPr sz="2100" b="0" i="0">
                <a:solidFill>
                  <a:srgbClr val="455964"/>
                </a:solidFill>
                <a:latin typeface="Tahoma"/>
                <a:ea typeface="Tahoma"/>
                <a:cs typeface="Tahoma"/>
              </a:defRPr>
            </a:lvl1pPr>
          </a:lstStyle>
          <a:p xmlns:a="http://schemas.openxmlformats.org/drawingml/2006/main">
            <a:pPr marL="179070">
              <a:lnSpc>
                <a:spcPct val="100000"/>
              </a:lnSpc>
              <a:spcBef>
                <a:spcPts val="70"/>
              </a:spcBef>
              <a:buNone/>
            </a:pPr>
            <a:endParaRPr spc="5">
              <a:solidFill>
                <a:srgbClr val="FFF7E1"/>
              </a:solidFill>
            </a:endParaRPr>
          </a:p>
        </p:txBody>
      </p:sp>
    </p:spTree>
  </p:cSld>
</p:sldLayout>
</file>

<file path=ppt/slideLayouts/slideLayout2.xml><?xml version="1.0" encoding="utf-8"?>
<p:sldLayout xmlns:p="http://schemas.openxmlformats.org/presentationml/2006/main" type="obj" preserve="1">
  <p:cSld name="Title and Content">
    <p:spTree>
      <p:nvGrpSpPr>
        <p:cNvPr id="1" name=""/>
        <p:cNvGrpSpPr/>
        <p:nvPr/>
      </p:nvGrpSpPr>
      <p:grpSpPr>
        <a:xfrm xmlns:a="http://schemas.openxmlformats.org/drawingml/2006/main"/>
      </p:grpSpPr>
      <p:sp>
        <p:nvSpPr>
          <p:cNvPr id="2" name="Holder 2">
            <a:extLst xmlns:a="http://schemas.openxmlformats.org/drawingml/2006/main">
              <a:ext uri="{FF2B5EF4-FFF2-40B4-BE49-F238E27FC236}">
                <a16:creationId xmlns:a16="http://schemas.microsoft.com/office/drawing/2014/main" id="{ECCCDEB4-DEC6-4C81-B138-2C4AE9E06623}"/>
              </a:ext>
            </a:extLst>
          </p:cNvPr>
          <p:cNvSpPr>
            <a:spLocks xmlns:a="http://schemas.openxmlformats.org/drawingml/2006/main" noGrp="1"/>
          </p:cNvSpPr>
          <p:nvPr>
            <p:ph type="title" idx="0"/>
          </p:nvPr>
        </p:nvSpPr>
        <p:spPr/>
        <p:txBody>
          <a:bodyPr xmlns:a="http://schemas.openxmlformats.org/drawingml/2006/main" lIns="0" tIns="0" rIns="0" bIns="0"/>
          <a:lstStyle xmlns:a="http://schemas.openxmlformats.org/drawingml/2006/main">
            <a:lvl1pPr>
              <a:buNone/>
              <a:defRPr sz="3000" b="1" i="0">
                <a:solidFill>
                  <a:schemeClr val="tx1"/>
                </a:solidFill>
                <a:latin typeface="微软雅黑"/>
                <a:ea typeface="微软雅黑"/>
                <a:cs typeface="微软雅黑"/>
              </a:defRPr>
            </a:lvl1pPr>
          </a:lstStyle>
          <a:p xmlns:a="http://schemas.openxmlformats.org/drawingml/2006/main"/>
        </p:txBody>
      </p:sp>
      <p:sp>
        <p:nvSpPr>
          <p:cNvPr id="3" name="Holder 3">
            <a:extLst xmlns:a="http://schemas.openxmlformats.org/drawingml/2006/main">
              <a:ext uri="{FF2B5EF4-FFF2-40B4-BE49-F238E27FC236}">
                <a16:creationId xmlns:a16="http://schemas.microsoft.com/office/drawing/2014/main" id="{621BB222-FE1B-41A0-B94D-6E38EBD6AE19}"/>
              </a:ext>
            </a:extLst>
          </p:cNvPr>
          <p:cNvSpPr>
            <a:spLocks xmlns:a="http://schemas.openxmlformats.org/drawingml/2006/main" noGrp="1"/>
          </p:cNvSpPr>
          <p:nvPr>
            <p:ph type="body" idx="1"/>
          </p:nvPr>
        </p:nvSpPr>
        <p:spPr/>
        <p:txBody>
          <a:bodyPr xmlns:a="http://schemas.openxmlformats.org/drawingml/2006/main" lIns="0" tIns="0" rIns="0" bIns="0"/>
          <a:lstStyle xmlns:a="http://schemas.openxmlformats.org/drawingml/2006/main">
            <a:lvl1pPr>
              <a:buNone/>
              <a:defRPr sz="2250" b="1" i="0">
                <a:solidFill>
                  <a:schemeClr val="tx1"/>
                </a:solidFill>
                <a:latin typeface="微软雅黑"/>
                <a:ea typeface="微软雅黑"/>
                <a:cs typeface="微软雅黑"/>
              </a:defRPr>
            </a:lvl1pPr>
          </a:lstStyle>
          <a:p xmlns:a="http://schemas.openxmlformats.org/drawingml/2006/main"/>
        </p:txBody>
      </p:sp>
      <p:sp>
        <p:nvSpPr>
          <p:cNvPr id="4" name="Holder 4">
            <a:extLst xmlns:a="http://schemas.openxmlformats.org/drawingml/2006/main">
              <a:ext uri="{FF2B5EF4-FFF2-40B4-BE49-F238E27FC236}">
                <a16:creationId xmlns:a16="http://schemas.microsoft.com/office/drawing/2014/main" id="{BDDE73D2-255A-4AC0-9788-3D92DB40C59C}"/>
              </a:ext>
            </a:extLst>
          </p:cNvPr>
          <p:cNvSpPr>
            <a:spLocks xmlns:a="http://schemas.openxmlformats.org/drawingml/2006/main" noGrp="1"/>
          </p:cNvSpPr>
          <p:nvPr>
            <p:ph type="ftr" idx="5"/>
          </p:nvPr>
        </p:nvSpPr>
        <p:spPr/>
        <p:txBody>
          <a:bodyPr xmlns:a="http://schemas.openxmlformats.org/drawingml/2006/main" lIns="0" tIns="0" rIns="0" bIns="0"/>
          <a:lstStyle xmlns:a="http://schemas.openxmlformats.org/drawingml/2006/main">
            <a:lvl1pPr>
              <a:buNone/>
              <a:defRPr sz="1500" b="0" i="0">
                <a:solidFill>
                  <a:schemeClr val="tx1"/>
                </a:solidFill>
                <a:latin typeface="Tahoma"/>
                <a:ea typeface="Tahoma"/>
                <a:cs typeface="Tahoma"/>
              </a:defRPr>
            </a:lvl1pPr>
          </a:lstStyle>
          <a:p xmlns:a="http://schemas.openxmlformats.org/drawingml/2006/main">
            <a:pPr marL="12700">
              <a:lnSpc>
                <a:spcPct val="100000"/>
              </a:lnSpc>
              <a:spcBef>
                <a:spcPts val="185"/>
              </a:spcBef>
              <a:buNone/>
            </a:pPr>
            <a:r>
              <a:rPr spc="65">
                <a:latin typeface="微软雅黑"/>
                <a:ea typeface="微软雅黑"/>
                <a:cs typeface="微软雅黑"/>
              </a:rPr>
              <a:t>南京审计大学 </a:t>
            </a:r>
            <a:r>
              <a:rPr spc="95"/>
              <a:t>2024/4/22</a:t>
            </a:r>
            <a:endParaRPr spc="95"/>
          </a:p>
        </p:txBody>
      </p:sp>
      <p:sp>
        <p:nvSpPr>
          <p:cNvPr id="5" name="Holder 5">
            <a:extLst xmlns:a="http://schemas.openxmlformats.org/drawingml/2006/main">
              <a:ext uri="{FF2B5EF4-FFF2-40B4-BE49-F238E27FC236}">
                <a16:creationId xmlns:a16="http://schemas.microsoft.com/office/drawing/2014/main" id="{A7E2D493-5A5F-4CA9-B81C-95AD0778D4E4}"/>
              </a:ext>
            </a:extLst>
          </p:cNvPr>
          <p:cNvSpPr>
            <a:spLocks xmlns:a="http://schemas.openxmlformats.org/drawingml/2006/main" noGrp="1"/>
          </p:cNvSpPr>
          <p:nvPr>
            <p:ph type="dt" idx="6"/>
          </p:nvPr>
        </p:nvSpPr>
        <p:spPr/>
        <p:txBody>
          <a:bodyPr xmlns:a="http://schemas.openxmlformats.org/drawingml/2006/main" lIns="0" tIns="0" rIns="0" bIns="0"/>
          <a:lstStyle xmlns:a="http://schemas.openxmlformats.org/drawingml/2006/main">
            <a:lvl1pPr algn="l">
              <a:buNone/>
              <a:defRPr>
                <a:solidFill>
                  <a:schemeClr val="tx1">
                    <a:tint val="75000"/>
                  </a:schemeClr>
                </a:solidFill>
              </a:defRPr>
            </a:lvl1pPr>
          </a:lstStyle>
          <a:p xmlns:a="http://schemas.openxmlformats.org/drawingml/2006/main">
            <a:endParaRPr/>
          </a:p>
        </p:txBody>
      </p:sp>
      <p:sp>
        <p:nvSpPr>
          <p:cNvPr id="6" name="Holder 6">
            <a:extLst xmlns:a="http://schemas.openxmlformats.org/drawingml/2006/main">
              <a:ext uri="{FF2B5EF4-FFF2-40B4-BE49-F238E27FC236}">
                <a16:creationId xmlns:a16="http://schemas.microsoft.com/office/drawing/2014/main" id="{EC638ACB-A04A-45EF-B06E-83666F9B1A08}"/>
              </a:ext>
            </a:extLst>
          </p:cNvPr>
          <p:cNvSpPr>
            <a:spLocks xmlns:a="http://schemas.openxmlformats.org/drawingml/2006/main" noGrp="1"/>
          </p:cNvSpPr>
          <p:nvPr>
            <p:ph type="sldNum" idx="7"/>
          </p:nvPr>
        </p:nvSpPr>
        <p:spPr/>
        <p:txBody>
          <a:bodyPr xmlns:a="http://schemas.openxmlformats.org/drawingml/2006/main" lIns="0" tIns="0" rIns="0" bIns="0"/>
          <a:lstStyle xmlns:a="http://schemas.openxmlformats.org/drawingml/2006/main">
            <a:lvl1pPr>
              <a:buNone/>
              <a:defRPr sz="2100" b="0" i="0">
                <a:solidFill>
                  <a:srgbClr val="455964"/>
                </a:solidFill>
                <a:latin typeface="Tahoma"/>
                <a:ea typeface="Tahoma"/>
                <a:cs typeface="Tahoma"/>
              </a:defRPr>
            </a:lvl1pPr>
          </a:lstStyle>
          <a:p xmlns:a="http://schemas.openxmlformats.org/drawingml/2006/main">
            <a:pPr marL="179070">
              <a:lnSpc>
                <a:spcPct val="100000"/>
              </a:lnSpc>
              <a:spcBef>
                <a:spcPts val="70"/>
              </a:spcBef>
              <a:buNone/>
            </a:pPr>
            <a:endParaRPr spc="5">
              <a:solidFill>
                <a:srgbClr val="FFF7E1"/>
              </a:solidFill>
            </a:endParaRPr>
          </a:p>
        </p:txBody>
      </p:sp>
    </p:spTree>
  </p:cSld>
</p:sldLayout>
</file>

<file path=ppt/slideLayouts/slideLayout3.xml><?xml version="1.0" encoding="utf-8"?>
<p:sldLayout xmlns:p="http://schemas.openxmlformats.org/presentationml/2006/main" type="obj" preserve="1">
  <p:cSld name="Two Content">
    <p:spTree>
      <p:nvGrpSpPr>
        <p:cNvPr id="1" name=""/>
        <p:cNvGrpSpPr/>
        <p:nvPr/>
      </p:nvGrpSpPr>
      <p:grpSpPr>
        <a:xfrm xmlns:a="http://schemas.openxmlformats.org/drawingml/2006/main"/>
      </p:grpSpPr>
      <p:sp>
        <p:nvSpPr>
          <p:cNvPr id="2" name="Holder 2">
            <a:extLst xmlns:a="http://schemas.openxmlformats.org/drawingml/2006/main">
              <a:ext uri="{FF2B5EF4-FFF2-40B4-BE49-F238E27FC236}">
                <a16:creationId xmlns:a16="http://schemas.microsoft.com/office/drawing/2014/main" id="{9629BC69-2944-4710-B2F2-5D3ACD26A0B7}"/>
              </a:ext>
            </a:extLst>
          </p:cNvPr>
          <p:cNvSpPr>
            <a:spLocks xmlns:a="http://schemas.openxmlformats.org/drawingml/2006/main" noGrp="1"/>
          </p:cNvSpPr>
          <p:nvPr>
            <p:ph type="title" idx="0"/>
          </p:nvPr>
        </p:nvSpPr>
        <p:spPr/>
        <p:txBody>
          <a:bodyPr xmlns:a="http://schemas.openxmlformats.org/drawingml/2006/main" lIns="0" tIns="0" rIns="0" bIns="0"/>
          <a:lstStyle xmlns:a="http://schemas.openxmlformats.org/drawingml/2006/main">
            <a:lvl1pPr>
              <a:buNone/>
              <a:defRPr sz="3000" b="1" i="0">
                <a:solidFill>
                  <a:schemeClr val="tx1"/>
                </a:solidFill>
                <a:latin typeface="微软雅黑"/>
                <a:ea typeface="微软雅黑"/>
                <a:cs typeface="微软雅黑"/>
              </a:defRPr>
            </a:lvl1pPr>
          </a:lstStyle>
          <a:p xmlns:a="http://schemas.openxmlformats.org/drawingml/2006/main"/>
        </p:txBody>
      </p:sp>
      <p:sp>
        <p:nvSpPr>
          <p:cNvPr id="3" name="Holder 3">
            <a:extLst xmlns:a="http://schemas.openxmlformats.org/drawingml/2006/main">
              <a:ext uri="{FF2B5EF4-FFF2-40B4-BE49-F238E27FC236}">
                <a16:creationId xmlns:a16="http://schemas.microsoft.com/office/drawing/2014/main" id="{02AC645D-CD43-47C5-B9F2-8B23C10F01B9}"/>
              </a:ext>
            </a:extLst>
          </p:cNvPr>
          <p:cNvSpPr>
            <a:spLocks xmlns:a="http://schemas.openxmlformats.org/drawingml/2006/main" noGrp="1"/>
          </p:cNvSpPr>
          <p:nvPr>
            <p:ph idx="2"/>
          </p:nvPr>
        </p:nvSpPr>
        <p:spPr>
          <a:xfrm xmlns:a="http://schemas.openxmlformats.org/drawingml/2006/main">
            <a:off x="609600" y="1577340"/>
            <a:ext cx="5303520" cy="4526280"/>
          </a:xfrm>
          <a:prstGeom xmlns:a="http://schemas.openxmlformats.org/drawingml/2006/main" prst="rect">
            <a:avLst/>
          </a:prstGeom>
        </p:spPr>
        <p:txBody>
          <a:bodyPr xmlns:a="http://schemas.openxmlformats.org/drawingml/2006/main" wrap="square" lIns="0" tIns="0" rIns="0" bIns="0">
            <a:spAutoFit/>
          </a:bodyPr>
          <a:lstStyle xmlns:a="http://schemas.openxmlformats.org/drawingml/2006/main">
            <a:lvl1pPr>
              <a:buNone/>
              <a:defRPr/>
            </a:lvl1pPr>
          </a:lstStyle>
          <a:p xmlns:a="http://schemas.openxmlformats.org/drawingml/2006/main"/>
        </p:txBody>
      </p:sp>
      <p:sp>
        <p:nvSpPr>
          <p:cNvPr id="4" name="Holder 4">
            <a:extLst xmlns:a="http://schemas.openxmlformats.org/drawingml/2006/main">
              <a:ext uri="{FF2B5EF4-FFF2-40B4-BE49-F238E27FC236}">
                <a16:creationId xmlns:a16="http://schemas.microsoft.com/office/drawing/2014/main" id="{8B5E7591-25F4-42C4-8088-44093F07CBC8}"/>
              </a:ext>
            </a:extLst>
          </p:cNvPr>
          <p:cNvSpPr>
            <a:spLocks xmlns:a="http://schemas.openxmlformats.org/drawingml/2006/main" noGrp="1"/>
          </p:cNvSpPr>
          <p:nvPr>
            <p:ph idx="3"/>
          </p:nvPr>
        </p:nvSpPr>
        <p:spPr>
          <a:xfrm xmlns:a="http://schemas.openxmlformats.org/drawingml/2006/main">
            <a:off x="6278880" y="1577340"/>
            <a:ext cx="5303520" cy="4526280"/>
          </a:xfrm>
          <a:prstGeom xmlns:a="http://schemas.openxmlformats.org/drawingml/2006/main" prst="rect">
            <a:avLst/>
          </a:prstGeom>
        </p:spPr>
        <p:txBody>
          <a:bodyPr xmlns:a="http://schemas.openxmlformats.org/drawingml/2006/main" wrap="square" lIns="0" tIns="0" rIns="0" bIns="0">
            <a:spAutoFit/>
          </a:bodyPr>
          <a:lstStyle xmlns:a="http://schemas.openxmlformats.org/drawingml/2006/main">
            <a:lvl1pPr>
              <a:buNone/>
              <a:defRPr/>
            </a:lvl1pPr>
          </a:lstStyle>
          <a:p xmlns:a="http://schemas.openxmlformats.org/drawingml/2006/main"/>
        </p:txBody>
      </p:sp>
      <p:sp>
        <p:nvSpPr>
          <p:cNvPr id="5" name="Holder 5">
            <a:extLst xmlns:a="http://schemas.openxmlformats.org/drawingml/2006/main">
              <a:ext uri="{FF2B5EF4-FFF2-40B4-BE49-F238E27FC236}">
                <a16:creationId xmlns:a16="http://schemas.microsoft.com/office/drawing/2014/main" id="{4025A1C3-601C-4436-A206-97606BDA1F87}"/>
              </a:ext>
            </a:extLst>
          </p:cNvPr>
          <p:cNvSpPr>
            <a:spLocks xmlns:a="http://schemas.openxmlformats.org/drawingml/2006/main" noGrp="1"/>
          </p:cNvSpPr>
          <p:nvPr>
            <p:ph type="ftr" idx="5"/>
          </p:nvPr>
        </p:nvSpPr>
        <p:spPr/>
        <p:txBody>
          <a:bodyPr xmlns:a="http://schemas.openxmlformats.org/drawingml/2006/main" lIns="0" tIns="0" rIns="0" bIns="0"/>
          <a:lstStyle xmlns:a="http://schemas.openxmlformats.org/drawingml/2006/main">
            <a:lvl1pPr>
              <a:buNone/>
              <a:defRPr sz="1500" b="0" i="0">
                <a:solidFill>
                  <a:schemeClr val="tx1"/>
                </a:solidFill>
                <a:latin typeface="Tahoma"/>
                <a:ea typeface="Tahoma"/>
                <a:cs typeface="Tahoma"/>
              </a:defRPr>
            </a:lvl1pPr>
          </a:lstStyle>
          <a:p xmlns:a="http://schemas.openxmlformats.org/drawingml/2006/main">
            <a:pPr marL="12700">
              <a:lnSpc>
                <a:spcPct val="100000"/>
              </a:lnSpc>
              <a:spcBef>
                <a:spcPts val="185"/>
              </a:spcBef>
              <a:buNone/>
            </a:pPr>
            <a:r>
              <a:rPr spc="65">
                <a:latin typeface="微软雅黑"/>
                <a:ea typeface="微软雅黑"/>
                <a:cs typeface="微软雅黑"/>
              </a:rPr>
              <a:t>南京审计大学 </a:t>
            </a:r>
            <a:r>
              <a:rPr spc="95"/>
              <a:t>2024/4/22</a:t>
            </a:r>
            <a:endParaRPr spc="95"/>
          </a:p>
        </p:txBody>
      </p:sp>
      <p:sp>
        <p:nvSpPr>
          <p:cNvPr id="6" name="Holder 6">
            <a:extLst xmlns:a="http://schemas.openxmlformats.org/drawingml/2006/main">
              <a:ext uri="{FF2B5EF4-FFF2-40B4-BE49-F238E27FC236}">
                <a16:creationId xmlns:a16="http://schemas.microsoft.com/office/drawing/2014/main" id="{9CE7EB57-DAFA-4D22-B116-C8B6F2CBD699}"/>
              </a:ext>
            </a:extLst>
          </p:cNvPr>
          <p:cNvSpPr>
            <a:spLocks xmlns:a="http://schemas.openxmlformats.org/drawingml/2006/main" noGrp="1"/>
          </p:cNvSpPr>
          <p:nvPr>
            <p:ph type="dt" idx="6"/>
          </p:nvPr>
        </p:nvSpPr>
        <p:spPr/>
        <p:txBody>
          <a:bodyPr xmlns:a="http://schemas.openxmlformats.org/drawingml/2006/main" lIns="0" tIns="0" rIns="0" bIns="0"/>
          <a:lstStyle xmlns:a="http://schemas.openxmlformats.org/drawingml/2006/main">
            <a:lvl1pPr algn="l">
              <a:buNone/>
              <a:defRPr>
                <a:solidFill>
                  <a:schemeClr val="tx1">
                    <a:tint val="75000"/>
                  </a:schemeClr>
                </a:solidFill>
              </a:defRPr>
            </a:lvl1pPr>
          </a:lstStyle>
          <a:p xmlns:a="http://schemas.openxmlformats.org/drawingml/2006/main">
            <a:endParaRPr/>
          </a:p>
        </p:txBody>
      </p:sp>
      <p:sp>
        <p:nvSpPr>
          <p:cNvPr id="7" name="Holder 7">
            <a:extLst xmlns:a="http://schemas.openxmlformats.org/drawingml/2006/main">
              <a:ext uri="{FF2B5EF4-FFF2-40B4-BE49-F238E27FC236}">
                <a16:creationId xmlns:a16="http://schemas.microsoft.com/office/drawing/2014/main" id="{057695F3-D83D-4A96-BF06-BE5F2A6C4EEE}"/>
              </a:ext>
            </a:extLst>
          </p:cNvPr>
          <p:cNvSpPr>
            <a:spLocks xmlns:a="http://schemas.openxmlformats.org/drawingml/2006/main" noGrp="1"/>
          </p:cNvSpPr>
          <p:nvPr>
            <p:ph type="sldNum" idx="7"/>
          </p:nvPr>
        </p:nvSpPr>
        <p:spPr/>
        <p:txBody>
          <a:bodyPr xmlns:a="http://schemas.openxmlformats.org/drawingml/2006/main" lIns="0" tIns="0" rIns="0" bIns="0"/>
          <a:lstStyle xmlns:a="http://schemas.openxmlformats.org/drawingml/2006/main">
            <a:lvl1pPr>
              <a:buNone/>
              <a:defRPr sz="2100" b="0" i="0">
                <a:solidFill>
                  <a:srgbClr val="455964"/>
                </a:solidFill>
                <a:latin typeface="Tahoma"/>
                <a:ea typeface="Tahoma"/>
                <a:cs typeface="Tahoma"/>
              </a:defRPr>
            </a:lvl1pPr>
          </a:lstStyle>
          <a:p xmlns:a="http://schemas.openxmlformats.org/drawingml/2006/main">
            <a:pPr marL="179070">
              <a:lnSpc>
                <a:spcPct val="100000"/>
              </a:lnSpc>
              <a:spcBef>
                <a:spcPts val="70"/>
              </a:spcBef>
              <a:buNone/>
            </a:pPr>
            <a:endParaRPr spc="5">
              <a:solidFill>
                <a:srgbClr val="FFF7E1"/>
              </a:solidFill>
            </a:endParaRPr>
          </a:p>
        </p:txBody>
      </p:sp>
    </p:spTree>
  </p:cSld>
</p:sldLayout>
</file>

<file path=ppt/slideLayouts/slideLayout4.xml><?xml version="1.0" encoding="utf-8"?>
<p:sldLayout xmlns:p="http://schemas.openxmlformats.org/presentationml/2006/main" showMasterSp="0" type="obj" preserve="1">
  <p:cSld name="Title Only">
    <p:bg>
      <p:bgPr>
        <a:solidFill xmlns:a="http://schemas.openxmlformats.org/drawingml/2006/main">
          <a:schemeClr val="bg1"/>
        </a:solidFill>
      </p:bgPr>
    </p:bg>
    <p:spTree>
      <p:nvGrpSpPr>
        <p:cNvPr id="1" name=""/>
        <p:cNvGrpSpPr/>
        <p:nvPr/>
      </p:nvGrpSpPr>
      <p:grpSpPr>
        <a:xfrm xmlns:a="http://schemas.openxmlformats.org/drawingml/2006/main"/>
      </p:grpSpPr>
      <p:pic>
        <p:nvPicPr>
          <p:cNvPr id="16" name="bg object 16">
            <a:extLst xmlns:a="http://schemas.openxmlformats.org/drawingml/2006/main">
              <a:ext uri="{FF2B5EF4-FFF2-40B4-BE49-F238E27FC236}">
                <a16:creationId xmlns:a16="http://schemas.microsoft.com/office/drawing/2014/main" id="{CE6971AE-6B67-46DB-985D-3FDD246A9AB2}"/>
              </a:ext>
            </a:extLst>
          </p:cNvPr>
          <p:cNvPicPr>
            <a:picLocks xmlns:a="http://schemas.openxmlformats.org/drawingml/2006/main" noChangeAspect="1"/>
          </p:cNvPicPr>
          <p:nvPr/>
        </p:nvPicPr>
        <p:blipFill>
          <a:blip xmlns:r="http://schemas.openxmlformats.org/officeDocument/2006/relationships" xmlns:a="http://schemas.openxmlformats.org/drawingml/2006/main" r:embed="R65f8a67a167b4569"/>
          <a:stretch xmlns:a="http://schemas.openxmlformats.org/drawingml/2006/main">
            <a:fillRect l="0" t="0" r="0" b="0"/>
          </a:stretch>
        </p:blipFill>
        <p:spPr>
          <a:xfrm xmlns:a="http://schemas.openxmlformats.org/drawingml/2006/main">
            <a:off x="0" y="0"/>
            <a:ext cx="12191999" cy="6857999"/>
          </a:xfrm>
          <a:prstGeom xmlns:a="http://schemas.openxmlformats.org/drawingml/2006/main" prst="rect">
            <a:avLst/>
          </a:prstGeom>
        </p:spPr>
      </p:pic>
      <p:sp>
        <p:nvSpPr>
          <p:cNvPr id="2" name="Holder 2">
            <a:extLst xmlns:a="http://schemas.openxmlformats.org/drawingml/2006/main">
              <a:ext uri="{FF2B5EF4-FFF2-40B4-BE49-F238E27FC236}">
                <a16:creationId xmlns:a16="http://schemas.microsoft.com/office/drawing/2014/main" id="{071C3C53-CFCD-4FF7-9947-0433039771B1}"/>
              </a:ext>
            </a:extLst>
          </p:cNvPr>
          <p:cNvSpPr>
            <a:spLocks xmlns:a="http://schemas.openxmlformats.org/drawingml/2006/main" noGrp="1"/>
          </p:cNvSpPr>
          <p:nvPr>
            <p:ph type="title" idx="0"/>
          </p:nvPr>
        </p:nvSpPr>
        <p:spPr/>
        <p:txBody>
          <a:bodyPr xmlns:a="http://schemas.openxmlformats.org/drawingml/2006/main" lIns="0" tIns="0" rIns="0" bIns="0"/>
          <a:lstStyle xmlns:a="http://schemas.openxmlformats.org/drawingml/2006/main">
            <a:lvl1pPr>
              <a:buNone/>
              <a:defRPr sz="3000" b="1" i="0">
                <a:solidFill>
                  <a:schemeClr val="tx1"/>
                </a:solidFill>
                <a:latin typeface="微软雅黑"/>
                <a:ea typeface="微软雅黑"/>
                <a:cs typeface="微软雅黑"/>
              </a:defRPr>
            </a:lvl1pPr>
          </a:lstStyle>
          <a:p xmlns:a="http://schemas.openxmlformats.org/drawingml/2006/main"/>
        </p:txBody>
      </p:sp>
      <p:sp>
        <p:nvSpPr>
          <p:cNvPr id="3" name="Holder 3">
            <a:extLst xmlns:a="http://schemas.openxmlformats.org/drawingml/2006/main">
              <a:ext uri="{FF2B5EF4-FFF2-40B4-BE49-F238E27FC236}">
                <a16:creationId xmlns:a16="http://schemas.microsoft.com/office/drawing/2014/main" id="{1985BF6C-0382-489B-8805-FA8C80BA0308}"/>
              </a:ext>
            </a:extLst>
          </p:cNvPr>
          <p:cNvSpPr>
            <a:spLocks xmlns:a="http://schemas.openxmlformats.org/drawingml/2006/main" noGrp="1"/>
          </p:cNvSpPr>
          <p:nvPr>
            <p:ph type="ftr" idx="5"/>
          </p:nvPr>
        </p:nvSpPr>
        <p:spPr/>
        <p:txBody>
          <a:bodyPr xmlns:a="http://schemas.openxmlformats.org/drawingml/2006/main" lIns="0" tIns="0" rIns="0" bIns="0"/>
          <a:lstStyle xmlns:a="http://schemas.openxmlformats.org/drawingml/2006/main">
            <a:lvl1pPr>
              <a:buNone/>
              <a:defRPr sz="1500" b="0" i="0">
                <a:solidFill>
                  <a:schemeClr val="tx1"/>
                </a:solidFill>
                <a:latin typeface="Tahoma"/>
                <a:ea typeface="Tahoma"/>
                <a:cs typeface="Tahoma"/>
              </a:defRPr>
            </a:lvl1pPr>
          </a:lstStyle>
          <a:p xmlns:a="http://schemas.openxmlformats.org/drawingml/2006/main">
            <a:pPr marL="12700">
              <a:lnSpc>
                <a:spcPct val="100000"/>
              </a:lnSpc>
              <a:spcBef>
                <a:spcPts val="185"/>
              </a:spcBef>
              <a:buNone/>
            </a:pPr>
            <a:r>
              <a:rPr spc="65">
                <a:latin typeface="微软雅黑"/>
                <a:ea typeface="微软雅黑"/>
                <a:cs typeface="微软雅黑"/>
              </a:rPr>
              <a:t>南京审计大学 </a:t>
            </a:r>
            <a:r>
              <a:rPr spc="95"/>
              <a:t>2024/4/22</a:t>
            </a:r>
            <a:endParaRPr spc="95"/>
          </a:p>
        </p:txBody>
      </p:sp>
      <p:sp>
        <p:nvSpPr>
          <p:cNvPr id="4" name="Holder 4">
            <a:extLst xmlns:a="http://schemas.openxmlformats.org/drawingml/2006/main">
              <a:ext uri="{FF2B5EF4-FFF2-40B4-BE49-F238E27FC236}">
                <a16:creationId xmlns:a16="http://schemas.microsoft.com/office/drawing/2014/main" id="{8F6162E4-53C9-4F5D-92E1-8BC6B65A4464}"/>
              </a:ext>
            </a:extLst>
          </p:cNvPr>
          <p:cNvSpPr>
            <a:spLocks xmlns:a="http://schemas.openxmlformats.org/drawingml/2006/main" noGrp="1"/>
          </p:cNvSpPr>
          <p:nvPr>
            <p:ph type="dt" idx="6"/>
          </p:nvPr>
        </p:nvSpPr>
        <p:spPr/>
        <p:txBody>
          <a:bodyPr xmlns:a="http://schemas.openxmlformats.org/drawingml/2006/main" lIns="0" tIns="0" rIns="0" bIns="0"/>
          <a:lstStyle xmlns:a="http://schemas.openxmlformats.org/drawingml/2006/main">
            <a:lvl1pPr algn="l">
              <a:buNone/>
              <a:defRPr>
                <a:solidFill>
                  <a:schemeClr val="tx1">
                    <a:tint val="75000"/>
                  </a:schemeClr>
                </a:solidFill>
              </a:defRPr>
            </a:lvl1pPr>
          </a:lstStyle>
          <a:p xmlns:a="http://schemas.openxmlformats.org/drawingml/2006/main">
            <a:endParaRPr/>
          </a:p>
        </p:txBody>
      </p:sp>
      <p:sp>
        <p:nvSpPr>
          <p:cNvPr id="5" name="Holder 5">
            <a:extLst xmlns:a="http://schemas.openxmlformats.org/drawingml/2006/main">
              <a:ext uri="{FF2B5EF4-FFF2-40B4-BE49-F238E27FC236}">
                <a16:creationId xmlns:a16="http://schemas.microsoft.com/office/drawing/2014/main" id="{ECA7BA6A-AC44-414D-B1A3-08F63368CC75}"/>
              </a:ext>
            </a:extLst>
          </p:cNvPr>
          <p:cNvSpPr>
            <a:spLocks xmlns:a="http://schemas.openxmlformats.org/drawingml/2006/main" noGrp="1"/>
          </p:cNvSpPr>
          <p:nvPr>
            <p:ph type="sldNum" idx="7"/>
          </p:nvPr>
        </p:nvSpPr>
        <p:spPr/>
        <p:txBody>
          <a:bodyPr xmlns:a="http://schemas.openxmlformats.org/drawingml/2006/main" lIns="0" tIns="0" rIns="0" bIns="0"/>
          <a:lstStyle xmlns:a="http://schemas.openxmlformats.org/drawingml/2006/main">
            <a:lvl1pPr>
              <a:buNone/>
              <a:defRPr sz="2100" b="0" i="0">
                <a:solidFill>
                  <a:srgbClr val="455964"/>
                </a:solidFill>
                <a:latin typeface="Tahoma"/>
                <a:ea typeface="Tahoma"/>
                <a:cs typeface="Tahoma"/>
              </a:defRPr>
            </a:lvl1pPr>
          </a:lstStyle>
          <a:p xmlns:a="http://schemas.openxmlformats.org/drawingml/2006/main">
            <a:pPr marL="179070">
              <a:lnSpc>
                <a:spcPct val="100000"/>
              </a:lnSpc>
              <a:spcBef>
                <a:spcPts val="70"/>
              </a:spcBef>
              <a:buNone/>
            </a:pPr>
            <a:endParaRPr spc="5">
              <a:solidFill>
                <a:srgbClr val="FFF7E1"/>
              </a:solidFill>
            </a:endParaRPr>
          </a:p>
        </p:txBody>
      </p:sp>
    </p:spTree>
  </p:cSld>
</p:sldLayout>
</file>

<file path=ppt/slideLayouts/slideLayout5.xml><?xml version="1.0" encoding="utf-8"?>
<p:sldLayout xmlns:p="http://schemas.openxmlformats.org/presentationml/2006/main" type="obj" preserve="1">
  <p:cSld name="Blank">
    <p:spTree>
      <p:nvGrpSpPr>
        <p:cNvPr id="1" name=""/>
        <p:cNvGrpSpPr/>
        <p:nvPr/>
      </p:nvGrpSpPr>
      <p:grpSpPr>
        <a:xfrm xmlns:a="http://schemas.openxmlformats.org/drawingml/2006/main"/>
      </p:grpSpPr>
      <p:sp>
        <p:nvSpPr>
          <p:cNvPr id="2" name="Holder 2">
            <a:extLst xmlns:a="http://schemas.openxmlformats.org/drawingml/2006/main">
              <a:ext uri="{FF2B5EF4-FFF2-40B4-BE49-F238E27FC236}">
                <a16:creationId xmlns:a16="http://schemas.microsoft.com/office/drawing/2014/main" id="{4BF9798B-D9FA-4992-B8CC-F87B68F1F43C}"/>
              </a:ext>
            </a:extLst>
          </p:cNvPr>
          <p:cNvSpPr>
            <a:spLocks xmlns:a="http://schemas.openxmlformats.org/drawingml/2006/main" noGrp="1"/>
          </p:cNvSpPr>
          <p:nvPr>
            <p:ph type="ftr" idx="5"/>
          </p:nvPr>
        </p:nvSpPr>
        <p:spPr/>
        <p:txBody>
          <a:bodyPr xmlns:a="http://schemas.openxmlformats.org/drawingml/2006/main" lIns="0" tIns="0" rIns="0" bIns="0"/>
          <a:lstStyle xmlns:a="http://schemas.openxmlformats.org/drawingml/2006/main">
            <a:lvl1pPr>
              <a:buNone/>
              <a:defRPr sz="1500" b="0" i="0">
                <a:solidFill>
                  <a:schemeClr val="tx1"/>
                </a:solidFill>
                <a:latin typeface="Tahoma"/>
                <a:ea typeface="Tahoma"/>
                <a:cs typeface="Tahoma"/>
              </a:defRPr>
            </a:lvl1pPr>
          </a:lstStyle>
          <a:p xmlns:a="http://schemas.openxmlformats.org/drawingml/2006/main">
            <a:pPr marL="12700">
              <a:lnSpc>
                <a:spcPct val="100000"/>
              </a:lnSpc>
              <a:spcBef>
                <a:spcPts val="185"/>
              </a:spcBef>
              <a:buNone/>
            </a:pPr>
            <a:r>
              <a:rPr spc="65">
                <a:latin typeface="微软雅黑"/>
                <a:ea typeface="微软雅黑"/>
                <a:cs typeface="微软雅黑"/>
              </a:rPr>
              <a:t>南京审计大学 </a:t>
            </a:r>
            <a:r>
              <a:rPr spc="95"/>
              <a:t>2024/4/22</a:t>
            </a:r>
            <a:endParaRPr spc="95"/>
          </a:p>
        </p:txBody>
      </p:sp>
      <p:sp>
        <p:nvSpPr>
          <p:cNvPr id="3" name="Holder 3">
            <a:extLst xmlns:a="http://schemas.openxmlformats.org/drawingml/2006/main">
              <a:ext uri="{FF2B5EF4-FFF2-40B4-BE49-F238E27FC236}">
                <a16:creationId xmlns:a16="http://schemas.microsoft.com/office/drawing/2014/main" id="{C52DDABA-4D64-4868-8C29-9144C2A18E9F}"/>
              </a:ext>
            </a:extLst>
          </p:cNvPr>
          <p:cNvSpPr>
            <a:spLocks xmlns:a="http://schemas.openxmlformats.org/drawingml/2006/main" noGrp="1"/>
          </p:cNvSpPr>
          <p:nvPr>
            <p:ph type="dt" idx="6"/>
          </p:nvPr>
        </p:nvSpPr>
        <p:spPr/>
        <p:txBody>
          <a:bodyPr xmlns:a="http://schemas.openxmlformats.org/drawingml/2006/main" lIns="0" tIns="0" rIns="0" bIns="0"/>
          <a:lstStyle xmlns:a="http://schemas.openxmlformats.org/drawingml/2006/main">
            <a:lvl1pPr algn="l">
              <a:buNone/>
              <a:defRPr>
                <a:solidFill>
                  <a:schemeClr val="tx1">
                    <a:tint val="75000"/>
                  </a:schemeClr>
                </a:solidFill>
              </a:defRPr>
            </a:lvl1pPr>
          </a:lstStyle>
          <a:p xmlns:a="http://schemas.openxmlformats.org/drawingml/2006/main">
            <a:endParaRPr/>
          </a:p>
        </p:txBody>
      </p:sp>
      <p:sp>
        <p:nvSpPr>
          <p:cNvPr id="4" name="Holder 4">
            <a:extLst xmlns:a="http://schemas.openxmlformats.org/drawingml/2006/main">
              <a:ext uri="{FF2B5EF4-FFF2-40B4-BE49-F238E27FC236}">
                <a16:creationId xmlns:a16="http://schemas.microsoft.com/office/drawing/2014/main" id="{A65F8A80-9D92-4CBB-BD66-37B2B8164B91}"/>
              </a:ext>
            </a:extLst>
          </p:cNvPr>
          <p:cNvSpPr>
            <a:spLocks xmlns:a="http://schemas.openxmlformats.org/drawingml/2006/main" noGrp="1"/>
          </p:cNvSpPr>
          <p:nvPr>
            <p:ph type="sldNum" idx="7"/>
          </p:nvPr>
        </p:nvSpPr>
        <p:spPr/>
        <p:txBody>
          <a:bodyPr xmlns:a="http://schemas.openxmlformats.org/drawingml/2006/main" lIns="0" tIns="0" rIns="0" bIns="0"/>
          <a:lstStyle xmlns:a="http://schemas.openxmlformats.org/drawingml/2006/main">
            <a:lvl1pPr>
              <a:buNone/>
              <a:defRPr sz="2100" b="0" i="0">
                <a:solidFill>
                  <a:srgbClr val="455964"/>
                </a:solidFill>
                <a:latin typeface="Tahoma"/>
                <a:ea typeface="Tahoma"/>
                <a:cs typeface="Tahoma"/>
              </a:defRPr>
            </a:lvl1pPr>
          </a:lstStyle>
          <a:p xmlns:a="http://schemas.openxmlformats.org/drawingml/2006/main">
            <a:pPr marL="179070">
              <a:lnSpc>
                <a:spcPct val="100000"/>
              </a:lnSpc>
              <a:spcBef>
                <a:spcPts val="70"/>
              </a:spcBef>
              <a:buNone/>
            </a:pPr>
            <a:endParaRPr spc="5">
              <a:solidFill>
                <a:srgbClr val="FFF7E1"/>
              </a:solidFill>
            </a:endParaRPr>
          </a:p>
        </p:txBody>
      </p:sp>
    </p:spTree>
  </p:cSld>
</p:sldLayout>
</file>

<file path=ppt/slideMasters/_rels/slideMaster1.xml.rels>&#65279;<?xml version="1.0" encoding="utf-8"?><Relationships xmlns="http://schemas.openxmlformats.org/package/2006/relationships"><Relationship Type="http://schemas.openxmlformats.org/officeDocument/2006/relationships/image" Target="/ppt/media/image.png" Id="Rb10f0cfb14924c6b" /><Relationship Type="http://schemas.openxmlformats.org/officeDocument/2006/relationships/theme" Target="/ppt/slideMasters/theme/theme2.xml" Id="Rdd6a4a44adf04ac7" /><Relationship Type="http://schemas.openxmlformats.org/officeDocument/2006/relationships/slideLayout" Target="/ppt/slideLayouts/slideLayout1.xml" Id="R7acf543ab325424d" /><Relationship Type="http://schemas.openxmlformats.org/officeDocument/2006/relationships/slideLayout" Target="/ppt/slideLayouts/slideLayout2.xml" Id="R034990adb9f94f3d" /><Relationship Type="http://schemas.openxmlformats.org/officeDocument/2006/relationships/slideLayout" Target="/ppt/slideLayouts/slideLayout3.xml" Id="R948ce83cb3e64152" /><Relationship Type="http://schemas.openxmlformats.org/officeDocument/2006/relationships/slideLayout" Target="/ppt/slideLayouts/slideLayout4.xml" Id="R7056e201adf8431a" /><Relationship Type="http://schemas.openxmlformats.org/officeDocument/2006/relationships/slideLayout" Target="/ppt/slideLayouts/slideLayout5.xml" Id="R5cbfa059950e46ff" /></Relationships>
</file>

<file path=ppt/slideMasters/slideMaster1.xml><?xml version="1.0" encoding="utf-8"?>
<p:sldMaster xmlns:p="http://schemas.openxmlformats.org/presentationml/2006/main">
  <p:cSld>
    <p:bg>
      <p:bgPr>
        <a:solidFill xmlns:a="http://schemas.openxmlformats.org/drawingml/2006/main">
          <a:schemeClr val="bg1"/>
        </a:solidFill>
      </p:bgPr>
    </p:bg>
    <p:spTree>
      <p:nvGrpSpPr>
        <p:cNvPr id="1" name=""/>
        <p:cNvGrpSpPr/>
        <p:nvPr/>
      </p:nvGrpSpPr>
      <p:grpSpPr>
        <a:xfrm xmlns:a="http://schemas.openxmlformats.org/drawingml/2006/main"/>
      </p:grpSpPr>
      <p:pic>
        <p:nvPicPr>
          <p:cNvPr id="16" name="bg object 16">
            <a:extLst xmlns:a="http://schemas.openxmlformats.org/drawingml/2006/main">
              <a:ext uri="{FF2B5EF4-FFF2-40B4-BE49-F238E27FC236}">
                <a16:creationId xmlns:a16="http://schemas.microsoft.com/office/drawing/2014/main" id="{F3138E6B-61A3-41F8-84EC-67CFA503BA77}"/>
              </a:ext>
            </a:extLst>
          </p:cNvPr>
          <p:cNvPicPr>
            <a:picLocks xmlns:a="http://schemas.openxmlformats.org/drawingml/2006/main" noChangeAspect="1"/>
          </p:cNvPicPr>
          <p:nvPr/>
        </p:nvPicPr>
        <p:blipFill>
          <a:blip xmlns:r="http://schemas.openxmlformats.org/officeDocument/2006/relationships" xmlns:a="http://schemas.openxmlformats.org/drawingml/2006/main" r:embed="Rb10f0cfb14924c6b"/>
          <a:stretch xmlns:a="http://schemas.openxmlformats.org/drawingml/2006/main">
            <a:fillRect l="0" t="0" r="0" b="0"/>
          </a:stretch>
        </p:blipFill>
        <p:spPr>
          <a:xfrm xmlns:a="http://schemas.openxmlformats.org/drawingml/2006/main">
            <a:off x="0" y="0"/>
            <a:ext cx="12191999" cy="6857999"/>
          </a:xfrm>
          <a:prstGeom xmlns:a="http://schemas.openxmlformats.org/drawingml/2006/main" prst="rect">
            <a:avLst/>
          </a:prstGeom>
        </p:spPr>
      </p:pic>
      <p:sp>
        <p:nvSpPr>
          <p:cNvPr id="2" name="Holder 2">
            <a:extLst xmlns:a="http://schemas.openxmlformats.org/drawingml/2006/main">
              <a:ext uri="{FF2B5EF4-FFF2-40B4-BE49-F238E27FC236}">
                <a16:creationId xmlns:a16="http://schemas.microsoft.com/office/drawing/2014/main" id="{FF330623-BF08-4793-99FB-F79F5AFFA032}"/>
              </a:ext>
            </a:extLst>
          </p:cNvPr>
          <p:cNvSpPr>
            <a:spLocks xmlns:a="http://schemas.openxmlformats.org/drawingml/2006/main" noGrp="1"/>
          </p:cNvSpPr>
          <p:nvPr>
            <p:ph type="title" idx="0"/>
          </p:nvPr>
        </p:nvSpPr>
        <p:spPr>
          <a:xfrm xmlns:a="http://schemas.openxmlformats.org/drawingml/2006/main">
            <a:off x="3922315" y="673100"/>
            <a:ext cx="4335780" cy="482600"/>
          </a:xfrm>
          <a:prstGeom xmlns:a="http://schemas.openxmlformats.org/drawingml/2006/main" prst="rect">
            <a:avLst/>
          </a:prstGeom>
        </p:spPr>
        <p:txBody>
          <a:bodyPr xmlns:a="http://schemas.openxmlformats.org/drawingml/2006/main" wrap="square" lIns="0" tIns="0" rIns="0" bIns="0">
            <a:spAutoFit/>
          </a:bodyPr>
          <a:lstStyle xmlns:a="http://schemas.openxmlformats.org/drawingml/2006/main">
            <a:lvl1pPr>
              <a:buNone/>
              <a:defRPr sz="3000" b="1" i="0">
                <a:solidFill>
                  <a:schemeClr val="tx1"/>
                </a:solidFill>
                <a:latin typeface="微软雅黑"/>
                <a:ea typeface="微软雅黑"/>
                <a:cs typeface="微软雅黑"/>
              </a:defRPr>
            </a:lvl1pPr>
          </a:lstStyle>
          <a:p xmlns:a="http://schemas.openxmlformats.org/drawingml/2006/main"/>
        </p:txBody>
      </p:sp>
      <p:sp>
        <p:nvSpPr>
          <p:cNvPr id="3" name="Holder 3">
            <a:extLst xmlns:a="http://schemas.openxmlformats.org/drawingml/2006/main">
              <a:ext uri="{FF2B5EF4-FFF2-40B4-BE49-F238E27FC236}">
                <a16:creationId xmlns:a16="http://schemas.microsoft.com/office/drawing/2014/main" id="{4D001CC5-B984-4A09-B807-A3D93F99766D}"/>
              </a:ext>
            </a:extLst>
          </p:cNvPr>
          <p:cNvSpPr>
            <a:spLocks xmlns:a="http://schemas.openxmlformats.org/drawingml/2006/main" noGrp="1"/>
          </p:cNvSpPr>
          <p:nvPr>
            <p:ph type="body" idx="1"/>
          </p:nvPr>
        </p:nvSpPr>
        <p:spPr>
          <a:xfrm xmlns:a="http://schemas.openxmlformats.org/drawingml/2006/main">
            <a:off x="654049" y="2044700"/>
            <a:ext cx="10765155" cy="1568450"/>
          </a:xfrm>
          <a:prstGeom xmlns:a="http://schemas.openxmlformats.org/drawingml/2006/main" prst="rect">
            <a:avLst/>
          </a:prstGeom>
        </p:spPr>
        <p:txBody>
          <a:bodyPr xmlns:a="http://schemas.openxmlformats.org/drawingml/2006/main" wrap="square" lIns="0" tIns="0" rIns="0" bIns="0">
            <a:spAutoFit/>
          </a:bodyPr>
          <a:lstStyle xmlns:a="http://schemas.openxmlformats.org/drawingml/2006/main">
            <a:lvl1pPr>
              <a:buNone/>
              <a:defRPr sz="2250" b="1" i="0">
                <a:solidFill>
                  <a:schemeClr val="tx1"/>
                </a:solidFill>
                <a:latin typeface="微软雅黑"/>
                <a:ea typeface="微软雅黑"/>
                <a:cs typeface="微软雅黑"/>
              </a:defRPr>
            </a:lvl1pPr>
          </a:lstStyle>
          <a:p xmlns:a="http://schemas.openxmlformats.org/drawingml/2006/main"/>
        </p:txBody>
      </p:sp>
      <p:sp>
        <p:nvSpPr>
          <p:cNvPr id="4" name="Holder 4">
            <a:extLst xmlns:a="http://schemas.openxmlformats.org/drawingml/2006/main">
              <a:ext uri="{FF2B5EF4-FFF2-40B4-BE49-F238E27FC236}">
                <a16:creationId xmlns:a16="http://schemas.microsoft.com/office/drawing/2014/main" id="{8E86CFBC-BE0B-4685-B484-99F03D1C5D8C}"/>
              </a:ext>
            </a:extLst>
          </p:cNvPr>
          <p:cNvSpPr>
            <a:spLocks xmlns:a="http://schemas.openxmlformats.org/drawingml/2006/main" noGrp="1"/>
          </p:cNvSpPr>
          <p:nvPr>
            <p:ph type="ftr" idx="5"/>
          </p:nvPr>
        </p:nvSpPr>
        <p:spPr>
          <a:xfrm xmlns:a="http://schemas.openxmlformats.org/drawingml/2006/main">
            <a:off x="225425" y="6386555"/>
            <a:ext cx="2299335" cy="276859"/>
          </a:xfrm>
          <a:prstGeom xmlns:a="http://schemas.openxmlformats.org/drawingml/2006/main" prst="rect">
            <a:avLst/>
          </a:prstGeom>
        </p:spPr>
        <p:txBody>
          <a:bodyPr xmlns:a="http://schemas.openxmlformats.org/drawingml/2006/main" wrap="square" lIns="0" tIns="0" rIns="0" bIns="0">
            <a:spAutoFit/>
          </a:bodyPr>
          <a:lstStyle xmlns:a="http://schemas.openxmlformats.org/drawingml/2006/main">
            <a:lvl1pPr>
              <a:buNone/>
              <a:defRPr sz="1500" b="0" i="0">
                <a:solidFill>
                  <a:schemeClr val="tx1"/>
                </a:solidFill>
                <a:latin typeface="Tahoma"/>
                <a:ea typeface="Tahoma"/>
                <a:cs typeface="Tahoma"/>
              </a:defRPr>
            </a:lvl1pPr>
          </a:lstStyle>
          <a:p xmlns:a="http://schemas.openxmlformats.org/drawingml/2006/main">
            <a:pPr marL="12700">
              <a:lnSpc>
                <a:spcPct val="100000"/>
              </a:lnSpc>
              <a:spcBef>
                <a:spcPts val="185"/>
              </a:spcBef>
              <a:buNone/>
            </a:pPr>
            <a:r>
              <a:rPr spc="65">
                <a:latin typeface="微软雅黑"/>
                <a:ea typeface="微软雅黑"/>
                <a:cs typeface="微软雅黑"/>
              </a:rPr>
              <a:t>南京审计大学 </a:t>
            </a:r>
            <a:r>
              <a:rPr spc="95"/>
              <a:t>2024/4/22</a:t>
            </a:r>
            <a:endParaRPr spc="95"/>
          </a:p>
        </p:txBody>
      </p:sp>
      <p:sp>
        <p:nvSpPr>
          <p:cNvPr id="5" name="Holder 5">
            <a:extLst xmlns:a="http://schemas.openxmlformats.org/drawingml/2006/main">
              <a:ext uri="{FF2B5EF4-FFF2-40B4-BE49-F238E27FC236}">
                <a16:creationId xmlns:a16="http://schemas.microsoft.com/office/drawing/2014/main" id="{68596D1F-257C-4EB6-B6FC-2B62FEBBFB68}"/>
              </a:ext>
            </a:extLst>
          </p:cNvPr>
          <p:cNvSpPr>
            <a:spLocks xmlns:a="http://schemas.openxmlformats.org/drawingml/2006/main" noGrp="1"/>
          </p:cNvSpPr>
          <p:nvPr>
            <p:ph type="dt" idx="6"/>
          </p:nvPr>
        </p:nvSpPr>
        <p:spPr>
          <a:xfrm xmlns:a="http://schemas.openxmlformats.org/drawingml/2006/main">
            <a:off x="609600" y="6377940"/>
            <a:ext cx="2804160" cy="342900"/>
          </a:xfrm>
          <a:prstGeom xmlns:a="http://schemas.openxmlformats.org/drawingml/2006/main" prst="rect">
            <a:avLst/>
          </a:prstGeom>
        </p:spPr>
        <p:txBody>
          <a:bodyPr xmlns:a="http://schemas.openxmlformats.org/drawingml/2006/main" wrap="square" lIns="0" tIns="0" rIns="0" bIns="0">
            <a:spAutoFit/>
          </a:bodyPr>
          <a:lstStyle xmlns:a="http://schemas.openxmlformats.org/drawingml/2006/main">
            <a:lvl1pPr algn="l">
              <a:buNone/>
              <a:defRPr>
                <a:solidFill>
                  <a:schemeClr val="tx1">
                    <a:tint val="75000"/>
                  </a:schemeClr>
                </a:solidFill>
              </a:defRPr>
            </a:lvl1pPr>
          </a:lstStyle>
          <a:p xmlns:a="http://schemas.openxmlformats.org/drawingml/2006/main">
            <a:endParaRPr/>
          </a:p>
        </p:txBody>
      </p:sp>
      <p:sp>
        <p:nvSpPr>
          <p:cNvPr id="6" name="Holder 6">
            <a:extLst xmlns:a="http://schemas.openxmlformats.org/drawingml/2006/main">
              <a:ext uri="{FF2B5EF4-FFF2-40B4-BE49-F238E27FC236}">
                <a16:creationId xmlns:a16="http://schemas.microsoft.com/office/drawing/2014/main" id="{D17289BB-4176-4798-90A7-D8315B646408}"/>
              </a:ext>
            </a:extLst>
          </p:cNvPr>
          <p:cNvSpPr>
            <a:spLocks xmlns:a="http://schemas.openxmlformats.org/drawingml/2006/main" noGrp="1"/>
          </p:cNvSpPr>
          <p:nvPr>
            <p:ph type="sldNum" idx="7"/>
          </p:nvPr>
        </p:nvSpPr>
        <p:spPr>
          <a:xfrm xmlns:a="http://schemas.openxmlformats.org/drawingml/2006/main">
            <a:off x="11607948" y="6353466"/>
            <a:ext cx="384978" cy="345440"/>
          </a:xfrm>
          <a:prstGeom xmlns:a="http://schemas.openxmlformats.org/drawingml/2006/main" prst="rect">
            <a:avLst/>
          </a:prstGeom>
        </p:spPr>
        <p:txBody>
          <a:bodyPr xmlns:a="http://schemas.openxmlformats.org/drawingml/2006/main" wrap="square" lIns="0" tIns="0" rIns="0" bIns="0">
            <a:spAutoFit/>
          </a:bodyPr>
          <a:lstStyle xmlns:a="http://schemas.openxmlformats.org/drawingml/2006/main">
            <a:lvl1pPr>
              <a:buNone/>
              <a:defRPr sz="2100" b="0" i="0">
                <a:solidFill>
                  <a:srgbClr val="455964"/>
                </a:solidFill>
                <a:latin typeface="Tahoma"/>
                <a:ea typeface="Tahoma"/>
                <a:cs typeface="Tahoma"/>
              </a:defRPr>
            </a:lvl1pPr>
          </a:lstStyle>
          <a:p xmlns:a="http://schemas.openxmlformats.org/drawingml/2006/main">
            <a:pPr marL="179070">
              <a:lnSpc>
                <a:spcPct val="100000"/>
              </a:lnSpc>
              <a:spcBef>
                <a:spcPts val="70"/>
              </a:spcBef>
              <a:buNone/>
            </a:pPr>
            <a:endParaRPr spc="5">
              <a:solidFill>
                <a:srgbClr val="FFF7E1"/>
              </a:solidFill>
            </a:endParaRPr>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acf543ab325424d"/>
    <p:sldLayoutId xmlns:r="http://schemas.openxmlformats.org/officeDocument/2006/relationships" id="2147483650" r:id="R034990adb9f94f3d"/>
    <p:sldLayoutId xmlns:r="http://schemas.openxmlformats.org/officeDocument/2006/relationships" id="2147483651" r:id="R948ce83cb3e64152"/>
    <p:sldLayoutId xmlns:r="http://schemas.openxmlformats.org/officeDocument/2006/relationships" id="2147483652" r:id="R7056e201adf8431a"/>
    <p:sldLayoutId xmlns:r="http://schemas.openxmlformats.org/officeDocument/2006/relationships" id="2147483653" r:id="R5cbfa059950e46ff"/>
  </p:sldLayoutIdLst>
  <p:txStyles>
    <p:titleStyle>
      <a:lvl1pPr xmlns:a="http://schemas.openxmlformats.org/drawingml/2006/main">
        <a:buNone/>
        <a:defRPr>
          <a:latin typeface="+mj-lt"/>
          <a:ea typeface="+mj-lt"/>
          <a:cs typeface="+mj-lt"/>
        </a:defRPr>
      </a:lvl1pPr>
    </p:titleStyle>
    <p:bodyStyle>
      <a:lvl1pPr xmlns:a="http://schemas.openxmlformats.org/drawingml/2006/main" marL="0">
        <a:buNone/>
        <a:defRPr>
          <a:latin typeface="+mn-lt"/>
          <a:ea typeface="+mn-lt"/>
          <a:cs typeface="+mn-lt"/>
        </a:defRPr>
      </a:lvl1pPr>
      <a:lvl2pPr xmlns:a="http://schemas.openxmlformats.org/drawingml/2006/main" marL="457200">
        <a:buNone/>
        <a:defRPr>
          <a:latin typeface="+mn-lt"/>
          <a:ea typeface="+mn-lt"/>
          <a:cs typeface="+mn-lt"/>
        </a:defRPr>
      </a:lvl2pPr>
      <a:lvl3pPr xmlns:a="http://schemas.openxmlformats.org/drawingml/2006/main" marL="914400">
        <a:buNone/>
        <a:defRPr>
          <a:latin typeface="+mn-lt"/>
          <a:ea typeface="+mn-lt"/>
          <a:cs typeface="+mn-lt"/>
        </a:defRPr>
      </a:lvl3pPr>
      <a:lvl4pPr xmlns:a="http://schemas.openxmlformats.org/drawingml/2006/main" marL="1371600">
        <a:buNone/>
        <a:defRPr>
          <a:latin typeface="+mn-lt"/>
          <a:ea typeface="+mn-lt"/>
          <a:cs typeface="+mn-lt"/>
        </a:defRPr>
      </a:lvl4pPr>
      <a:lvl5pPr xmlns:a="http://schemas.openxmlformats.org/drawingml/2006/main" marL="1828800">
        <a:buNone/>
        <a:defRPr>
          <a:latin typeface="+mn-lt"/>
          <a:ea typeface="+mn-lt"/>
          <a:cs typeface="+mn-lt"/>
        </a:defRPr>
      </a:lvl5pPr>
      <a:lvl6pPr xmlns:a="http://schemas.openxmlformats.org/drawingml/2006/main" marL="2286000">
        <a:buNone/>
        <a:defRPr>
          <a:latin typeface="+mn-lt"/>
          <a:ea typeface="+mn-lt"/>
          <a:cs typeface="+mn-lt"/>
        </a:defRPr>
      </a:lvl6pPr>
      <a:lvl7pPr xmlns:a="http://schemas.openxmlformats.org/drawingml/2006/main" marL="2743200">
        <a:buNone/>
        <a:defRPr>
          <a:latin typeface="+mn-lt"/>
          <a:ea typeface="+mn-lt"/>
          <a:cs typeface="+mn-lt"/>
        </a:defRPr>
      </a:lvl7pPr>
      <a:lvl8pPr xmlns:a="http://schemas.openxmlformats.org/drawingml/2006/main" marL="3200400">
        <a:buNone/>
        <a:defRPr>
          <a:latin typeface="+mn-lt"/>
          <a:ea typeface="+mn-lt"/>
          <a:cs typeface="+mn-lt"/>
        </a:defRPr>
      </a:lvl8pPr>
      <a:lvl9pPr xmlns:a="http://schemas.openxmlformats.org/drawingml/2006/main" marL="3657600">
        <a:buNone/>
        <a:defRPr>
          <a:latin typeface="+mn-lt"/>
          <a:ea typeface="+mn-lt"/>
          <a:cs typeface="+mn-lt"/>
        </a:defRPr>
      </a:lvl9pPr>
    </p:bodyStyle>
    <p:otherStyle>
      <a:lvl1pPr xmlns:a="http://schemas.openxmlformats.org/drawingml/2006/main" marL="0">
        <a:buNone/>
        <a:defRPr>
          <a:latin typeface="+mn-lt"/>
          <a:ea typeface="+mn-lt"/>
          <a:cs typeface="+mn-lt"/>
        </a:defRPr>
      </a:lvl1pPr>
      <a:lvl2pPr xmlns:a="http://schemas.openxmlformats.org/drawingml/2006/main" marL="457200">
        <a:buNone/>
        <a:defRPr>
          <a:latin typeface="+mn-lt"/>
          <a:ea typeface="+mn-lt"/>
          <a:cs typeface="+mn-lt"/>
        </a:defRPr>
      </a:lvl2pPr>
      <a:lvl3pPr xmlns:a="http://schemas.openxmlformats.org/drawingml/2006/main" marL="914400">
        <a:buNone/>
        <a:defRPr>
          <a:latin typeface="+mn-lt"/>
          <a:ea typeface="+mn-lt"/>
          <a:cs typeface="+mn-lt"/>
        </a:defRPr>
      </a:lvl3pPr>
      <a:lvl4pPr xmlns:a="http://schemas.openxmlformats.org/drawingml/2006/main" marL="1371600">
        <a:buNone/>
        <a:defRPr>
          <a:latin typeface="+mn-lt"/>
          <a:ea typeface="+mn-lt"/>
          <a:cs typeface="+mn-lt"/>
        </a:defRPr>
      </a:lvl4pPr>
      <a:lvl5pPr xmlns:a="http://schemas.openxmlformats.org/drawingml/2006/main" marL="1828800">
        <a:buNone/>
        <a:defRPr>
          <a:latin typeface="+mn-lt"/>
          <a:ea typeface="+mn-lt"/>
          <a:cs typeface="+mn-lt"/>
        </a:defRPr>
      </a:lvl5pPr>
      <a:lvl6pPr xmlns:a="http://schemas.openxmlformats.org/drawingml/2006/main" marL="2286000">
        <a:buNone/>
        <a:defRPr>
          <a:latin typeface="+mn-lt"/>
          <a:ea typeface="+mn-lt"/>
          <a:cs typeface="+mn-lt"/>
        </a:defRPr>
      </a:lvl6pPr>
      <a:lvl7pPr xmlns:a="http://schemas.openxmlformats.org/drawingml/2006/main" marL="2743200">
        <a:buNone/>
        <a:defRPr>
          <a:latin typeface="+mn-lt"/>
          <a:ea typeface="+mn-lt"/>
          <a:cs typeface="+mn-lt"/>
        </a:defRPr>
      </a:lvl7pPr>
      <a:lvl8pPr xmlns:a="http://schemas.openxmlformats.org/drawingml/2006/main" marL="3200400">
        <a:buNone/>
        <a:defRPr>
          <a:latin typeface="+mn-lt"/>
          <a:ea typeface="+mn-lt"/>
          <a:cs typeface="+mn-lt"/>
        </a:defRPr>
      </a:lvl8pPr>
      <a:lvl9pPr xmlns:a="http://schemas.openxmlformats.org/drawingml/2006/main" marL="3657600">
        <a:buNone/>
        <a:defRPr>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5.xml" Id="R2285226a14a14004" /><Relationship Type="http://schemas.openxmlformats.org/officeDocument/2006/relationships/image" Target="/ppt/media/image2.png" Id="R5a2e952a95b9413f" /><Relationship Type="http://schemas.openxmlformats.org/officeDocument/2006/relationships/notesSlide" Target="/ppt/notesSlides/notesSlide1.xml" Id="R1b304544ac494550" /></Relationships>
</file>

<file path=ppt/slides/_rels/slide2.xml.rels>&#65279;<?xml version="1.0" encoding="utf-8"?><Relationships xmlns="http://schemas.openxmlformats.org/package/2006/relationships"><Relationship Type="http://schemas.openxmlformats.org/officeDocument/2006/relationships/slideLayout" Target="/ppt/slideLayouts/slideLayout5.xml" Id="Rebf150bbbdba45aa" /><Relationship Type="http://schemas.openxmlformats.org/officeDocument/2006/relationships/image" Target="/ppt/media/image3.png" Id="R093b63eb3d4f40a4" /><Relationship Type="http://schemas.openxmlformats.org/officeDocument/2006/relationships/notesSlide" Target="/ppt/notesSlides/notesSlide2.xml" Id="Re76f8894e22a4d62" /></Relationships>
</file>

<file path=ppt/slides/_rels/slide3.xml.rels>&#65279;<?xml version="1.0" encoding="utf-8"?><Relationships xmlns="http://schemas.openxmlformats.org/package/2006/relationships"><Relationship Type="http://schemas.openxmlformats.org/officeDocument/2006/relationships/slideLayout" Target="/ppt/slideLayouts/slideLayout5.xml" Id="Red05dce84b3e4e93" /><Relationship Type="http://schemas.openxmlformats.org/officeDocument/2006/relationships/notesSlide" Target="/ppt/notesSlides/notesSlide3.xml" Id="R8e42a004df3d438f" /></Relationships>
</file>

<file path=ppt/slides/_rels/slide4.xml.rels>&#65279;<?xml version="1.0" encoding="utf-8"?><Relationships xmlns="http://schemas.openxmlformats.org/package/2006/relationships"><Relationship Type="http://schemas.openxmlformats.org/officeDocument/2006/relationships/slideLayout" Target="/ppt/slideLayouts/slideLayout5.xml" Id="Re89c7d430e924767" /><Relationship Type="http://schemas.openxmlformats.org/officeDocument/2006/relationships/notesSlide" Target="/ppt/notesSlides/notesSlide4.xml" Id="R58ad45be847840a2" /></Relationships>
</file>

<file path=ppt/slides/_rels/slide5.xml.rels>&#65279;<?xml version="1.0" encoding="utf-8"?><Relationships xmlns="http://schemas.openxmlformats.org/package/2006/relationships"><Relationship Type="http://schemas.openxmlformats.org/officeDocument/2006/relationships/slideLayout" Target="/ppt/slideLayouts/slideLayout5.xml" Id="R79b01dfda86543c2" /><Relationship Type="http://schemas.openxmlformats.org/officeDocument/2006/relationships/notesSlide" Target="/ppt/notesSlides/notesSlide5.xml" Id="R810daf0e7c884ff2" /></Relationships>
</file>

<file path=ppt/slides/_rels/slide6.xml.rels>&#65279;<?xml version="1.0" encoding="utf-8"?><Relationships xmlns="http://schemas.openxmlformats.org/package/2006/relationships"><Relationship Type="http://schemas.openxmlformats.org/officeDocument/2006/relationships/slideLayout" Target="/ppt/slideLayouts/slideLayout5.xml" Id="Rf9a82783007e43da" /><Relationship Type="http://schemas.openxmlformats.org/officeDocument/2006/relationships/notesSlide" Target="/ppt/notesSlides/notesSlide6.xml" Id="R6f3005ec07f5480e" /></Relationships>
</file>

<file path=ppt/slides/_rels/slide7.xml.rels>&#65279;<?xml version="1.0" encoding="utf-8"?><Relationships xmlns="http://schemas.openxmlformats.org/package/2006/relationships"><Relationship Type="http://schemas.openxmlformats.org/officeDocument/2006/relationships/slideLayout" Target="/ppt/slideLayouts/slideLayout5.xml" Id="Rd2b691416833403c" /><Relationship Type="http://schemas.openxmlformats.org/officeDocument/2006/relationships/notesSlide" Target="/ppt/notesSlides/notesSlide7.xml" Id="R9eeba69df91f459e" /></Relationships>
</file>

<file path=ppt/slides/_rels/slide8.xml.rels>&#65279;<?xml version="1.0" encoding="utf-8"?><Relationships xmlns="http://schemas.openxmlformats.org/package/2006/relationships"><Relationship Type="http://schemas.openxmlformats.org/officeDocument/2006/relationships/slideLayout" Target="/ppt/slideLayouts/slideLayout5.xml" Id="Rae6e260012194bf3" /><Relationship Type="http://schemas.openxmlformats.org/officeDocument/2006/relationships/notesSlide" Target="/ppt/notesSlides/notesSlide8.xml" Id="Rc3e4a8bbd8bb40eb" /></Relationships>
</file>

<file path=ppt/slides/_rels/slide9.xml.rels>&#65279;<?xml version="1.0" encoding="utf-8"?><Relationships xmlns="http://schemas.openxmlformats.org/package/2006/relationships"><Relationship Type="http://schemas.openxmlformats.org/officeDocument/2006/relationships/slideLayout" Target="/ppt/slideLayouts/slideLayout5.xml" Id="R57e67de9a6754317" /><Relationship Type="http://schemas.openxmlformats.org/officeDocument/2006/relationships/image" Target="/ppt/media/image4.png" Id="R3e09b49583c44611" /><Relationship Type="http://schemas.openxmlformats.org/officeDocument/2006/relationships/notesSlide" Target="/ppt/notesSlides/notesSlide9.xml" Id="R4a4c31d7d68c4d78" /></Relationships>
</file>

<file path=ppt/slides/_rels/slide10.xml.rels>&#65279;<?xml version="1.0" encoding="utf-8"?><Relationships xmlns="http://schemas.openxmlformats.org/package/2006/relationships"><Relationship Type="http://schemas.openxmlformats.org/officeDocument/2006/relationships/slideLayout" Target="/ppt/slideLayouts/slideLayout5.xml" Id="R5ff25752b6c5407a" /><Relationship Type="http://schemas.openxmlformats.org/officeDocument/2006/relationships/image" Target="/ppt/media/image5.png" Id="R2340d267e9a84eb2" /><Relationship Type="http://schemas.openxmlformats.org/officeDocument/2006/relationships/image" Target="/ppt/media/image6.png" Id="R82239442d9b44ff7" /><Relationship Type="http://schemas.openxmlformats.org/officeDocument/2006/relationships/notesSlide" Target="/ppt/notesSlides/notesSlide10.xml" Id="Rb515906d4a3a4bec" /></Relationships>
</file>

<file path=ppt/slides/_rels/slide11.xml.rels>&#65279;<?xml version="1.0" encoding="utf-8"?><Relationships xmlns="http://schemas.openxmlformats.org/package/2006/relationships"><Relationship Type="http://schemas.openxmlformats.org/officeDocument/2006/relationships/slideLayout" Target="/ppt/slideLayouts/slideLayout5.xml" Id="R62753e92a72148f7" /><Relationship Type="http://schemas.openxmlformats.org/officeDocument/2006/relationships/image" Target="/ppt/media/image7.png" Id="Rdc737234f9c74667" /><Relationship Type="http://schemas.openxmlformats.org/officeDocument/2006/relationships/notesSlide" Target="/ppt/notesSlides/notesSlide11.xml" Id="Ra4b96f125e134f6e" /></Relationships>
</file>

<file path=ppt/slides/_rels/slide12.xml.rels>&#65279;<?xml version="1.0" encoding="utf-8"?><Relationships xmlns="http://schemas.openxmlformats.org/package/2006/relationships"><Relationship Type="http://schemas.openxmlformats.org/officeDocument/2006/relationships/slideLayout" Target="/ppt/slideLayouts/slideLayout5.xml" Id="R735628a426254fb5" /><Relationship Type="http://schemas.openxmlformats.org/officeDocument/2006/relationships/image" Target="/ppt/media/image8.png" Id="R162e2e60a26e409b" /><Relationship Type="http://schemas.openxmlformats.org/officeDocument/2006/relationships/image" Target="/ppt/media/image9.png" Id="R5304f7ffa6b74766" /><Relationship Type="http://schemas.openxmlformats.org/officeDocument/2006/relationships/notesSlide" Target="/ppt/notesSlides/notesSlide12.xml" Id="Rf59974243ab54cac" /></Relationships>
</file>

<file path=ppt/slides/_rels/slide13.xml.rels>&#65279;<?xml version="1.0" encoding="utf-8"?><Relationships xmlns="http://schemas.openxmlformats.org/package/2006/relationships"><Relationship Type="http://schemas.openxmlformats.org/officeDocument/2006/relationships/slideLayout" Target="/ppt/slideLayouts/slideLayout5.xml" Id="R596a64e7256542b4" /><Relationship Type="http://schemas.openxmlformats.org/officeDocument/2006/relationships/image" Target="/ppt/media/image10.png" Id="Rcffeecc9d45c434f" /><Relationship Type="http://schemas.openxmlformats.org/officeDocument/2006/relationships/image" Target="/ppt/media/image11.png" Id="R8eca219885cf40d3" /><Relationship Type="http://schemas.openxmlformats.org/officeDocument/2006/relationships/image" Target="/ppt/media/image12.png" Id="R41f417aecc1e4a7b" /><Relationship Type="http://schemas.openxmlformats.org/officeDocument/2006/relationships/notesSlide" Target="/ppt/notesSlides/notesSlide13.xml" Id="Rf8d39371526d4e90" /></Relationships>
</file>

<file path=ppt/slides/_rels/slide14.xml.rels>&#65279;<?xml version="1.0" encoding="utf-8"?><Relationships xmlns="http://schemas.openxmlformats.org/package/2006/relationships"><Relationship Type="http://schemas.openxmlformats.org/officeDocument/2006/relationships/slideLayout" Target="/ppt/slideLayouts/slideLayout5.xml" Id="R1866e297fa474bdd" /><Relationship Type="http://schemas.openxmlformats.org/officeDocument/2006/relationships/image" Target="/ppt/media/image13.png" Id="Rbb3fc1ba72f2498b" /><Relationship Type="http://schemas.openxmlformats.org/officeDocument/2006/relationships/notesSlide" Target="/ppt/notesSlides/notesSlide14.xml" Id="R027ba13ebbf9486c" /></Relationships>
</file>

<file path=ppt/slides/_rels/slide15.xml.rels>&#65279;<?xml version="1.0" encoding="utf-8"?><Relationships xmlns="http://schemas.openxmlformats.org/package/2006/relationships"><Relationship Type="http://schemas.openxmlformats.org/officeDocument/2006/relationships/slideLayout" Target="/ppt/slideLayouts/slideLayout5.xml" Id="Rb53fb81430034c66" /><Relationship Type="http://schemas.openxmlformats.org/officeDocument/2006/relationships/notesSlide" Target="/ppt/notesSlides/notesSlide15.xml" Id="R23f4855a7729459b" /></Relationships>
</file>

<file path=ppt/slides/_rels/slide16.xml.rels>&#65279;<?xml version="1.0" encoding="utf-8"?><Relationships xmlns="http://schemas.openxmlformats.org/package/2006/relationships"><Relationship Type="http://schemas.openxmlformats.org/officeDocument/2006/relationships/slideLayout" Target="/ppt/slideLayouts/slideLayout5.xml" Id="Rfc8792acd02c4cdd" /><Relationship Type="http://schemas.openxmlformats.org/officeDocument/2006/relationships/image" Target="/ppt/media/image14.png" Id="R09a6f8ff78f346f7" /><Relationship Type="http://schemas.openxmlformats.org/officeDocument/2006/relationships/notesSlide" Target="/ppt/notesSlides/notesSlide16.xml" Id="R60ead742f1814a04" /></Relationships>
</file>

<file path=ppt/slides/_rels/slide17.xml.rels>&#65279;<?xml version="1.0" encoding="utf-8"?><Relationships xmlns="http://schemas.openxmlformats.org/package/2006/relationships"><Relationship Type="http://schemas.openxmlformats.org/officeDocument/2006/relationships/slideLayout" Target="/ppt/slideLayouts/slideLayout5.xml" Id="R54b1c99678a64ee4" /><Relationship Type="http://schemas.openxmlformats.org/officeDocument/2006/relationships/image" Target="/ppt/media/image15.png" Id="R26c48f9a4df14f95" /><Relationship Type="http://schemas.openxmlformats.org/officeDocument/2006/relationships/image" Target="/ppt/media/image16.png" Id="Rbc59450f5b5c4ac1" /><Relationship Type="http://schemas.openxmlformats.org/officeDocument/2006/relationships/notesSlide" Target="/ppt/notesSlides/notesSlide17.xml" Id="Rf93e9c9e254a433b" /></Relationships>
</file>

<file path=ppt/slides/_rels/slide18.xml.rels>&#65279;<?xml version="1.0" encoding="utf-8"?><Relationships xmlns="http://schemas.openxmlformats.org/package/2006/relationships"><Relationship Type="http://schemas.openxmlformats.org/officeDocument/2006/relationships/slideLayout" Target="/ppt/slideLayouts/slideLayout5.xml" Id="R58a6fdacd1a74e2a" /><Relationship Type="http://schemas.openxmlformats.org/officeDocument/2006/relationships/image" Target="/ppt/media/image17.png" Id="Rf1a0a4da90784c33" /><Relationship Type="http://schemas.openxmlformats.org/officeDocument/2006/relationships/image" Target="/ppt/media/image18.png" Id="R9908f3338c944f0d" /><Relationship Type="http://schemas.openxmlformats.org/officeDocument/2006/relationships/notesSlide" Target="/ppt/notesSlides/notesSlide18.xml" Id="Re18ac3cbc3744d56" /></Relationships>
</file>

<file path=ppt/slides/_rels/slide19.xml.rels>&#65279;<?xml version="1.0" encoding="utf-8"?><Relationships xmlns="http://schemas.openxmlformats.org/package/2006/relationships"><Relationship Type="http://schemas.openxmlformats.org/officeDocument/2006/relationships/slideLayout" Target="/ppt/slideLayouts/slideLayout5.xml" Id="Re61cf0cf6fa04008" /><Relationship Type="http://schemas.openxmlformats.org/officeDocument/2006/relationships/notesSlide" Target="/ppt/notesSlides/notesSlide19.xml" Id="R28f5bd31e9234d40" /></Relationships>
</file>

<file path=ppt/slides/_rels/slide20.xml.rels>&#65279;<?xml version="1.0" encoding="utf-8"?><Relationships xmlns="http://schemas.openxmlformats.org/package/2006/relationships"><Relationship Type="http://schemas.openxmlformats.org/officeDocument/2006/relationships/slideLayout" Target="/ppt/slideLayouts/slideLayout5.xml" Id="Rf5586a381cda488c" /><Relationship Type="http://schemas.openxmlformats.org/officeDocument/2006/relationships/image" Target="/ppt/media/image19.png" Id="Rc885a77692e040dd" /><Relationship Type="http://schemas.openxmlformats.org/officeDocument/2006/relationships/chart" Target="/ppt/slides/charts/chart1.xml" Id="R0b4ed57d4b274fa3" /><Relationship Type="http://schemas.openxmlformats.org/officeDocument/2006/relationships/notesSlide" Target="/ppt/notesSlides/notesSlide20.xml" Id="R53a61a5f8df74793" /></Relationships>
</file>

<file path=ppt/slides/_rels/slide21.xml.rels>&#65279;<?xml version="1.0" encoding="utf-8"?><Relationships xmlns="http://schemas.openxmlformats.org/package/2006/relationships"><Relationship Type="http://schemas.openxmlformats.org/officeDocument/2006/relationships/slideLayout" Target="/ppt/slideLayouts/slideLayout5.xml" Id="R0a24c53130e346c5" /><Relationship Type="http://schemas.openxmlformats.org/officeDocument/2006/relationships/image" Target="/ppt/media/image20.png" Id="Rf04f1411405142a9" /><Relationship Type="http://schemas.openxmlformats.org/officeDocument/2006/relationships/image" Target="/ppt/media/image21.png" Id="Rc367d77bddba48aa" /><Relationship Type="http://schemas.openxmlformats.org/officeDocument/2006/relationships/image" Target="/ppt/media/image22.png" Id="R41b99b6683194733" /><Relationship Type="http://schemas.openxmlformats.org/officeDocument/2006/relationships/image" Target="/ppt/media/image23.png" Id="R3746d39194004d81" /><Relationship Type="http://schemas.openxmlformats.org/officeDocument/2006/relationships/notesSlide" Target="/ppt/notesSlides/notesSlide21.xml" Id="Rfa5006cb47ac4085" /></Relationships>
</file>

<file path=ppt/slides/_rels/slide22.xml.rels>&#65279;<?xml version="1.0" encoding="utf-8"?><Relationships xmlns="http://schemas.openxmlformats.org/package/2006/relationships"><Relationship Type="http://schemas.openxmlformats.org/officeDocument/2006/relationships/slideLayout" Target="/ppt/slideLayouts/slideLayout5.xml" Id="R28f041a55cbc400e" /><Relationship Type="http://schemas.openxmlformats.org/officeDocument/2006/relationships/image" Target="/ppt/media/image24.png" Id="R61c4dbf7f03a47f4" /><Relationship Type="http://schemas.openxmlformats.org/officeDocument/2006/relationships/image" Target="/ppt/media/image25.png" Id="R1aaa06d3d75a4adf" /><Relationship Type="http://schemas.openxmlformats.org/officeDocument/2006/relationships/notesSlide" Target="/ppt/notesSlides/notesSlide22.xml" Id="R1dd251a1a0c246bf" /></Relationships>
</file>

<file path=ppt/slides/_rels/slide23.xml.rels>&#65279;<?xml version="1.0" encoding="utf-8"?><Relationships xmlns="http://schemas.openxmlformats.org/package/2006/relationships"><Relationship Type="http://schemas.openxmlformats.org/officeDocument/2006/relationships/slideLayout" Target="/ppt/slideLayouts/slideLayout5.xml" Id="R89338f0ada0e4f87" /><Relationship Type="http://schemas.openxmlformats.org/officeDocument/2006/relationships/image" Target="/ppt/media/image26.png" Id="R715c20bfe9d34063" /><Relationship Type="http://schemas.openxmlformats.org/officeDocument/2006/relationships/notesSlide" Target="/ppt/notesSlides/notesSlide23.xml" Id="Rf520a004816c42c1" /></Relationships>
</file>

<file path=ppt/slides/_rels/slide24.xml.rels>&#65279;<?xml version="1.0" encoding="utf-8"?><Relationships xmlns="http://schemas.openxmlformats.org/package/2006/relationships"><Relationship Type="http://schemas.openxmlformats.org/officeDocument/2006/relationships/slideLayout" Target="/ppt/slideLayouts/slideLayout5.xml" Id="R18d6725288364ea8" /><Relationship Type="http://schemas.openxmlformats.org/officeDocument/2006/relationships/notesSlide" Target="/ppt/notesSlides/notesSlide24.xml" Id="R877de0be96644d3b" /></Relationships>
</file>

<file path=ppt/slides/_rels/slide25.xml.rels>&#65279;<?xml version="1.0" encoding="utf-8"?><Relationships xmlns="http://schemas.openxmlformats.org/package/2006/relationships"><Relationship Type="http://schemas.openxmlformats.org/officeDocument/2006/relationships/slideLayout" Target="/ppt/slideLayouts/slideLayout5.xml" Id="R17c2823153b74e6e" /><Relationship Type="http://schemas.openxmlformats.org/officeDocument/2006/relationships/chart" Target="/ppt/slides/charts/chart2.xml" Id="R52fce14e9cf2425c" /><Relationship Type="http://schemas.openxmlformats.org/officeDocument/2006/relationships/notesSlide" Target="/ppt/notesSlides/notesSlide25.xml" Id="R008cc07a419b4e9c" /></Relationships>
</file>

<file path=ppt/slides/_rels/slide26.xml.rels>&#65279;<?xml version="1.0" encoding="utf-8"?><Relationships xmlns="http://schemas.openxmlformats.org/package/2006/relationships"><Relationship Type="http://schemas.openxmlformats.org/officeDocument/2006/relationships/slideLayout" Target="/ppt/slideLayouts/slideLayout5.xml" Id="R693f9dc109a140f6" /><Relationship Type="http://schemas.openxmlformats.org/officeDocument/2006/relationships/image" Target="/ppt/media/image27.png" Id="R3f8caee830e44cff" /><Relationship Type="http://schemas.openxmlformats.org/officeDocument/2006/relationships/chart" Target="/ppt/slides/charts/chart3.xml" Id="R751c12f948a04f82" /><Relationship Type="http://schemas.openxmlformats.org/officeDocument/2006/relationships/notesSlide" Target="/ppt/notesSlides/notesSlide26.xml" Id="R01255a1efa134a2d" /></Relationships>
</file>

<file path=ppt/slides/_rels/slide27.xml.rels>&#65279;<?xml version="1.0" encoding="utf-8"?><Relationships xmlns="http://schemas.openxmlformats.org/package/2006/relationships"><Relationship Type="http://schemas.openxmlformats.org/officeDocument/2006/relationships/slideLayout" Target="/ppt/slideLayouts/slideLayout5.xml" Id="Rdf3febef46ba4cdf" /><Relationship Type="http://schemas.openxmlformats.org/officeDocument/2006/relationships/image" Target="/ppt/media/image28.png" Id="R4eb1720ed6134159" /><Relationship Type="http://schemas.openxmlformats.org/officeDocument/2006/relationships/notesSlide" Target="/ppt/notesSlides/notesSlide27.xml" Id="R179c74585383488e" /></Relationships>
</file>

<file path=ppt/slides/_rels/slide28.xml.rels>&#65279;<?xml version="1.0" encoding="utf-8"?><Relationships xmlns="http://schemas.openxmlformats.org/package/2006/relationships"><Relationship Type="http://schemas.openxmlformats.org/officeDocument/2006/relationships/slideLayout" Target="/ppt/slideLayouts/slideLayout5.xml" Id="R1413984226c947f2" /><Relationship Type="http://schemas.openxmlformats.org/officeDocument/2006/relationships/image" Target="/ppt/media/image29.png" Id="Reb1b1cda71864f6d" /><Relationship Type="http://schemas.openxmlformats.org/officeDocument/2006/relationships/notesSlide" Target="/ppt/notesSlides/notesSlide28.xml" Id="R3528cb5892514964" /></Relationships>
</file>

<file path=ppt/slides/_rels/slide29.xml.rels>&#65279;<?xml version="1.0" encoding="utf-8"?><Relationships xmlns="http://schemas.openxmlformats.org/package/2006/relationships"><Relationship Type="http://schemas.openxmlformats.org/officeDocument/2006/relationships/slideLayout" Target="/ppt/slideLayouts/slideLayout5.xml" Id="R5281b25b4e5441f9" /><Relationship Type="http://schemas.openxmlformats.org/officeDocument/2006/relationships/notesSlide" Target="/ppt/notesSlides/notesSlide29.xml" Id="Re7080b67df8c49c8" /></Relationships>
</file>

<file path=ppt/slides/_rels/slide30.xml.rels>&#65279;<?xml version="1.0" encoding="utf-8"?><Relationships xmlns="http://schemas.openxmlformats.org/package/2006/relationships"><Relationship Type="http://schemas.openxmlformats.org/officeDocument/2006/relationships/slideLayout" Target="/ppt/slideLayouts/slideLayout5.xml" Id="R685081e9bed64e7c" /><Relationship Type="http://schemas.openxmlformats.org/officeDocument/2006/relationships/image" Target="/ppt/media/image30.png" Id="R79e2ebe6b7674134" /><Relationship Type="http://schemas.openxmlformats.org/officeDocument/2006/relationships/image" Target="/ppt/media/image31.png" Id="R307f0c7390964338" /><Relationship Type="http://schemas.openxmlformats.org/officeDocument/2006/relationships/notesSlide" Target="/ppt/notesSlides/notesSlide30.xml" Id="Refd2bd38f3064c09" /></Relationships>
</file>

<file path=ppt/slides/_rels/slide31.xml.rels>&#65279;<?xml version="1.0" encoding="utf-8"?><Relationships xmlns="http://schemas.openxmlformats.org/package/2006/relationships"><Relationship Type="http://schemas.openxmlformats.org/officeDocument/2006/relationships/slideLayout" Target="/ppt/slideLayouts/slideLayout5.xml" Id="R88cf2082a8834cab" /><Relationship Type="http://schemas.openxmlformats.org/officeDocument/2006/relationships/image" Target="/ppt/media/image32.png" Id="R4b14d8166a1840b6" /><Relationship Type="http://schemas.openxmlformats.org/officeDocument/2006/relationships/notesSlide" Target="/ppt/notesSlides/notesSlide31.xml" Id="Rcb3ccce2d7c94fcb" /></Relationships>
</file>

<file path=ppt/slides/_rels/slide32.xml.rels>&#65279;<?xml version="1.0" encoding="utf-8"?><Relationships xmlns="http://schemas.openxmlformats.org/package/2006/relationships"><Relationship Type="http://schemas.openxmlformats.org/officeDocument/2006/relationships/slideLayout" Target="/ppt/slideLayouts/slideLayout5.xml" Id="Rc3e415a67ead4b09" /><Relationship Type="http://schemas.openxmlformats.org/officeDocument/2006/relationships/image" Target="/ppt/media/image33.png" Id="Rb44571e775fd462b" /><Relationship Type="http://schemas.openxmlformats.org/officeDocument/2006/relationships/notesSlide" Target="/ppt/notesSlides/notesSlide32.xml" Id="R10c0c20de7c74654" /></Relationships>
</file>

<file path=ppt/slides/_rels/slide33.xml.rels>&#65279;<?xml version="1.0" encoding="utf-8"?><Relationships xmlns="http://schemas.openxmlformats.org/package/2006/relationships"><Relationship Type="http://schemas.openxmlformats.org/officeDocument/2006/relationships/slideLayout" Target="/ppt/slideLayouts/slideLayout5.xml" Id="Rcf83cf6f041a4a70" /><Relationship Type="http://schemas.openxmlformats.org/officeDocument/2006/relationships/image" Target="/ppt/media/image34.png" Id="R762a2bf143bc4a5d" /><Relationship Type="http://schemas.openxmlformats.org/officeDocument/2006/relationships/image" Target="/ppt/media/image35.png" Id="R5a1392890fae418e" /><Relationship Type="http://schemas.openxmlformats.org/officeDocument/2006/relationships/image" Target="/ppt/media/image36.png" Id="R073e88360b9d4c90" /><Relationship Type="http://schemas.openxmlformats.org/officeDocument/2006/relationships/notesSlide" Target="/ppt/notesSlides/notesSlide33.xml" Id="R4a19eac7aca54c80" /></Relationships>
</file>

<file path=ppt/slides/_rels/slide34.xml.rels>&#65279;<?xml version="1.0" encoding="utf-8"?><Relationships xmlns="http://schemas.openxmlformats.org/package/2006/relationships"><Relationship Type="http://schemas.openxmlformats.org/officeDocument/2006/relationships/slideLayout" Target="/ppt/slideLayouts/slideLayout5.xml" Id="R1f4ccabc92dc4e8a" /><Relationship Type="http://schemas.openxmlformats.org/officeDocument/2006/relationships/notesSlide" Target="/ppt/notesSlides/notesSlide34.xml" Id="R582fe5f05cf249df" /></Relationships>
</file>

<file path=ppt/slides/_rels/slide35.xml.rels>&#65279;<?xml version="1.0" encoding="utf-8"?><Relationships xmlns="http://schemas.openxmlformats.org/package/2006/relationships"><Relationship Type="http://schemas.openxmlformats.org/officeDocument/2006/relationships/slideLayout" Target="/ppt/slideLayouts/slideLayout5.xml" Id="Rf86aa707893a46e1" /><Relationship Type="http://schemas.openxmlformats.org/officeDocument/2006/relationships/notesSlide" Target="/ppt/notesSlides/notesSlide35.xml" Id="R7f607592d42f4fd8" /></Relationships>
</file>

<file path=ppt/slides/_rels/slide36.xml.rels>&#65279;<?xml version="1.0" encoding="utf-8"?><Relationships xmlns="http://schemas.openxmlformats.org/package/2006/relationships"><Relationship Type="http://schemas.openxmlformats.org/officeDocument/2006/relationships/slideLayout" Target="/ppt/slideLayouts/slideLayout5.xml" Id="R3c884a00c9d4418d" /><Relationship Type="http://schemas.openxmlformats.org/officeDocument/2006/relationships/notesSlide" Target="/ppt/notesSlides/notesSlide36.xml" Id="Rf4467a1f96b14018" /></Relationships>
</file>

<file path=ppt/slides/_rels/slide37.xml.rels>&#65279;<?xml version="1.0" encoding="utf-8"?><Relationships xmlns="http://schemas.openxmlformats.org/package/2006/relationships"><Relationship Type="http://schemas.openxmlformats.org/officeDocument/2006/relationships/slideLayout" Target="/ppt/slideLayouts/slideLayout5.xml" Id="R1bf610fbcbf1434a" /><Relationship Type="http://schemas.openxmlformats.org/officeDocument/2006/relationships/image" Target="/ppt/media/image2.jpeg" Id="R8da103420f7f41b4" /><Relationship Type="http://schemas.openxmlformats.org/officeDocument/2006/relationships/notesSlide" Target="/ppt/notesSlides/notesSlide37.xml" Id="Rbf63aa3e11164d58" /></Relationships>
</file>

<file path=ppt/slides/_rels/slide38.xml.rels>&#65279;<?xml version="1.0" encoding="utf-8"?><Relationships xmlns="http://schemas.openxmlformats.org/package/2006/relationships"><Relationship Type="http://schemas.openxmlformats.org/officeDocument/2006/relationships/slideLayout" Target="/ppt/slideLayouts/slideLayout5.xml" Id="Rdcf955173dfa4394" /><Relationship Type="http://schemas.openxmlformats.org/officeDocument/2006/relationships/notesSlide" Target="/ppt/notesSlides/notesSlide38.xml" Id="R548b8d17d8774686" /></Relationships>
</file>

<file path=ppt/slides/_rels/slide39.xml.rels>&#65279;<?xml version="1.0" encoding="utf-8"?><Relationships xmlns="http://schemas.openxmlformats.org/package/2006/relationships"><Relationship Type="http://schemas.openxmlformats.org/officeDocument/2006/relationships/slideLayout" Target="/ppt/slideLayouts/slideLayout5.xml" Id="R8971574efce44c1d" /><Relationship Type="http://schemas.openxmlformats.org/officeDocument/2006/relationships/image" Target="/ppt/media/image37.png" Id="R9c21b3574fcd4614" /><Relationship Type="http://schemas.openxmlformats.org/officeDocument/2006/relationships/notesSlide" Target="/ppt/notesSlides/notesSlide39.xml" Id="Ra82cae70acc14c5e" /></Relationships>
</file>

<file path=ppt/slides/_rels/slide40.xml.rels>&#65279;<?xml version="1.0" encoding="utf-8"?><Relationships xmlns="http://schemas.openxmlformats.org/package/2006/relationships"><Relationship Type="http://schemas.openxmlformats.org/officeDocument/2006/relationships/slideLayout" Target="/ppt/slideLayouts/slideLayout5.xml" Id="R70893dfcb9f342ca" /><Relationship Type="http://schemas.openxmlformats.org/officeDocument/2006/relationships/notesSlide" Target="/ppt/notesSlides/notesSlide40.xml" Id="R978773ee7325474d" /></Relationships>
</file>

<file path=ppt/slides/_rels/slide41.xml.rels>&#65279;<?xml version="1.0" encoding="utf-8"?><Relationships xmlns="http://schemas.openxmlformats.org/package/2006/relationships"><Relationship Type="http://schemas.openxmlformats.org/officeDocument/2006/relationships/slideLayout" Target="/ppt/slideLayouts/slideLayout5.xml" Id="Rbe03a864d5ef4d69" /><Relationship Type="http://schemas.openxmlformats.org/officeDocument/2006/relationships/notesSlide" Target="/ppt/notesSlides/notesSlide41.xml" Id="R010cfbb4bb584be8" /></Relationships>
</file>

<file path=ppt/slides/_rels/slide42.xml.rels>&#65279;<?xml version="1.0" encoding="utf-8"?><Relationships xmlns="http://schemas.openxmlformats.org/package/2006/relationships"><Relationship Type="http://schemas.openxmlformats.org/officeDocument/2006/relationships/slideLayout" Target="/ppt/slideLayouts/slideLayout5.xml" Id="Ra17cf56ce8ba4ba1" /><Relationship Type="http://schemas.openxmlformats.org/officeDocument/2006/relationships/image" Target="/ppt/media/image38.png" Id="Raaeceb13aa954154" /><Relationship Type="http://schemas.openxmlformats.org/officeDocument/2006/relationships/image" Target="/ppt/media/image39.png" Id="R2d32b3fdf22645a0" /><Relationship Type="http://schemas.openxmlformats.org/officeDocument/2006/relationships/image" Target="/ppt/media/image40.png" Id="Reefd7a4e5b184070" /><Relationship Type="http://schemas.openxmlformats.org/officeDocument/2006/relationships/notesSlide" Target="/ppt/notesSlides/notesSlide42.xml" Id="Ra211af7589184752" /></Relationships>
</file>

<file path=ppt/slides/_rels/slide43.xml.rels>&#65279;<?xml version="1.0" encoding="utf-8"?><Relationships xmlns="http://schemas.openxmlformats.org/package/2006/relationships"><Relationship Type="http://schemas.openxmlformats.org/officeDocument/2006/relationships/slideLayout" Target="/ppt/slideLayouts/slideLayout5.xml" Id="R91cfbaf6262f4f14" /><Relationship Type="http://schemas.openxmlformats.org/officeDocument/2006/relationships/image" Target="/ppt/media/image41.png" Id="Rb3538adae1df4ed9" /><Relationship Type="http://schemas.openxmlformats.org/officeDocument/2006/relationships/image" Target="/ppt/media/image42.png" Id="Re53ba5fa30d24d05" /><Relationship Type="http://schemas.openxmlformats.org/officeDocument/2006/relationships/notesSlide" Target="/ppt/notesSlides/notesSlide43.xml" Id="R287aa1a70f344fcd" /></Relationships>
</file>

<file path=ppt/slides/_rels/slide44.xml.rels>&#65279;<?xml version="1.0" encoding="utf-8"?><Relationships xmlns="http://schemas.openxmlformats.org/package/2006/relationships"><Relationship Type="http://schemas.openxmlformats.org/officeDocument/2006/relationships/slideLayout" Target="/ppt/slideLayouts/slideLayout5.xml" Id="Rff122f18cdfc413d" /><Relationship Type="http://schemas.openxmlformats.org/officeDocument/2006/relationships/image" Target="/ppt/media/image43.png" Id="R3ee0cd243f8641ee" /><Relationship Type="http://schemas.openxmlformats.org/officeDocument/2006/relationships/image" Target="/ppt/media/image44.png" Id="R34a9e72ee77c4f32" /><Relationship Type="http://schemas.openxmlformats.org/officeDocument/2006/relationships/notesSlide" Target="/ppt/notesSlides/notesSlide44.xml" Id="Rc497228ba5234bd0" /></Relationships>
</file>

<file path=ppt/slides/_rels/slide45.xml.rels>&#65279;<?xml version="1.0" encoding="utf-8"?><Relationships xmlns="http://schemas.openxmlformats.org/package/2006/relationships"><Relationship Type="http://schemas.openxmlformats.org/officeDocument/2006/relationships/slideLayout" Target="/ppt/slideLayouts/slideLayout5.xml" Id="R5b64e5aad8f049ea" /><Relationship Type="http://schemas.openxmlformats.org/officeDocument/2006/relationships/notesSlide" Target="/ppt/notesSlides/notesSlide45.xml" Id="R3de539af71ef4913" /></Relationships>
</file>

<file path=ppt/slides/_rels/slide46.xml.rels>&#65279;<?xml version="1.0" encoding="utf-8"?><Relationships xmlns="http://schemas.openxmlformats.org/package/2006/relationships"><Relationship Type="http://schemas.openxmlformats.org/officeDocument/2006/relationships/slideLayout" Target="/ppt/slideLayouts/slideLayout5.xml" Id="Raf5b7e3fa4014979" /><Relationship Type="http://schemas.openxmlformats.org/officeDocument/2006/relationships/image" Target="/ppt/media/image45.png" Id="Re66fd7d1e4ae4312" /><Relationship Type="http://schemas.openxmlformats.org/officeDocument/2006/relationships/notesSlide" Target="/ppt/notesSlides/notesSlide46.xml" Id="Rd69c820fae8a431f" /></Relationships>
</file>

<file path=ppt/slides/_rels/slide47.xml.rels>&#65279;<?xml version="1.0" encoding="utf-8"?><Relationships xmlns="http://schemas.openxmlformats.org/package/2006/relationships"><Relationship Type="http://schemas.openxmlformats.org/officeDocument/2006/relationships/slideLayout" Target="/ppt/slideLayouts/slideLayout5.xml" Id="R9cca8f2cfb2149fd" /><Relationship Type="http://schemas.openxmlformats.org/officeDocument/2006/relationships/image" Target="/ppt/media/image46.png" Id="R7c4dfe1713e044c5" /><Relationship Type="http://schemas.openxmlformats.org/officeDocument/2006/relationships/image" Target="/ppt/media/image47.png" Id="R6f5ea60e66d848fa" /><Relationship Type="http://schemas.openxmlformats.org/officeDocument/2006/relationships/image" Target="/ppt/media/image48.png" Id="R8df54e304e1d4e7d" /><Relationship Type="http://schemas.openxmlformats.org/officeDocument/2006/relationships/image" Target="/ppt/media/image49.png" Id="R986eba875ed349ea" /><Relationship Type="http://schemas.openxmlformats.org/officeDocument/2006/relationships/image" Target="/ppt/media/image50.png" Id="R37d0dc7cc59948d7" /><Relationship Type="http://schemas.openxmlformats.org/officeDocument/2006/relationships/notesSlide" Target="/ppt/notesSlides/notesSlide47.xml" Id="R3ef96339178c4b3c" /></Relationships>
</file>

<file path=ppt/slides/_rels/slide48.xml.rels>&#65279;<?xml version="1.0" encoding="utf-8"?><Relationships xmlns="http://schemas.openxmlformats.org/package/2006/relationships"><Relationship Type="http://schemas.openxmlformats.org/officeDocument/2006/relationships/slideLayout" Target="/ppt/slideLayouts/slideLayout5.xml" Id="R81e22926a84641ff" /><Relationship Type="http://schemas.openxmlformats.org/officeDocument/2006/relationships/image" Target="/ppt/media/image51.png" Id="R7e7d774558a74e88" /><Relationship Type="http://schemas.openxmlformats.org/officeDocument/2006/relationships/image" Target="/ppt/media/image52.png" Id="Rc107bea89d97489a" /><Relationship Type="http://schemas.openxmlformats.org/officeDocument/2006/relationships/image" Target="/ppt/media/image53.png" Id="Ra1ce385876ad423c" /><Relationship Type="http://schemas.openxmlformats.org/officeDocument/2006/relationships/notesSlide" Target="/ppt/notesSlides/notesSlide48.xml" Id="R029e7b4ccb854d8f" /></Relationships>
</file>

<file path=ppt/slides/_rels/slide49.xml.rels>&#65279;<?xml version="1.0" encoding="utf-8"?><Relationships xmlns="http://schemas.openxmlformats.org/package/2006/relationships"><Relationship Type="http://schemas.openxmlformats.org/officeDocument/2006/relationships/slideLayout" Target="/ppt/slideLayouts/slideLayout5.xml" Id="R2d7cde64cef54070" /><Relationship Type="http://schemas.openxmlformats.org/officeDocument/2006/relationships/image" Target="/ppt/media/image54.png" Id="Ra1d098f237034f82" /><Relationship Type="http://schemas.openxmlformats.org/officeDocument/2006/relationships/notesSlide" Target="/ppt/notesSlides/notesSlide49.xml" Id="R87189945b6e74d64"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chart1.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425" b="1">
                <a:solidFill>
                  <a:srgbClr val="243746"/>
                </a:solidFill>
                <a:latin typeface="Noto Sans CJK SC"/>
                <a:ea typeface="Noto Sans CJK SC"/>
                <a:cs typeface="Noto Sans CJK SC"/>
              </a:rPr>
              <a:t>一对一渠道的社会风险</a:t>
            </a:r>
          </a:p>
        </c:rich>
      </c:tx>
      <c:overlay val="0"/>
      <c:txPr>
        <a:bodyPr xmlns:a="http://schemas.openxmlformats.org/drawingml/2006/main" anchorCtr="1"/>
        <a:lstStyle xmlns:a="http://schemas.openxmlformats.org/drawingml/2006/main"/>
        <a:p xmlns:a="http://schemas.openxmlformats.org/drawingml/2006/main">
          <a:pPr>
            <a:defRPr sz="1425" b="1">
              <a:solidFill>
                <a:srgbClr val="243746"/>
              </a:solidFill>
              <a:latin typeface="Noto Sans CJK SC"/>
              <a:ea typeface="Noto Sans CJK SC"/>
              <a:cs typeface="Noto Sans CJK SC"/>
            </a:defRPr>
          </a:pPr>
        </a:p>
      </c:txPr>
    </c:title>
    <c:plotArea>
      <c:scatterChart>
        <c:scatterStyle val="line"/>
        <c:varyColors val="0"/>
        <c:ser>
          <c:idx val="0"/>
          <c:order val="0"/>
          <c:tx>
            <c:v>企业最优方案的 L*</c:v>
          </c:tx>
          <c:spPr>
            <a:ln xmlns:a="http://schemas.openxmlformats.org/drawingml/2006/main" w="21908">
              <a:solidFill>
                <a:srgbClr val="DA501B"/>
              </a:solidFill>
              <a:prstDash val="solid"/>
            </a:ln>
          </c:spPr>
          <c:marker>
            <c:symbol val="none"/>
          </c:marker>
          <c:xVal>
            <c:numRef>
              <c:f>'Chart Data'!$A$2:$A$17</c:f>
              <c:numCache>
                <c:formatCode>General</c:formatCode>
                <c:ptCount val="16"/>
                <c:pt idx="0">
                  <c:v>0.5</c:v>
                </c:pt>
                <c:pt idx="1">
                  <c:v>0.55</c:v>
                </c:pt>
                <c:pt idx="2">
                  <c:v>0.6</c:v>
                </c:pt>
                <c:pt idx="3">
                  <c:v>0.65</c:v>
                </c:pt>
                <c:pt idx="4">
                  <c:v>0.7</c:v>
                </c:pt>
                <c:pt idx="5">
                  <c:v>0.75</c:v>
                </c:pt>
                <c:pt idx="6">
                  <c:v>0.8</c:v>
                </c:pt>
                <c:pt idx="7">
                  <c:v>0.85</c:v>
                </c:pt>
                <c:pt idx="8">
                  <c:v>0.89</c:v>
                </c:pt>
                <c:pt idx="9">
                  <c:v>0.894737</c:v>
                </c:pt>
                <c:pt idx="10">
                  <c:v>0.894737</c:v>
                </c:pt>
                <c:pt idx="11">
                  <c:v>0.9</c:v>
                </c:pt>
                <c:pt idx="12">
                  <c:v>0.92</c:v>
                </c:pt>
                <c:pt idx="13">
                  <c:v>0.95</c:v>
                </c:pt>
                <c:pt idx="14">
                  <c:v>0.98</c:v>
                </c:pt>
                <c:pt idx="15">
                  <c:v>1</c:v>
                </c:pt>
              </c:numCache>
            </c:numRef>
          </c:xVal>
          <c:yVal>
            <c:numRef>
              <c:f>'Chart Data'!$B$2:$B$17</c:f>
              <c:numCache>
                <c:formatCode>0.00</c:formatCode>
                <c:ptCount val="16"/>
                <c:pt idx="0">
                  <c:v>0</c:v>
                </c:pt>
                <c:pt idx="1">
                  <c:v>0</c:v>
                </c:pt>
                <c:pt idx="2">
                  <c:v>0</c:v>
                </c:pt>
                <c:pt idx="3">
                  <c:v>0</c:v>
                </c:pt>
                <c:pt idx="4">
                  <c:v>0</c:v>
                </c:pt>
                <c:pt idx="5">
                  <c:v>0</c:v>
                </c:pt>
                <c:pt idx="6">
                  <c:v>0</c:v>
                </c:pt>
                <c:pt idx="7">
                  <c:v>0</c:v>
                </c:pt>
                <c:pt idx="8">
                  <c:v>0</c:v>
                </c:pt>
                <c:pt idx="9">
                  <c:v>0</c:v>
                </c:pt>
                <c:pt idx="10">
                  <c:v>0.105263</c:v>
                </c:pt>
                <c:pt idx="11">
                  <c:v>0.1</c:v>
                </c:pt>
                <c:pt idx="12">
                  <c:v>0.08</c:v>
                </c:pt>
                <c:pt idx="13">
                  <c:v>0.05</c:v>
                </c:pt>
                <c:pt idx="14">
                  <c:v>0.02</c:v>
                </c:pt>
                <c:pt idx="15">
                  <c:v>0</c:v>
                </c:pt>
              </c:numCache>
            </c:numRef>
          </c:yVal>
          <c:smooth val="0"/>
        </c:ser>
        <c:dLbls>
          <c:txPr>
            <a:bodyPr xmlns:a="http://schemas.openxmlformats.org/drawingml/2006/main" anchorCtr="1"/>
            <a:lstStyle xmlns:a="http://schemas.openxmlformats.org/drawingml/2006/main"/>
            <a:p xmlns:a="http://schemas.openxmlformats.org/drawingml/2006/main">
              <a:pPr>
                <a:defRPr>
                  <a:latin typeface="Noto Sans CJK SC"/>
                  <a:ea typeface="Noto Sans CJK SC"/>
                  <a:cs typeface="Noto Sans CJK SC"/>
                </a:defRPr>
              </a:pPr>
            </a:p>
          </c:txPr>
          <c:showLegendKey val="0"/>
          <c:showVal val="0"/>
          <c:showCatName val="0"/>
          <c:showSerName val="0"/>
          <c:showPercent val="0"/>
          <c:showBubbleSize val="0"/>
          <c:showLeaderLines val="0"/>
        </c:dLbls>
        <c:axId val="48650112"/>
        <c:axId val="48672768"/>
      </c:scatterChart>
      <c:valAx>
        <c:axId val="48672768"/>
        <c:scaling>
          <c:orientation val="minMax"/>
          <c:max val="0.13"/>
          <c:min val="0"/>
        </c:scaling>
        <c:delete val="0"/>
        <c:axPos val="l"/>
        <c:majorGridlines>
          <c:spPr>
            <a:ln xmlns:a="http://schemas.openxmlformats.org/drawingml/2006/main" w="5715">
              <a:solidFill>
                <a:srgbClr val="E7ECF0"/>
              </a:solidFill>
            </a:ln>
          </c:spPr>
        </c:majorGridlines>
        <c:title>
          <c:tx>
            <c:rich>
              <a:bodyPr xmlns:a="http://schemas.openxmlformats.org/drawingml/2006/main"/>
              <a:lstStyle xmlns:a="http://schemas.openxmlformats.org/drawingml/2006/main"/>
              <a:p xmlns:a="http://schemas.openxmlformats.org/drawingml/2006/main">
                <a:r>
                  <a:rPr sz="1350">
                    <a:solidFill>
                      <a:srgbClr val="243746"/>
                    </a:solidFill>
                    <a:latin typeface="Noto Sans CJK SC"/>
                    <a:ea typeface="Noto Sans CJK SC"/>
                    <a:cs typeface="Noto Sans CJK SC"/>
                  </a:rPr>
                  <a:t>违规产品概率 L*</a:t>
                </a:r>
              </a:p>
            </c:rich>
          </c:tx>
          <c:overlay val="0"/>
          <c:txPr>
            <a:bodyPr xmlns:a="http://schemas.openxmlformats.org/drawingml/2006/main" anchorCtr="1"/>
            <a:lstStyle xmlns:a="http://schemas.openxmlformats.org/drawingml/2006/main"/>
            <a:p xmlns:a="http://schemas.openxmlformats.org/drawingml/2006/main">
              <a:pPr>
                <a:defRPr sz="1350">
                  <a:solidFill>
                    <a:srgbClr val="243746"/>
                  </a:solidFill>
                  <a:latin typeface="Noto Sans CJK SC"/>
                  <a:ea typeface="Noto Sans CJK SC"/>
                  <a:cs typeface="Noto Sans CJK SC"/>
                </a:defRPr>
              </a:pPr>
            </a:p>
          </c:txPr>
        </c:title>
        <c:numFmt formatCode="0.00"/>
        <c:majorTickMark val="none"/>
        <c:minorTickMark val="none"/>
        <c:spPr>
          <a:ln xmlns:a="http://schemas.openxmlformats.org/drawingml/2006/main" w="5715">
            <a:solidFill>
              <a:srgbClr val="879AA7"/>
            </a:solidFill>
          </a:ln>
        </c:spPr>
        <c:txPr>
          <a:bodyPr xmlns:a="http://schemas.openxmlformats.org/drawingml/2006/main" anchorCtr="1"/>
          <a:lstStyle xmlns:a="http://schemas.openxmlformats.org/drawingml/2006/main"/>
          <a:p xmlns:a="http://schemas.openxmlformats.org/drawingml/2006/main">
            <a:pPr>
              <a:defRPr sz="1200">
                <a:solidFill>
                  <a:srgbClr val="627281"/>
                </a:solidFill>
                <a:latin typeface="Noto Sans CJK SC"/>
                <a:ea typeface="Noto Sans CJK SC"/>
                <a:cs typeface="Noto Sans CJK SC"/>
              </a:defRPr>
            </a:pPr>
          </a:p>
        </c:txPr>
        <c:crossAx val="48650112"/>
      </c:valAx>
      <c:valAx>
        <c:axId val="48650112"/>
        <c:scaling>
          <c:orientation val="minMax"/>
          <c:max val="1"/>
          <c:min val="0.5"/>
        </c:scaling>
        <c:delete val="0"/>
        <c:axPos val="b"/>
        <c:title>
          <c:tx>
            <c:rich>
              <a:bodyPr xmlns:a="http://schemas.openxmlformats.org/drawingml/2006/main"/>
              <a:lstStyle xmlns:a="http://schemas.openxmlformats.org/drawingml/2006/main"/>
              <a:p xmlns:a="http://schemas.openxmlformats.org/drawingml/2006/main">
                <a:r>
                  <a:rPr sz="1350">
                    <a:solidFill>
                      <a:srgbClr val="243746"/>
                    </a:solidFill>
                    <a:latin typeface="Noto Sans CJK SC"/>
                    <a:ea typeface="Noto Sans CJK SC"/>
                    <a:cs typeface="Noto Sans CJK SC"/>
                  </a:rPr>
                  <a:t>可达准确度 b0</a:t>
                </a:r>
              </a:p>
            </c:rich>
          </c:tx>
          <c:overlay val="0"/>
          <c:txPr>
            <a:bodyPr xmlns:a="http://schemas.openxmlformats.org/drawingml/2006/main" anchorCtr="1"/>
            <a:lstStyle xmlns:a="http://schemas.openxmlformats.org/drawingml/2006/main"/>
            <a:p xmlns:a="http://schemas.openxmlformats.org/drawingml/2006/main">
              <a:pPr>
                <a:defRPr sz="1350">
                  <a:solidFill>
                    <a:srgbClr val="243746"/>
                  </a:solidFill>
                  <a:latin typeface="Noto Sans CJK SC"/>
                  <a:ea typeface="Noto Sans CJK SC"/>
                  <a:cs typeface="Noto Sans CJK SC"/>
                </a:defRPr>
              </a:pPr>
            </a:p>
          </c:txPr>
        </c:title>
        <c:numFmt formatCode="0.00"/>
        <c:majorTickMark val="none"/>
        <c:minorTickMark val="none"/>
        <c:spPr>
          <a:ln xmlns:a="http://schemas.openxmlformats.org/drawingml/2006/main" w="5715">
            <a:solidFill>
              <a:srgbClr val="879AA7"/>
            </a:solidFill>
          </a:ln>
        </c:spPr>
        <c:txPr>
          <a:bodyPr xmlns:a="http://schemas.openxmlformats.org/drawingml/2006/main" anchorCtr="1"/>
          <a:lstStyle xmlns:a="http://schemas.openxmlformats.org/drawingml/2006/main"/>
          <a:p xmlns:a="http://schemas.openxmlformats.org/drawingml/2006/main">
            <a:pPr>
              <a:defRPr sz="1200">
                <a:solidFill>
                  <a:srgbClr val="627281"/>
                </a:solidFill>
                <a:latin typeface="Noto Sans CJK SC"/>
                <a:ea typeface="Noto Sans CJK SC"/>
                <a:cs typeface="Noto Sans CJK SC"/>
              </a:defRPr>
            </a:pPr>
          </a:p>
        </c:txPr>
        <c:crossAx val="48672768"/>
        <c:majorUnit val="0.1"/>
      </c:valAx>
      <c:spPr>
        <a:noFill xmlns:a="http://schemas.openxmlformats.org/drawingml/2006/main"/>
        <a:ln xmlns:a="http://schemas.openxmlformats.org/drawingml/2006/main" w="0">
          <a:noFill/>
        </a:ln>
      </c:spPr>
    </c:plotArea>
    <c:plotVisOnly val="1"/>
  </c:chart>
  <c:spPr>
    <a:noFill xmlns:a="http://schemas.openxmlformats.org/drawingml/2006/main"/>
    <a:ln xmlns:a="http://schemas.openxmlformats.org/drawingml/2006/main" w="0">
      <a:noFill/>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425" b="1">
                <a:solidFill>
                  <a:srgbClr val="243746"/>
                </a:solidFill>
                <a:latin typeface="Noto Sans CJK SC"/>
                <a:ea typeface="Noto Sans CJK SC"/>
                <a:cs typeface="Noto Sans CJK SC"/>
              </a:rPr>
              <a:t>审计两家时的最优准确度</a:t>
            </a:r>
          </a:p>
        </c:rich>
      </c:tx>
      <c:overlay val="0"/>
      <c:txPr>
        <a:bodyPr xmlns:a="http://schemas.openxmlformats.org/drawingml/2006/main" anchorCtr="1"/>
        <a:lstStyle xmlns:a="http://schemas.openxmlformats.org/drawingml/2006/main"/>
        <a:p xmlns:a="http://schemas.openxmlformats.org/drawingml/2006/main">
          <a:pPr>
            <a:defRPr sz="1425" b="1">
              <a:solidFill>
                <a:srgbClr val="243746"/>
              </a:solidFill>
              <a:latin typeface="Noto Sans CJK SC"/>
              <a:ea typeface="Noto Sans CJK SC"/>
              <a:cs typeface="Noto Sans CJK SC"/>
            </a:defRPr>
          </a:pPr>
        </a:p>
      </c:txPr>
    </c:title>
    <c:plotArea>
      <c:scatterChart>
        <c:scatterStyle val="line"/>
        <c:varyColors val="0"/>
        <c:ser>
          <c:idx val="0"/>
          <c:order val="0"/>
          <c:tx>
            <c:v>供应商 1</c:v>
          </c:tx>
          <c:spPr>
            <a:ln xmlns:a="http://schemas.openxmlformats.org/drawingml/2006/main" w="21908">
              <a:solidFill>
                <a:srgbClr val="DA501B"/>
              </a:solidFill>
              <a:prstDash val="solid"/>
            </a:ln>
          </c:spPr>
          <c:marker>
            <c:symbol val="none"/>
          </c:marker>
          <c:xVal>
            <c:numRef>
              <c:f>'Chart Data'!$A$2:$A$242</c:f>
              <c:numCache>
                <c:formatCode>General</c:formatCode>
                <c:ptCount val="241"/>
                <c:pt idx="0">
                  <c:v>0.25001</c:v>
                </c:pt>
                <c:pt idx="1">
                  <c:v>0.253135</c:v>
                </c:pt>
                <c:pt idx="2">
                  <c:v>0.25626</c:v>
                </c:pt>
                <c:pt idx="3">
                  <c:v>0.259385</c:v>
                </c:pt>
                <c:pt idx="4">
                  <c:v>0.26251</c:v>
                </c:pt>
                <c:pt idx="5">
                  <c:v>0.265635</c:v>
                </c:pt>
                <c:pt idx="6">
                  <c:v>0.26876</c:v>
                </c:pt>
                <c:pt idx="7">
                  <c:v>0.271885</c:v>
                </c:pt>
                <c:pt idx="8">
                  <c:v>0.27501</c:v>
                </c:pt>
                <c:pt idx="9">
                  <c:v>0.278135</c:v>
                </c:pt>
                <c:pt idx="10">
                  <c:v>0.28126</c:v>
                </c:pt>
                <c:pt idx="11">
                  <c:v>0.284385</c:v>
                </c:pt>
                <c:pt idx="12">
                  <c:v>0.287509</c:v>
                </c:pt>
                <c:pt idx="13">
                  <c:v>0.290634</c:v>
                </c:pt>
                <c:pt idx="14">
                  <c:v>0.293759</c:v>
                </c:pt>
                <c:pt idx="15">
                  <c:v>0.296884</c:v>
                </c:pt>
                <c:pt idx="16">
                  <c:v>0.300009</c:v>
                </c:pt>
                <c:pt idx="17">
                  <c:v>0.303134</c:v>
                </c:pt>
                <c:pt idx="18">
                  <c:v>0.306259</c:v>
                </c:pt>
                <c:pt idx="19">
                  <c:v>0.309384</c:v>
                </c:pt>
                <c:pt idx="20">
                  <c:v>0.312509</c:v>
                </c:pt>
                <c:pt idx="21">
                  <c:v>0.315634</c:v>
                </c:pt>
                <c:pt idx="22">
                  <c:v>0.318759</c:v>
                </c:pt>
                <c:pt idx="23">
                  <c:v>0.321884</c:v>
                </c:pt>
                <c:pt idx="24">
                  <c:v>0.325009</c:v>
                </c:pt>
                <c:pt idx="25">
                  <c:v>0.328134</c:v>
                </c:pt>
                <c:pt idx="26">
                  <c:v>0.331259</c:v>
                </c:pt>
                <c:pt idx="27">
                  <c:v>0.334384</c:v>
                </c:pt>
                <c:pt idx="28">
                  <c:v>0.337509</c:v>
                </c:pt>
                <c:pt idx="29">
                  <c:v>0.340634</c:v>
                </c:pt>
                <c:pt idx="30">
                  <c:v>0.343759</c:v>
                </c:pt>
                <c:pt idx="31">
                  <c:v>0.346884</c:v>
                </c:pt>
                <c:pt idx="32">
                  <c:v>0.350009</c:v>
                </c:pt>
                <c:pt idx="33">
                  <c:v>0.353134</c:v>
                </c:pt>
                <c:pt idx="34">
                  <c:v>0.356259</c:v>
                </c:pt>
                <c:pt idx="35">
                  <c:v>0.359384</c:v>
                </c:pt>
                <c:pt idx="36">
                  <c:v>0.362509</c:v>
                </c:pt>
                <c:pt idx="37">
                  <c:v>0.365633</c:v>
                </c:pt>
                <c:pt idx="38">
                  <c:v>0.368758</c:v>
                </c:pt>
                <c:pt idx="39">
                  <c:v>0.371883</c:v>
                </c:pt>
                <c:pt idx="40">
                  <c:v>0.375008</c:v>
                </c:pt>
                <c:pt idx="41">
                  <c:v>0.378133</c:v>
                </c:pt>
                <c:pt idx="42">
                  <c:v>0.381258</c:v>
                </c:pt>
                <c:pt idx="43">
                  <c:v>0.384383</c:v>
                </c:pt>
                <c:pt idx="44">
                  <c:v>0.387508</c:v>
                </c:pt>
                <c:pt idx="45">
                  <c:v>0.390633</c:v>
                </c:pt>
                <c:pt idx="46">
                  <c:v>0.393758</c:v>
                </c:pt>
                <c:pt idx="47">
                  <c:v>0.396883</c:v>
                </c:pt>
                <c:pt idx="48">
                  <c:v>0.400008</c:v>
                </c:pt>
                <c:pt idx="49">
                  <c:v>0.403133</c:v>
                </c:pt>
                <c:pt idx="50">
                  <c:v>0.406258</c:v>
                </c:pt>
                <c:pt idx="51">
                  <c:v>0.409383</c:v>
                </c:pt>
                <c:pt idx="52">
                  <c:v>0.412508</c:v>
                </c:pt>
                <c:pt idx="53">
                  <c:v>0.415633</c:v>
                </c:pt>
                <c:pt idx="54">
                  <c:v>0.418758</c:v>
                </c:pt>
                <c:pt idx="55">
                  <c:v>0.421883</c:v>
                </c:pt>
                <c:pt idx="56">
                  <c:v>0.425008</c:v>
                </c:pt>
                <c:pt idx="57">
                  <c:v>0.428133</c:v>
                </c:pt>
                <c:pt idx="58">
                  <c:v>0.431258</c:v>
                </c:pt>
                <c:pt idx="59">
                  <c:v>0.434383</c:v>
                </c:pt>
                <c:pt idx="60">
                  <c:v>0.437507</c:v>
                </c:pt>
                <c:pt idx="61">
                  <c:v>0.440632</c:v>
                </c:pt>
                <c:pt idx="62">
                  <c:v>0.443757</c:v>
                </c:pt>
                <c:pt idx="63">
                  <c:v>0.446882</c:v>
                </c:pt>
                <c:pt idx="64">
                  <c:v>0.450007</c:v>
                </c:pt>
                <c:pt idx="65">
                  <c:v>0.453132</c:v>
                </c:pt>
                <c:pt idx="66">
                  <c:v>0.456257</c:v>
                </c:pt>
                <c:pt idx="67">
                  <c:v>0.459382</c:v>
                </c:pt>
                <c:pt idx="68">
                  <c:v>0.462507</c:v>
                </c:pt>
                <c:pt idx="69">
                  <c:v>0.465632</c:v>
                </c:pt>
                <c:pt idx="70">
                  <c:v>0.468757</c:v>
                </c:pt>
                <c:pt idx="71">
                  <c:v>0.471882</c:v>
                </c:pt>
                <c:pt idx="72">
                  <c:v>0.475007</c:v>
                </c:pt>
                <c:pt idx="73">
                  <c:v>0.478132</c:v>
                </c:pt>
                <c:pt idx="74">
                  <c:v>0.481257</c:v>
                </c:pt>
                <c:pt idx="75">
                  <c:v>0.484382</c:v>
                </c:pt>
                <c:pt idx="76">
                  <c:v>0.487507</c:v>
                </c:pt>
                <c:pt idx="77">
                  <c:v>0.490632</c:v>
                </c:pt>
                <c:pt idx="78">
                  <c:v>0.493757</c:v>
                </c:pt>
                <c:pt idx="79">
                  <c:v>0.496882</c:v>
                </c:pt>
                <c:pt idx="80">
                  <c:v>0.500007</c:v>
                </c:pt>
                <c:pt idx="81">
                  <c:v>0.503132</c:v>
                </c:pt>
                <c:pt idx="82">
                  <c:v>0.506257</c:v>
                </c:pt>
                <c:pt idx="83">
                  <c:v>0.509382</c:v>
                </c:pt>
                <c:pt idx="84">
                  <c:v>0.512506</c:v>
                </c:pt>
                <c:pt idx="85">
                  <c:v>0.515631</c:v>
                </c:pt>
                <c:pt idx="86">
                  <c:v>0.518756</c:v>
                </c:pt>
                <c:pt idx="87">
                  <c:v>0.521881</c:v>
                </c:pt>
                <c:pt idx="88">
                  <c:v>0.525006</c:v>
                </c:pt>
                <c:pt idx="89">
                  <c:v>0.528131</c:v>
                </c:pt>
                <c:pt idx="90">
                  <c:v>0.531256</c:v>
                </c:pt>
                <c:pt idx="91">
                  <c:v>0.534381</c:v>
                </c:pt>
                <c:pt idx="92">
                  <c:v>0.537506</c:v>
                </c:pt>
                <c:pt idx="93">
                  <c:v>0.540631</c:v>
                </c:pt>
                <c:pt idx="94">
                  <c:v>0.543756</c:v>
                </c:pt>
                <c:pt idx="95">
                  <c:v>0.546881</c:v>
                </c:pt>
                <c:pt idx="96">
                  <c:v>0.550006</c:v>
                </c:pt>
                <c:pt idx="97">
                  <c:v>0.553131</c:v>
                </c:pt>
                <c:pt idx="98">
                  <c:v>0.556256</c:v>
                </c:pt>
                <c:pt idx="99">
                  <c:v>0.559381</c:v>
                </c:pt>
                <c:pt idx="100">
                  <c:v>0.562506</c:v>
                </c:pt>
                <c:pt idx="101">
                  <c:v>0.565631</c:v>
                </c:pt>
                <c:pt idx="102">
                  <c:v>0.568756</c:v>
                </c:pt>
                <c:pt idx="103">
                  <c:v>0.571881</c:v>
                </c:pt>
                <c:pt idx="104">
                  <c:v>0.575006</c:v>
                </c:pt>
                <c:pt idx="105">
                  <c:v>0.578131</c:v>
                </c:pt>
                <c:pt idx="106">
                  <c:v>0.581256</c:v>
                </c:pt>
                <c:pt idx="107">
                  <c:v>0.584381</c:v>
                </c:pt>
                <c:pt idx="108">
                  <c:v>0.587506</c:v>
                </c:pt>
                <c:pt idx="109">
                  <c:v>0.59063</c:v>
                </c:pt>
                <c:pt idx="110">
                  <c:v>0.593755</c:v>
                </c:pt>
                <c:pt idx="111">
                  <c:v>0.59688</c:v>
                </c:pt>
                <c:pt idx="112">
                  <c:v>0.600005</c:v>
                </c:pt>
                <c:pt idx="113">
                  <c:v>0.60313</c:v>
                </c:pt>
                <c:pt idx="114">
                  <c:v>0.606255</c:v>
                </c:pt>
                <c:pt idx="115">
                  <c:v>0.60938</c:v>
                </c:pt>
                <c:pt idx="116">
                  <c:v>0.612505</c:v>
                </c:pt>
                <c:pt idx="117">
                  <c:v>0.61563</c:v>
                </c:pt>
                <c:pt idx="118">
                  <c:v>0.618755</c:v>
                </c:pt>
                <c:pt idx="119">
                  <c:v>0.62188</c:v>
                </c:pt>
                <c:pt idx="120">
                  <c:v>0.625005</c:v>
                </c:pt>
                <c:pt idx="121">
                  <c:v>0.62813</c:v>
                </c:pt>
                <c:pt idx="122">
                  <c:v>0.631255</c:v>
                </c:pt>
                <c:pt idx="123">
                  <c:v>0.63438</c:v>
                </c:pt>
                <c:pt idx="124">
                  <c:v>0.637505</c:v>
                </c:pt>
                <c:pt idx="125">
                  <c:v>0.64063</c:v>
                </c:pt>
                <c:pt idx="126">
                  <c:v>0.643755</c:v>
                </c:pt>
                <c:pt idx="127">
                  <c:v>0.64688</c:v>
                </c:pt>
                <c:pt idx="128">
                  <c:v>0.650005</c:v>
                </c:pt>
                <c:pt idx="129">
                  <c:v>0.65313</c:v>
                </c:pt>
                <c:pt idx="130">
                  <c:v>0.656255</c:v>
                </c:pt>
                <c:pt idx="131">
                  <c:v>0.65938</c:v>
                </c:pt>
                <c:pt idx="132">
                  <c:v>0.662504</c:v>
                </c:pt>
                <c:pt idx="133">
                  <c:v>0.665629</c:v>
                </c:pt>
                <c:pt idx="134">
                  <c:v>0.668754</c:v>
                </c:pt>
                <c:pt idx="135">
                  <c:v>0.671879</c:v>
                </c:pt>
                <c:pt idx="136">
                  <c:v>0.675004</c:v>
                </c:pt>
                <c:pt idx="137">
                  <c:v>0.678129</c:v>
                </c:pt>
                <c:pt idx="138">
                  <c:v>0.681254</c:v>
                </c:pt>
                <c:pt idx="139">
                  <c:v>0.684379</c:v>
                </c:pt>
                <c:pt idx="140">
                  <c:v>0.687504</c:v>
                </c:pt>
                <c:pt idx="141">
                  <c:v>0.690629</c:v>
                </c:pt>
                <c:pt idx="142">
                  <c:v>0.693754</c:v>
                </c:pt>
                <c:pt idx="143">
                  <c:v>0.696879</c:v>
                </c:pt>
                <c:pt idx="144">
                  <c:v>0.700004</c:v>
                </c:pt>
                <c:pt idx="145">
                  <c:v>0.703129</c:v>
                </c:pt>
                <c:pt idx="146">
                  <c:v>0.706254</c:v>
                </c:pt>
                <c:pt idx="147">
                  <c:v>0.709379</c:v>
                </c:pt>
                <c:pt idx="148">
                  <c:v>0.712504</c:v>
                </c:pt>
                <c:pt idx="149">
                  <c:v>0.715629</c:v>
                </c:pt>
                <c:pt idx="150">
                  <c:v>0.718754</c:v>
                </c:pt>
                <c:pt idx="151">
                  <c:v>0.721879</c:v>
                </c:pt>
                <c:pt idx="152">
                  <c:v>0.725004</c:v>
                </c:pt>
                <c:pt idx="153">
                  <c:v>0.728129</c:v>
                </c:pt>
                <c:pt idx="154">
                  <c:v>0.731254</c:v>
                </c:pt>
                <c:pt idx="155">
                  <c:v>0.734379</c:v>
                </c:pt>
                <c:pt idx="156">
                  <c:v>0.737503</c:v>
                </c:pt>
                <c:pt idx="157">
                  <c:v>0.740628</c:v>
                </c:pt>
                <c:pt idx="158">
                  <c:v>0.743753</c:v>
                </c:pt>
                <c:pt idx="159">
                  <c:v>0.746878</c:v>
                </c:pt>
                <c:pt idx="160">
                  <c:v>0.750003</c:v>
                </c:pt>
                <c:pt idx="161">
                  <c:v>0.753128</c:v>
                </c:pt>
                <c:pt idx="162">
                  <c:v>0.756253</c:v>
                </c:pt>
                <c:pt idx="163">
                  <c:v>0.759378</c:v>
                </c:pt>
                <c:pt idx="164">
                  <c:v>0.762503</c:v>
                </c:pt>
                <c:pt idx="165">
                  <c:v>0.765628</c:v>
                </c:pt>
                <c:pt idx="166">
                  <c:v>0.768753</c:v>
                </c:pt>
                <c:pt idx="167">
                  <c:v>0.771878</c:v>
                </c:pt>
                <c:pt idx="168">
                  <c:v>0.775003</c:v>
                </c:pt>
                <c:pt idx="169">
                  <c:v>0.778128</c:v>
                </c:pt>
                <c:pt idx="170">
                  <c:v>0.781253</c:v>
                </c:pt>
                <c:pt idx="171">
                  <c:v>0.784378</c:v>
                </c:pt>
                <c:pt idx="172">
                  <c:v>0.787503</c:v>
                </c:pt>
                <c:pt idx="173">
                  <c:v>0.790628</c:v>
                </c:pt>
                <c:pt idx="174">
                  <c:v>0.793753</c:v>
                </c:pt>
                <c:pt idx="175">
                  <c:v>0.796878</c:v>
                </c:pt>
                <c:pt idx="176">
                  <c:v>0.800003</c:v>
                </c:pt>
                <c:pt idx="177">
                  <c:v>0.803128</c:v>
                </c:pt>
                <c:pt idx="178">
                  <c:v>0.806253</c:v>
                </c:pt>
                <c:pt idx="179">
                  <c:v>0.809378</c:v>
                </c:pt>
                <c:pt idx="180">
                  <c:v>0.812502</c:v>
                </c:pt>
                <c:pt idx="181">
                  <c:v>0.815627</c:v>
                </c:pt>
                <c:pt idx="182">
                  <c:v>0.818752</c:v>
                </c:pt>
                <c:pt idx="183">
                  <c:v>0.821877</c:v>
                </c:pt>
                <c:pt idx="184">
                  <c:v>0.825002</c:v>
                </c:pt>
                <c:pt idx="185">
                  <c:v>0.828127</c:v>
                </c:pt>
                <c:pt idx="186">
                  <c:v>0.831252</c:v>
                </c:pt>
                <c:pt idx="187">
                  <c:v>0.834377</c:v>
                </c:pt>
                <c:pt idx="188">
                  <c:v>0.837502</c:v>
                </c:pt>
                <c:pt idx="189">
                  <c:v>0.840627</c:v>
                </c:pt>
                <c:pt idx="190">
                  <c:v>0.843752</c:v>
                </c:pt>
                <c:pt idx="191">
                  <c:v>0.846877</c:v>
                </c:pt>
                <c:pt idx="192">
                  <c:v>0.850002</c:v>
                </c:pt>
                <c:pt idx="193">
                  <c:v>0.853127</c:v>
                </c:pt>
                <c:pt idx="194">
                  <c:v>0.856252</c:v>
                </c:pt>
                <c:pt idx="195">
                  <c:v>0.859377</c:v>
                </c:pt>
                <c:pt idx="196">
                  <c:v>0.862502</c:v>
                </c:pt>
                <c:pt idx="197">
                  <c:v>0.865627</c:v>
                </c:pt>
                <c:pt idx="198">
                  <c:v>0.868752</c:v>
                </c:pt>
                <c:pt idx="199">
                  <c:v>0.871877</c:v>
                </c:pt>
                <c:pt idx="200">
                  <c:v>0.875002</c:v>
                </c:pt>
                <c:pt idx="201">
                  <c:v>0.878127</c:v>
                </c:pt>
                <c:pt idx="202">
                  <c:v>0.881252</c:v>
                </c:pt>
                <c:pt idx="203">
                  <c:v>0.884377</c:v>
                </c:pt>
                <c:pt idx="204">
                  <c:v>0.887501</c:v>
                </c:pt>
                <c:pt idx="205">
                  <c:v>0.890626</c:v>
                </c:pt>
                <c:pt idx="206">
                  <c:v>0.893751</c:v>
                </c:pt>
                <c:pt idx="207">
                  <c:v>0.896876</c:v>
                </c:pt>
                <c:pt idx="208">
                  <c:v>0.900001</c:v>
                </c:pt>
                <c:pt idx="209">
                  <c:v>0.903126</c:v>
                </c:pt>
                <c:pt idx="210">
                  <c:v>0.906251</c:v>
                </c:pt>
                <c:pt idx="211">
                  <c:v>0.909376</c:v>
                </c:pt>
                <c:pt idx="212">
                  <c:v>0.912501</c:v>
                </c:pt>
                <c:pt idx="213">
                  <c:v>0.915626</c:v>
                </c:pt>
                <c:pt idx="214">
                  <c:v>0.918751</c:v>
                </c:pt>
                <c:pt idx="215">
                  <c:v>0.921876</c:v>
                </c:pt>
                <c:pt idx="216">
                  <c:v>0.925001</c:v>
                </c:pt>
                <c:pt idx="217">
                  <c:v>0.928126</c:v>
                </c:pt>
                <c:pt idx="218">
                  <c:v>0.931251</c:v>
                </c:pt>
                <c:pt idx="219">
                  <c:v>0.934376</c:v>
                </c:pt>
                <c:pt idx="220">
                  <c:v>0.937501</c:v>
                </c:pt>
                <c:pt idx="221">
                  <c:v>0.940626</c:v>
                </c:pt>
                <c:pt idx="222">
                  <c:v>0.943751</c:v>
                </c:pt>
                <c:pt idx="223">
                  <c:v>0.946876</c:v>
                </c:pt>
                <c:pt idx="224">
                  <c:v>0.950001</c:v>
                </c:pt>
                <c:pt idx="225">
                  <c:v>0.953126</c:v>
                </c:pt>
                <c:pt idx="226">
                  <c:v>0.956251</c:v>
                </c:pt>
                <c:pt idx="227">
                  <c:v>0.959376</c:v>
                </c:pt>
                <c:pt idx="228">
                  <c:v>0.9625</c:v>
                </c:pt>
                <c:pt idx="229">
                  <c:v>0.965625</c:v>
                </c:pt>
                <c:pt idx="230">
                  <c:v>0.96875</c:v>
                </c:pt>
                <c:pt idx="231">
                  <c:v>0.971875</c:v>
                </c:pt>
                <c:pt idx="232">
                  <c:v>0.975</c:v>
                </c:pt>
                <c:pt idx="233">
                  <c:v>0.978125</c:v>
                </c:pt>
                <c:pt idx="234">
                  <c:v>0.98125</c:v>
                </c:pt>
                <c:pt idx="235">
                  <c:v>0.984375</c:v>
                </c:pt>
                <c:pt idx="236">
                  <c:v>0.9875</c:v>
                </c:pt>
                <c:pt idx="237">
                  <c:v>0.990625</c:v>
                </c:pt>
                <c:pt idx="238">
                  <c:v>0.99375</c:v>
                </c:pt>
                <c:pt idx="239">
                  <c:v>0.996875</c:v>
                </c:pt>
                <c:pt idx="240">
                  <c:v>1</c:v>
                </c:pt>
              </c:numCache>
            </c:numRef>
          </c:xVal>
          <c:yVal>
            <c:numRef>
              <c:f>'Chart Data'!$B$2:$B$242</c:f>
              <c:numCache>
                <c:formatCode>0.00</c:formatCode>
                <c:ptCount val="241"/>
                <c:pt idx="0">
                  <c:v>0.50001</c:v>
                </c:pt>
                <c:pt idx="1">
                  <c:v>0.503125</c:v>
                </c:pt>
                <c:pt idx="2">
                  <c:v>0.506221</c:v>
                </c:pt>
                <c:pt idx="3">
                  <c:v>0.509298</c:v>
                </c:pt>
                <c:pt idx="4">
                  <c:v>0.512357</c:v>
                </c:pt>
                <c:pt idx="5">
                  <c:v>0.515398</c:v>
                </c:pt>
                <c:pt idx="6">
                  <c:v>0.51842</c:v>
                </c:pt>
                <c:pt idx="7">
                  <c:v>0.521426</c:v>
                </c:pt>
                <c:pt idx="8">
                  <c:v>0.524414</c:v>
                </c:pt>
                <c:pt idx="9">
                  <c:v>0.527385</c:v>
                </c:pt>
                <c:pt idx="10">
                  <c:v>0.530339</c:v>
                </c:pt>
                <c:pt idx="11">
                  <c:v>0.533277</c:v>
                </c:pt>
                <c:pt idx="12">
                  <c:v>0.536199</c:v>
                </c:pt>
                <c:pt idx="13">
                  <c:v>0.539105</c:v>
                </c:pt>
                <c:pt idx="14">
                  <c:v>0.541996</c:v>
                </c:pt>
                <c:pt idx="15">
                  <c:v>0.544871</c:v>
                </c:pt>
                <c:pt idx="16">
                  <c:v>0.547731</c:v>
                </c:pt>
                <c:pt idx="17">
                  <c:v>0.550576</c:v>
                </c:pt>
                <c:pt idx="18">
                  <c:v>0.553407</c:v>
                </c:pt>
                <c:pt idx="19">
                  <c:v>0.556223</c:v>
                </c:pt>
                <c:pt idx="20">
                  <c:v>0.559025</c:v>
                </c:pt>
                <c:pt idx="21">
                  <c:v>0.561813</c:v>
                </c:pt>
                <c:pt idx="22">
                  <c:v>0.564588</c:v>
                </c:pt>
                <c:pt idx="23">
                  <c:v>0.567348</c:v>
                </c:pt>
                <c:pt idx="24">
                  <c:v>0.570096</c:v>
                </c:pt>
                <c:pt idx="25">
                  <c:v>0.57283</c:v>
                </c:pt>
                <c:pt idx="26">
                  <c:v>0.575551</c:v>
                </c:pt>
                <c:pt idx="27">
                  <c:v>0.578259</c:v>
                </c:pt>
                <c:pt idx="28">
                  <c:v>0.580955</c:v>
                </c:pt>
                <c:pt idx="29">
                  <c:v>0.583638</c:v>
                </c:pt>
                <c:pt idx="30">
                  <c:v>0.586309</c:v>
                </c:pt>
                <c:pt idx="31">
                  <c:v>0.588968</c:v>
                </c:pt>
                <c:pt idx="32">
                  <c:v>0.591615</c:v>
                </c:pt>
                <c:pt idx="33">
                  <c:v>0.59425</c:v>
                </c:pt>
                <c:pt idx="34">
                  <c:v>0.596874</c:v>
                </c:pt>
                <c:pt idx="35">
                  <c:v>0.599486</c:v>
                </c:pt>
                <c:pt idx="36">
                  <c:v>0.602087</c:v>
                </c:pt>
                <c:pt idx="37">
                  <c:v>0.604676</c:v>
                </c:pt>
                <c:pt idx="38">
                  <c:v>0.607255</c:v>
                </c:pt>
                <c:pt idx="39">
                  <c:v>0.609822</c:v>
                </c:pt>
                <c:pt idx="40">
                  <c:v>0.612379</c:v>
                </c:pt>
                <c:pt idx="41">
                  <c:v>0.614925</c:v>
                </c:pt>
                <c:pt idx="42">
                  <c:v>0.617461</c:v>
                </c:pt>
                <c:pt idx="43">
                  <c:v>0.619986</c:v>
                </c:pt>
                <c:pt idx="44">
                  <c:v>0.622502</c:v>
                </c:pt>
                <c:pt idx="45">
                  <c:v>0.625006</c:v>
                </c:pt>
                <c:pt idx="46">
                  <c:v>0.627501</c:v>
                </c:pt>
                <c:pt idx="47">
                  <c:v>0.629987</c:v>
                </c:pt>
                <c:pt idx="48">
                  <c:v>0.632462</c:v>
                </c:pt>
                <c:pt idx="49">
                  <c:v>0.634928</c:v>
                </c:pt>
                <c:pt idx="50">
                  <c:v>0.637384</c:v>
                </c:pt>
                <c:pt idx="51">
                  <c:v>0.63983</c:v>
                </c:pt>
                <c:pt idx="52">
                  <c:v>0.642268</c:v>
                </c:pt>
                <c:pt idx="53">
                  <c:v>0.644696</c:v>
                </c:pt>
                <c:pt idx="54">
                  <c:v>0.647115</c:v>
                </c:pt>
                <c:pt idx="55">
                  <c:v>0.649525</c:v>
                </c:pt>
                <c:pt idx="56">
                  <c:v>0.651926</c:v>
                </c:pt>
                <c:pt idx="57">
                  <c:v>0.654318</c:v>
                </c:pt>
                <c:pt idx="58">
                  <c:v>0.656702</c:v>
                </c:pt>
                <c:pt idx="59">
                  <c:v>0.659077</c:v>
                </c:pt>
                <c:pt idx="60">
                  <c:v>0.661443</c:v>
                </c:pt>
                <c:pt idx="61">
                  <c:v>0.663802</c:v>
                </c:pt>
                <c:pt idx="62">
                  <c:v>0.666151</c:v>
                </c:pt>
                <c:pt idx="63">
                  <c:v>0.668493</c:v>
                </c:pt>
                <c:pt idx="64">
                  <c:v>0.670826</c:v>
                </c:pt>
                <c:pt idx="65">
                  <c:v>0.673151</c:v>
                </c:pt>
                <c:pt idx="66">
                  <c:v>0.675468</c:v>
                </c:pt>
                <c:pt idx="67">
                  <c:v>0.677777</c:v>
                </c:pt>
                <c:pt idx="68">
                  <c:v>0.680079</c:v>
                </c:pt>
                <c:pt idx="69">
                  <c:v>0.682372</c:v>
                </c:pt>
                <c:pt idx="70">
                  <c:v>0.684658</c:v>
                </c:pt>
                <c:pt idx="71">
                  <c:v>0.686937</c:v>
                </c:pt>
                <c:pt idx="72">
                  <c:v>0.689208</c:v>
                </c:pt>
                <c:pt idx="73">
                  <c:v>0.691471</c:v>
                </c:pt>
                <c:pt idx="74">
                  <c:v>0.693727</c:v>
                </c:pt>
                <c:pt idx="75">
                  <c:v>0.695975</c:v>
                </c:pt>
                <c:pt idx="76">
                  <c:v>0.698217</c:v>
                </c:pt>
                <c:pt idx="77">
                  <c:v>0.700451</c:v>
                </c:pt>
                <c:pt idx="78">
                  <c:v>0.702678</c:v>
                </c:pt>
                <c:pt idx="79">
                  <c:v>0.704898</c:v>
                </c:pt>
                <c:pt idx="80">
                  <c:v>0.707111</c:v>
                </c:pt>
                <c:pt idx="81">
                  <c:v>0.709318</c:v>
                </c:pt>
                <c:pt idx="82">
                  <c:v>0.711517</c:v>
                </c:pt>
                <c:pt idx="83">
                  <c:v>0.71371</c:v>
                </c:pt>
                <c:pt idx="84">
                  <c:v>0.715896</c:v>
                </c:pt>
                <c:pt idx="85">
                  <c:v>0.718075</c:v>
                </c:pt>
                <c:pt idx="86">
                  <c:v>0.720247</c:v>
                </c:pt>
                <c:pt idx="87">
                  <c:v>0.722414</c:v>
                </c:pt>
                <c:pt idx="88">
                  <c:v>0.724573</c:v>
                </c:pt>
                <c:pt idx="89">
                  <c:v>0.726726</c:v>
                </c:pt>
                <c:pt idx="90">
                  <c:v>0.728873</c:v>
                </c:pt>
                <c:pt idx="91">
                  <c:v>0.731014</c:v>
                </c:pt>
                <c:pt idx="92">
                  <c:v>0.733148</c:v>
                </c:pt>
                <c:pt idx="93">
                  <c:v>0.735276</c:v>
                </c:pt>
                <c:pt idx="94">
                  <c:v>0.737398</c:v>
                </c:pt>
                <c:pt idx="95">
                  <c:v>0.739514</c:v>
                </c:pt>
                <c:pt idx="96">
                  <c:v>0.741624</c:v>
                </c:pt>
                <c:pt idx="97">
                  <c:v>0.743728</c:v>
                </c:pt>
                <c:pt idx="98">
                  <c:v>0.745826</c:v>
                </c:pt>
                <c:pt idx="99">
                  <c:v>0.747918</c:v>
                </c:pt>
                <c:pt idx="100">
                  <c:v>0.750004</c:v>
                </c:pt>
                <c:pt idx="101">
                  <c:v>0.752084</c:v>
                </c:pt>
                <c:pt idx="102">
                  <c:v>0.754159</c:v>
                </c:pt>
                <c:pt idx="103">
                  <c:v>0.756228</c:v>
                </c:pt>
                <c:pt idx="104">
                  <c:v>0.758291</c:v>
                </c:pt>
                <c:pt idx="105">
                  <c:v>0.760349</c:v>
                </c:pt>
                <c:pt idx="106">
                  <c:v>0.762401</c:v>
                </c:pt>
                <c:pt idx="107">
                  <c:v>0.764448</c:v>
                </c:pt>
                <c:pt idx="108">
                  <c:v>0.766489</c:v>
                </c:pt>
                <c:pt idx="109">
                  <c:v>0.768525</c:v>
                </c:pt>
                <c:pt idx="110">
                  <c:v>0.770555</c:v>
                </c:pt>
                <c:pt idx="111">
                  <c:v>0.77258</c:v>
                </c:pt>
                <c:pt idx="112">
                  <c:v>0.974685</c:v>
                </c:pt>
                <c:pt idx="113">
                  <c:v>0.977286</c:v>
                </c:pt>
                <c:pt idx="114">
                  <c:v>0.979814</c:v>
                </c:pt>
                <c:pt idx="115">
                  <c:v>0.982336</c:v>
                </c:pt>
                <c:pt idx="116">
                  <c:v>0.984852</c:v>
                </c:pt>
                <c:pt idx="117">
                  <c:v>0.987361</c:v>
                </c:pt>
                <c:pt idx="118">
                  <c:v>0.989864</c:v>
                </c:pt>
                <c:pt idx="119">
                  <c:v>0.99236</c:v>
                </c:pt>
                <c:pt idx="120">
                  <c:v>0.99485</c:v>
                </c:pt>
                <c:pt idx="121">
                  <c:v>0.997334</c:v>
                </c:pt>
                <c:pt idx="122">
                  <c:v>0.999812</c:v>
                </c:pt>
                <c:pt idx="123">
                  <c:v>1</c:v>
                </c:pt>
                <c:pt idx="124">
                  <c:v>1</c:v>
                </c:pt>
                <c:pt idx="125">
                  <c:v>1</c:v>
                </c:pt>
                <c:pt idx="126">
                  <c:v>1</c:v>
                </c:pt>
                <c:pt idx="127">
                  <c:v>1</c:v>
                </c:pt>
                <c:pt idx="128">
                  <c:v>1</c:v>
                </c:pt>
                <c:pt idx="129">
                  <c:v>1</c:v>
                </c:pt>
                <c:pt idx="130">
                  <c:v>1</c:v>
                </c:pt>
                <c:pt idx="131">
                  <c:v>1</c:v>
                </c:pt>
                <c:pt idx="132">
                  <c:v>1</c:v>
                </c:pt>
                <c:pt idx="133">
                  <c:v>1</c:v>
                </c:pt>
                <c:pt idx="134">
                  <c:v>1</c:v>
                </c:pt>
                <c:pt idx="135">
                  <c:v>1</c:v>
                </c:pt>
                <c:pt idx="136">
                  <c:v>1</c:v>
                </c:pt>
                <c:pt idx="137">
                  <c:v>1</c:v>
                </c:pt>
                <c:pt idx="138">
                  <c:v>1</c:v>
                </c:pt>
                <c:pt idx="139">
                  <c:v>1</c:v>
                </c:pt>
                <c:pt idx="140">
                  <c:v>1</c:v>
                </c:pt>
                <c:pt idx="141">
                  <c:v>1</c:v>
                </c:pt>
                <c:pt idx="142">
                  <c:v>1</c:v>
                </c:pt>
                <c:pt idx="143">
                  <c:v>1</c:v>
                </c:pt>
                <c:pt idx="144">
                  <c:v>1</c:v>
                </c:pt>
                <c:pt idx="145">
                  <c:v>1</c:v>
                </c:pt>
                <c:pt idx="146">
                  <c:v>1</c:v>
                </c:pt>
                <c:pt idx="147">
                  <c:v>1</c:v>
                </c:pt>
                <c:pt idx="148">
                  <c:v>1</c:v>
                </c:pt>
                <c:pt idx="149">
                  <c:v>1</c:v>
                </c:pt>
                <c:pt idx="150">
                  <c:v>1</c:v>
                </c:pt>
                <c:pt idx="151">
                  <c:v>1</c:v>
                </c:pt>
                <c:pt idx="152">
                  <c:v>1</c:v>
                </c:pt>
                <c:pt idx="153">
                  <c:v>1</c:v>
                </c:pt>
                <c:pt idx="154">
                  <c:v>1</c:v>
                </c:pt>
                <c:pt idx="155">
                  <c:v>1</c:v>
                </c:pt>
                <c:pt idx="156">
                  <c:v>1</c:v>
                </c:pt>
                <c:pt idx="157">
                  <c:v>1</c:v>
                </c:pt>
                <c:pt idx="158">
                  <c:v>1</c:v>
                </c:pt>
                <c:pt idx="159">
                  <c:v>1</c:v>
                </c:pt>
                <c:pt idx="160">
                  <c:v>1</c:v>
                </c:pt>
                <c:pt idx="161">
                  <c:v>1</c:v>
                </c:pt>
                <c:pt idx="162">
                  <c:v>1</c:v>
                </c:pt>
                <c:pt idx="163">
                  <c:v>1</c:v>
                </c:pt>
                <c:pt idx="164">
                  <c:v>1</c:v>
                </c:pt>
                <c:pt idx="165">
                  <c:v>1</c:v>
                </c:pt>
                <c:pt idx="166">
                  <c:v>1</c:v>
                </c:pt>
                <c:pt idx="167">
                  <c:v>1</c:v>
                </c:pt>
                <c:pt idx="168">
                  <c:v>1</c:v>
                </c:pt>
                <c:pt idx="169">
                  <c:v>1</c:v>
                </c:pt>
                <c:pt idx="170">
                  <c:v>1</c:v>
                </c:pt>
                <c:pt idx="171">
                  <c:v>1</c:v>
                </c:pt>
                <c:pt idx="172">
                  <c:v>1</c:v>
                </c:pt>
                <c:pt idx="173">
                  <c:v>1</c:v>
                </c:pt>
                <c:pt idx="174">
                  <c:v>1</c:v>
                </c:pt>
                <c:pt idx="175">
                  <c:v>1</c:v>
                </c:pt>
                <c:pt idx="176">
                  <c:v>1</c:v>
                </c:pt>
                <c:pt idx="177">
                  <c:v>1</c:v>
                </c:pt>
                <c:pt idx="178">
                  <c:v>1</c:v>
                </c:pt>
                <c:pt idx="179">
                  <c:v>1</c:v>
                </c:pt>
                <c:pt idx="180">
                  <c:v>1</c:v>
                </c:pt>
                <c:pt idx="181">
                  <c:v>1</c:v>
                </c:pt>
                <c:pt idx="182">
                  <c:v>1</c:v>
                </c:pt>
                <c:pt idx="183">
                  <c:v>1</c:v>
                </c:pt>
                <c:pt idx="184">
                  <c:v>1</c:v>
                </c:pt>
                <c:pt idx="185">
                  <c:v>1</c:v>
                </c:pt>
                <c:pt idx="186">
                  <c:v>1</c:v>
                </c:pt>
                <c:pt idx="187">
                  <c:v>1</c:v>
                </c:pt>
                <c:pt idx="188">
                  <c:v>1</c:v>
                </c:pt>
                <c:pt idx="189">
                  <c:v>1</c:v>
                </c:pt>
                <c:pt idx="190">
                  <c:v>1</c:v>
                </c:pt>
                <c:pt idx="191">
                  <c:v>1</c:v>
                </c:pt>
                <c:pt idx="192">
                  <c:v>1</c:v>
                </c:pt>
                <c:pt idx="193">
                  <c:v>1</c:v>
                </c:pt>
                <c:pt idx="194">
                  <c:v>1</c:v>
                </c:pt>
                <c:pt idx="195">
                  <c:v>1</c:v>
                </c:pt>
                <c:pt idx="196">
                  <c:v>1</c:v>
                </c:pt>
                <c:pt idx="197">
                  <c:v>1</c:v>
                </c:pt>
                <c:pt idx="198">
                  <c:v>1</c:v>
                </c:pt>
                <c:pt idx="199">
                  <c:v>1</c:v>
                </c:pt>
                <c:pt idx="200">
                  <c:v>1</c:v>
                </c:pt>
                <c:pt idx="201">
                  <c:v>1</c:v>
                </c:pt>
                <c:pt idx="202">
                  <c:v>1</c:v>
                </c:pt>
                <c:pt idx="203">
                  <c:v>1</c:v>
                </c:pt>
                <c:pt idx="204">
                  <c:v>1</c:v>
                </c:pt>
                <c:pt idx="205">
                  <c:v>1</c:v>
                </c:pt>
                <c:pt idx="206">
                  <c:v>1</c:v>
                </c:pt>
                <c:pt idx="207">
                  <c:v>0.947036</c:v>
                </c:pt>
                <c:pt idx="208">
                  <c:v>0.948684</c:v>
                </c:pt>
                <c:pt idx="209">
                  <c:v>0.95033</c:v>
                </c:pt>
                <c:pt idx="210">
                  <c:v>0.951972</c:v>
                </c:pt>
                <c:pt idx="211">
                  <c:v>0.953612</c:v>
                </c:pt>
                <c:pt idx="212">
                  <c:v>0.955249</c:v>
                </c:pt>
                <c:pt idx="213">
                  <c:v>0.956884</c:v>
                </c:pt>
                <c:pt idx="214">
                  <c:v>0.958515</c:v>
                </c:pt>
                <c:pt idx="215">
                  <c:v>0.960144</c:v>
                </c:pt>
                <c:pt idx="216">
                  <c:v>0.96177</c:v>
                </c:pt>
                <c:pt idx="217">
                  <c:v>0.963393</c:v>
                </c:pt>
                <c:pt idx="218">
                  <c:v>0.965013</c:v>
                </c:pt>
                <c:pt idx="219">
                  <c:v>0.966631</c:v>
                </c:pt>
                <c:pt idx="220">
                  <c:v>0.968246</c:v>
                </c:pt>
                <c:pt idx="221">
                  <c:v>0.969859</c:v>
                </c:pt>
                <c:pt idx="222">
                  <c:v>0.971468</c:v>
                </c:pt>
                <c:pt idx="223">
                  <c:v>0.973075</c:v>
                </c:pt>
                <c:pt idx="224">
                  <c:v>0.97468</c:v>
                </c:pt>
                <c:pt idx="225">
                  <c:v>0.976282</c:v>
                </c:pt>
                <c:pt idx="226">
                  <c:v>0.977881</c:v>
                </c:pt>
                <c:pt idx="227">
                  <c:v>0.979477</c:v>
                </c:pt>
                <c:pt idx="228">
                  <c:v>0.981071</c:v>
                </c:pt>
                <c:pt idx="229">
                  <c:v>0.982662</c:v>
                </c:pt>
                <c:pt idx="230">
                  <c:v>0.984251</c:v>
                </c:pt>
                <c:pt idx="231">
                  <c:v>0.985837</c:v>
                </c:pt>
                <c:pt idx="232">
                  <c:v>0.987421</c:v>
                </c:pt>
                <c:pt idx="233">
                  <c:v>0.989002</c:v>
                </c:pt>
                <c:pt idx="234">
                  <c:v>0.990581</c:v>
                </c:pt>
                <c:pt idx="235">
                  <c:v>0.992157</c:v>
                </c:pt>
                <c:pt idx="236">
                  <c:v>0.99373</c:v>
                </c:pt>
                <c:pt idx="237">
                  <c:v>0.995302</c:v>
                </c:pt>
                <c:pt idx="238">
                  <c:v>0.99687</c:v>
                </c:pt>
                <c:pt idx="239">
                  <c:v>0.998436</c:v>
                </c:pt>
                <c:pt idx="240">
                  <c:v>1</c:v>
                </c:pt>
              </c:numCache>
            </c:numRef>
          </c:yVal>
          <c:smooth val="0"/>
        </c:ser>
        <c:ser>
          <c:idx val="1"/>
          <c:order val="1"/>
          <c:tx>
            <c:v>供应商 2</c:v>
          </c:tx>
          <c:spPr>
            <a:ln xmlns:a="http://schemas.openxmlformats.org/drawingml/2006/main" w="21908">
              <a:solidFill>
                <a:srgbClr val="587C95"/>
              </a:solidFill>
              <a:prstDash val="solid"/>
            </a:ln>
          </c:spPr>
          <c:marker>
            <c:symbol val="none"/>
          </c:marker>
          <c:xVal>
            <c:numRef>
              <c:f>'Chart Data'!$C$2:$C$242</c:f>
              <c:numCache>
                <c:formatCode>General</c:formatCode>
                <c:ptCount val="241"/>
                <c:pt idx="0">
                  <c:v>0.25001</c:v>
                </c:pt>
                <c:pt idx="1">
                  <c:v>0.253135</c:v>
                </c:pt>
                <c:pt idx="2">
                  <c:v>0.25626</c:v>
                </c:pt>
                <c:pt idx="3">
                  <c:v>0.259385</c:v>
                </c:pt>
                <c:pt idx="4">
                  <c:v>0.26251</c:v>
                </c:pt>
                <c:pt idx="5">
                  <c:v>0.265635</c:v>
                </c:pt>
                <c:pt idx="6">
                  <c:v>0.26876</c:v>
                </c:pt>
                <c:pt idx="7">
                  <c:v>0.271885</c:v>
                </c:pt>
                <c:pt idx="8">
                  <c:v>0.27501</c:v>
                </c:pt>
                <c:pt idx="9">
                  <c:v>0.278135</c:v>
                </c:pt>
                <c:pt idx="10">
                  <c:v>0.28126</c:v>
                </c:pt>
                <c:pt idx="11">
                  <c:v>0.284385</c:v>
                </c:pt>
                <c:pt idx="12">
                  <c:v>0.287509</c:v>
                </c:pt>
                <c:pt idx="13">
                  <c:v>0.290634</c:v>
                </c:pt>
                <c:pt idx="14">
                  <c:v>0.293759</c:v>
                </c:pt>
                <c:pt idx="15">
                  <c:v>0.296884</c:v>
                </c:pt>
                <c:pt idx="16">
                  <c:v>0.300009</c:v>
                </c:pt>
                <c:pt idx="17">
                  <c:v>0.303134</c:v>
                </c:pt>
                <c:pt idx="18">
                  <c:v>0.306259</c:v>
                </c:pt>
                <c:pt idx="19">
                  <c:v>0.309384</c:v>
                </c:pt>
                <c:pt idx="20">
                  <c:v>0.312509</c:v>
                </c:pt>
                <c:pt idx="21">
                  <c:v>0.315634</c:v>
                </c:pt>
                <c:pt idx="22">
                  <c:v>0.318759</c:v>
                </c:pt>
                <c:pt idx="23">
                  <c:v>0.321884</c:v>
                </c:pt>
                <c:pt idx="24">
                  <c:v>0.325009</c:v>
                </c:pt>
                <c:pt idx="25">
                  <c:v>0.328134</c:v>
                </c:pt>
                <c:pt idx="26">
                  <c:v>0.331259</c:v>
                </c:pt>
                <c:pt idx="27">
                  <c:v>0.334384</c:v>
                </c:pt>
                <c:pt idx="28">
                  <c:v>0.337509</c:v>
                </c:pt>
                <c:pt idx="29">
                  <c:v>0.340634</c:v>
                </c:pt>
                <c:pt idx="30">
                  <c:v>0.343759</c:v>
                </c:pt>
                <c:pt idx="31">
                  <c:v>0.346884</c:v>
                </c:pt>
                <c:pt idx="32">
                  <c:v>0.350009</c:v>
                </c:pt>
                <c:pt idx="33">
                  <c:v>0.353134</c:v>
                </c:pt>
                <c:pt idx="34">
                  <c:v>0.356259</c:v>
                </c:pt>
                <c:pt idx="35">
                  <c:v>0.359384</c:v>
                </c:pt>
                <c:pt idx="36">
                  <c:v>0.362509</c:v>
                </c:pt>
                <c:pt idx="37">
                  <c:v>0.365633</c:v>
                </c:pt>
                <c:pt idx="38">
                  <c:v>0.368758</c:v>
                </c:pt>
                <c:pt idx="39">
                  <c:v>0.371883</c:v>
                </c:pt>
                <c:pt idx="40">
                  <c:v>0.375008</c:v>
                </c:pt>
                <c:pt idx="41">
                  <c:v>0.378133</c:v>
                </c:pt>
                <c:pt idx="42">
                  <c:v>0.381258</c:v>
                </c:pt>
                <c:pt idx="43">
                  <c:v>0.384383</c:v>
                </c:pt>
                <c:pt idx="44">
                  <c:v>0.387508</c:v>
                </c:pt>
                <c:pt idx="45">
                  <c:v>0.390633</c:v>
                </c:pt>
                <c:pt idx="46">
                  <c:v>0.393758</c:v>
                </c:pt>
                <c:pt idx="47">
                  <c:v>0.396883</c:v>
                </c:pt>
                <c:pt idx="48">
                  <c:v>0.400008</c:v>
                </c:pt>
                <c:pt idx="49">
                  <c:v>0.403133</c:v>
                </c:pt>
                <c:pt idx="50">
                  <c:v>0.406258</c:v>
                </c:pt>
                <c:pt idx="51">
                  <c:v>0.409383</c:v>
                </c:pt>
                <c:pt idx="52">
                  <c:v>0.412508</c:v>
                </c:pt>
                <c:pt idx="53">
                  <c:v>0.415633</c:v>
                </c:pt>
                <c:pt idx="54">
                  <c:v>0.418758</c:v>
                </c:pt>
                <c:pt idx="55">
                  <c:v>0.421883</c:v>
                </c:pt>
                <c:pt idx="56">
                  <c:v>0.425008</c:v>
                </c:pt>
                <c:pt idx="57">
                  <c:v>0.428133</c:v>
                </c:pt>
                <c:pt idx="58">
                  <c:v>0.431258</c:v>
                </c:pt>
                <c:pt idx="59">
                  <c:v>0.434383</c:v>
                </c:pt>
                <c:pt idx="60">
                  <c:v>0.437507</c:v>
                </c:pt>
                <c:pt idx="61">
                  <c:v>0.440632</c:v>
                </c:pt>
                <c:pt idx="62">
                  <c:v>0.443757</c:v>
                </c:pt>
                <c:pt idx="63">
                  <c:v>0.446882</c:v>
                </c:pt>
                <c:pt idx="64">
                  <c:v>0.450007</c:v>
                </c:pt>
                <c:pt idx="65">
                  <c:v>0.453132</c:v>
                </c:pt>
                <c:pt idx="66">
                  <c:v>0.456257</c:v>
                </c:pt>
                <c:pt idx="67">
                  <c:v>0.459382</c:v>
                </c:pt>
                <c:pt idx="68">
                  <c:v>0.462507</c:v>
                </c:pt>
                <c:pt idx="69">
                  <c:v>0.465632</c:v>
                </c:pt>
                <c:pt idx="70">
                  <c:v>0.468757</c:v>
                </c:pt>
                <c:pt idx="71">
                  <c:v>0.471882</c:v>
                </c:pt>
                <c:pt idx="72">
                  <c:v>0.475007</c:v>
                </c:pt>
                <c:pt idx="73">
                  <c:v>0.478132</c:v>
                </c:pt>
                <c:pt idx="74">
                  <c:v>0.481257</c:v>
                </c:pt>
                <c:pt idx="75">
                  <c:v>0.484382</c:v>
                </c:pt>
                <c:pt idx="76">
                  <c:v>0.487507</c:v>
                </c:pt>
                <c:pt idx="77">
                  <c:v>0.490632</c:v>
                </c:pt>
                <c:pt idx="78">
                  <c:v>0.493757</c:v>
                </c:pt>
                <c:pt idx="79">
                  <c:v>0.496882</c:v>
                </c:pt>
                <c:pt idx="80">
                  <c:v>0.500007</c:v>
                </c:pt>
                <c:pt idx="81">
                  <c:v>0.503132</c:v>
                </c:pt>
                <c:pt idx="82">
                  <c:v>0.506257</c:v>
                </c:pt>
                <c:pt idx="83">
                  <c:v>0.509382</c:v>
                </c:pt>
                <c:pt idx="84">
                  <c:v>0.512506</c:v>
                </c:pt>
                <c:pt idx="85">
                  <c:v>0.515631</c:v>
                </c:pt>
                <c:pt idx="86">
                  <c:v>0.518756</c:v>
                </c:pt>
                <c:pt idx="87">
                  <c:v>0.521881</c:v>
                </c:pt>
                <c:pt idx="88">
                  <c:v>0.525006</c:v>
                </c:pt>
                <c:pt idx="89">
                  <c:v>0.528131</c:v>
                </c:pt>
                <c:pt idx="90">
                  <c:v>0.531256</c:v>
                </c:pt>
                <c:pt idx="91">
                  <c:v>0.534381</c:v>
                </c:pt>
                <c:pt idx="92">
                  <c:v>0.537506</c:v>
                </c:pt>
                <c:pt idx="93">
                  <c:v>0.540631</c:v>
                </c:pt>
                <c:pt idx="94">
                  <c:v>0.543756</c:v>
                </c:pt>
                <c:pt idx="95">
                  <c:v>0.546881</c:v>
                </c:pt>
                <c:pt idx="96">
                  <c:v>0.550006</c:v>
                </c:pt>
                <c:pt idx="97">
                  <c:v>0.553131</c:v>
                </c:pt>
                <c:pt idx="98">
                  <c:v>0.556256</c:v>
                </c:pt>
                <c:pt idx="99">
                  <c:v>0.559381</c:v>
                </c:pt>
                <c:pt idx="100">
                  <c:v>0.562506</c:v>
                </c:pt>
                <c:pt idx="101">
                  <c:v>0.565631</c:v>
                </c:pt>
                <c:pt idx="102">
                  <c:v>0.568756</c:v>
                </c:pt>
                <c:pt idx="103">
                  <c:v>0.571881</c:v>
                </c:pt>
                <c:pt idx="104">
                  <c:v>0.575006</c:v>
                </c:pt>
                <c:pt idx="105">
                  <c:v>0.578131</c:v>
                </c:pt>
                <c:pt idx="106">
                  <c:v>0.581256</c:v>
                </c:pt>
                <c:pt idx="107">
                  <c:v>0.584381</c:v>
                </c:pt>
                <c:pt idx="108">
                  <c:v>0.587506</c:v>
                </c:pt>
                <c:pt idx="109">
                  <c:v>0.59063</c:v>
                </c:pt>
                <c:pt idx="110">
                  <c:v>0.593755</c:v>
                </c:pt>
                <c:pt idx="111">
                  <c:v>0.59688</c:v>
                </c:pt>
                <c:pt idx="112">
                  <c:v>0.600005</c:v>
                </c:pt>
                <c:pt idx="113">
                  <c:v>0.60313</c:v>
                </c:pt>
                <c:pt idx="114">
                  <c:v>0.606255</c:v>
                </c:pt>
                <c:pt idx="115">
                  <c:v>0.60938</c:v>
                </c:pt>
                <c:pt idx="116">
                  <c:v>0.612505</c:v>
                </c:pt>
                <c:pt idx="117">
                  <c:v>0.61563</c:v>
                </c:pt>
                <c:pt idx="118">
                  <c:v>0.618755</c:v>
                </c:pt>
                <c:pt idx="119">
                  <c:v>0.62188</c:v>
                </c:pt>
                <c:pt idx="120">
                  <c:v>0.625005</c:v>
                </c:pt>
                <c:pt idx="121">
                  <c:v>0.62813</c:v>
                </c:pt>
                <c:pt idx="122">
                  <c:v>0.631255</c:v>
                </c:pt>
                <c:pt idx="123">
                  <c:v>0.63438</c:v>
                </c:pt>
                <c:pt idx="124">
                  <c:v>0.637505</c:v>
                </c:pt>
                <c:pt idx="125">
                  <c:v>0.64063</c:v>
                </c:pt>
                <c:pt idx="126">
                  <c:v>0.643755</c:v>
                </c:pt>
                <c:pt idx="127">
                  <c:v>0.64688</c:v>
                </c:pt>
                <c:pt idx="128">
                  <c:v>0.650005</c:v>
                </c:pt>
                <c:pt idx="129">
                  <c:v>0.65313</c:v>
                </c:pt>
                <c:pt idx="130">
                  <c:v>0.656255</c:v>
                </c:pt>
                <c:pt idx="131">
                  <c:v>0.65938</c:v>
                </c:pt>
                <c:pt idx="132">
                  <c:v>0.662504</c:v>
                </c:pt>
                <c:pt idx="133">
                  <c:v>0.665629</c:v>
                </c:pt>
                <c:pt idx="134">
                  <c:v>0.668754</c:v>
                </c:pt>
                <c:pt idx="135">
                  <c:v>0.671879</c:v>
                </c:pt>
                <c:pt idx="136">
                  <c:v>0.675004</c:v>
                </c:pt>
                <c:pt idx="137">
                  <c:v>0.678129</c:v>
                </c:pt>
                <c:pt idx="138">
                  <c:v>0.681254</c:v>
                </c:pt>
                <c:pt idx="139">
                  <c:v>0.684379</c:v>
                </c:pt>
                <c:pt idx="140">
                  <c:v>0.687504</c:v>
                </c:pt>
                <c:pt idx="141">
                  <c:v>0.690629</c:v>
                </c:pt>
                <c:pt idx="142">
                  <c:v>0.693754</c:v>
                </c:pt>
                <c:pt idx="143">
                  <c:v>0.696879</c:v>
                </c:pt>
                <c:pt idx="144">
                  <c:v>0.700004</c:v>
                </c:pt>
                <c:pt idx="145">
                  <c:v>0.703129</c:v>
                </c:pt>
                <c:pt idx="146">
                  <c:v>0.706254</c:v>
                </c:pt>
                <c:pt idx="147">
                  <c:v>0.709379</c:v>
                </c:pt>
                <c:pt idx="148">
                  <c:v>0.712504</c:v>
                </c:pt>
                <c:pt idx="149">
                  <c:v>0.715629</c:v>
                </c:pt>
                <c:pt idx="150">
                  <c:v>0.718754</c:v>
                </c:pt>
                <c:pt idx="151">
                  <c:v>0.721879</c:v>
                </c:pt>
                <c:pt idx="152">
                  <c:v>0.725004</c:v>
                </c:pt>
                <c:pt idx="153">
                  <c:v>0.728129</c:v>
                </c:pt>
                <c:pt idx="154">
                  <c:v>0.731254</c:v>
                </c:pt>
                <c:pt idx="155">
                  <c:v>0.734379</c:v>
                </c:pt>
                <c:pt idx="156">
                  <c:v>0.737503</c:v>
                </c:pt>
                <c:pt idx="157">
                  <c:v>0.740628</c:v>
                </c:pt>
                <c:pt idx="158">
                  <c:v>0.743753</c:v>
                </c:pt>
                <c:pt idx="159">
                  <c:v>0.746878</c:v>
                </c:pt>
                <c:pt idx="160">
                  <c:v>0.750003</c:v>
                </c:pt>
                <c:pt idx="161">
                  <c:v>0.753128</c:v>
                </c:pt>
                <c:pt idx="162">
                  <c:v>0.756253</c:v>
                </c:pt>
                <c:pt idx="163">
                  <c:v>0.759378</c:v>
                </c:pt>
                <c:pt idx="164">
                  <c:v>0.762503</c:v>
                </c:pt>
                <c:pt idx="165">
                  <c:v>0.765628</c:v>
                </c:pt>
                <c:pt idx="166">
                  <c:v>0.768753</c:v>
                </c:pt>
                <c:pt idx="167">
                  <c:v>0.771878</c:v>
                </c:pt>
                <c:pt idx="168">
                  <c:v>0.775003</c:v>
                </c:pt>
                <c:pt idx="169">
                  <c:v>0.778128</c:v>
                </c:pt>
                <c:pt idx="170">
                  <c:v>0.781253</c:v>
                </c:pt>
                <c:pt idx="171">
                  <c:v>0.784378</c:v>
                </c:pt>
                <c:pt idx="172">
                  <c:v>0.787503</c:v>
                </c:pt>
                <c:pt idx="173">
                  <c:v>0.790628</c:v>
                </c:pt>
                <c:pt idx="174">
                  <c:v>0.793753</c:v>
                </c:pt>
                <c:pt idx="175">
                  <c:v>0.796878</c:v>
                </c:pt>
                <c:pt idx="176">
                  <c:v>0.800003</c:v>
                </c:pt>
                <c:pt idx="177">
                  <c:v>0.803128</c:v>
                </c:pt>
                <c:pt idx="178">
                  <c:v>0.806253</c:v>
                </c:pt>
                <c:pt idx="179">
                  <c:v>0.809378</c:v>
                </c:pt>
                <c:pt idx="180">
                  <c:v>0.812502</c:v>
                </c:pt>
                <c:pt idx="181">
                  <c:v>0.815627</c:v>
                </c:pt>
                <c:pt idx="182">
                  <c:v>0.818752</c:v>
                </c:pt>
                <c:pt idx="183">
                  <c:v>0.821877</c:v>
                </c:pt>
                <c:pt idx="184">
                  <c:v>0.825002</c:v>
                </c:pt>
                <c:pt idx="185">
                  <c:v>0.828127</c:v>
                </c:pt>
                <c:pt idx="186">
                  <c:v>0.831252</c:v>
                </c:pt>
                <c:pt idx="187">
                  <c:v>0.834377</c:v>
                </c:pt>
                <c:pt idx="188">
                  <c:v>0.837502</c:v>
                </c:pt>
                <c:pt idx="189">
                  <c:v>0.840627</c:v>
                </c:pt>
                <c:pt idx="190">
                  <c:v>0.843752</c:v>
                </c:pt>
                <c:pt idx="191">
                  <c:v>0.846877</c:v>
                </c:pt>
                <c:pt idx="192">
                  <c:v>0.850002</c:v>
                </c:pt>
                <c:pt idx="193">
                  <c:v>0.853127</c:v>
                </c:pt>
                <c:pt idx="194">
                  <c:v>0.856252</c:v>
                </c:pt>
                <c:pt idx="195">
                  <c:v>0.859377</c:v>
                </c:pt>
                <c:pt idx="196">
                  <c:v>0.862502</c:v>
                </c:pt>
                <c:pt idx="197">
                  <c:v>0.865627</c:v>
                </c:pt>
                <c:pt idx="198">
                  <c:v>0.868752</c:v>
                </c:pt>
                <c:pt idx="199">
                  <c:v>0.871877</c:v>
                </c:pt>
                <c:pt idx="200">
                  <c:v>0.875002</c:v>
                </c:pt>
                <c:pt idx="201">
                  <c:v>0.878127</c:v>
                </c:pt>
                <c:pt idx="202">
                  <c:v>0.881252</c:v>
                </c:pt>
                <c:pt idx="203">
                  <c:v>0.884377</c:v>
                </c:pt>
                <c:pt idx="204">
                  <c:v>0.887501</c:v>
                </c:pt>
                <c:pt idx="205">
                  <c:v>0.890626</c:v>
                </c:pt>
                <c:pt idx="206">
                  <c:v>0.893751</c:v>
                </c:pt>
                <c:pt idx="207">
                  <c:v>0.896876</c:v>
                </c:pt>
                <c:pt idx="208">
                  <c:v>0.900001</c:v>
                </c:pt>
                <c:pt idx="209">
                  <c:v>0.903126</c:v>
                </c:pt>
                <c:pt idx="210">
                  <c:v>0.906251</c:v>
                </c:pt>
                <c:pt idx="211">
                  <c:v>0.909376</c:v>
                </c:pt>
                <c:pt idx="212">
                  <c:v>0.912501</c:v>
                </c:pt>
                <c:pt idx="213">
                  <c:v>0.915626</c:v>
                </c:pt>
                <c:pt idx="214">
                  <c:v>0.918751</c:v>
                </c:pt>
                <c:pt idx="215">
                  <c:v>0.921876</c:v>
                </c:pt>
                <c:pt idx="216">
                  <c:v>0.925001</c:v>
                </c:pt>
                <c:pt idx="217">
                  <c:v>0.928126</c:v>
                </c:pt>
                <c:pt idx="218">
                  <c:v>0.931251</c:v>
                </c:pt>
                <c:pt idx="219">
                  <c:v>0.934376</c:v>
                </c:pt>
                <c:pt idx="220">
                  <c:v>0.937501</c:v>
                </c:pt>
                <c:pt idx="221">
                  <c:v>0.940626</c:v>
                </c:pt>
                <c:pt idx="222">
                  <c:v>0.943751</c:v>
                </c:pt>
                <c:pt idx="223">
                  <c:v>0.946876</c:v>
                </c:pt>
                <c:pt idx="224">
                  <c:v>0.950001</c:v>
                </c:pt>
                <c:pt idx="225">
                  <c:v>0.953126</c:v>
                </c:pt>
                <c:pt idx="226">
                  <c:v>0.956251</c:v>
                </c:pt>
                <c:pt idx="227">
                  <c:v>0.959376</c:v>
                </c:pt>
                <c:pt idx="228">
                  <c:v>0.9625</c:v>
                </c:pt>
                <c:pt idx="229">
                  <c:v>0.965625</c:v>
                </c:pt>
                <c:pt idx="230">
                  <c:v>0.96875</c:v>
                </c:pt>
                <c:pt idx="231">
                  <c:v>0.971875</c:v>
                </c:pt>
                <c:pt idx="232">
                  <c:v>0.975</c:v>
                </c:pt>
                <c:pt idx="233">
                  <c:v>0.978125</c:v>
                </c:pt>
                <c:pt idx="234">
                  <c:v>0.98125</c:v>
                </c:pt>
                <c:pt idx="235">
                  <c:v>0.984375</c:v>
                </c:pt>
                <c:pt idx="236">
                  <c:v>0.9875</c:v>
                </c:pt>
                <c:pt idx="237">
                  <c:v>0.990625</c:v>
                </c:pt>
                <c:pt idx="238">
                  <c:v>0.99375</c:v>
                </c:pt>
                <c:pt idx="239">
                  <c:v>0.996875</c:v>
                </c:pt>
                <c:pt idx="240">
                  <c:v>1</c:v>
                </c:pt>
              </c:numCache>
            </c:numRef>
          </c:xVal>
          <c:yVal>
            <c:numRef>
              <c:f>'Chart Data'!$D$2:$D$242</c:f>
              <c:numCache>
                <c:formatCode>0.00</c:formatCode>
                <c:ptCount val="241"/>
                <c:pt idx="0">
                  <c:v>0.50001</c:v>
                </c:pt>
                <c:pt idx="1">
                  <c:v>0.503125</c:v>
                </c:pt>
                <c:pt idx="2">
                  <c:v>0.506221</c:v>
                </c:pt>
                <c:pt idx="3">
                  <c:v>0.509298</c:v>
                </c:pt>
                <c:pt idx="4">
                  <c:v>0.512357</c:v>
                </c:pt>
                <c:pt idx="5">
                  <c:v>0.515398</c:v>
                </c:pt>
                <c:pt idx="6">
                  <c:v>0.51842</c:v>
                </c:pt>
                <c:pt idx="7">
                  <c:v>0.521426</c:v>
                </c:pt>
                <c:pt idx="8">
                  <c:v>0.524414</c:v>
                </c:pt>
                <c:pt idx="9">
                  <c:v>0.527385</c:v>
                </c:pt>
                <c:pt idx="10">
                  <c:v>0.530339</c:v>
                </c:pt>
                <c:pt idx="11">
                  <c:v>0.533277</c:v>
                </c:pt>
                <c:pt idx="12">
                  <c:v>0.536199</c:v>
                </c:pt>
                <c:pt idx="13">
                  <c:v>0.539105</c:v>
                </c:pt>
                <c:pt idx="14">
                  <c:v>0.541996</c:v>
                </c:pt>
                <c:pt idx="15">
                  <c:v>0.544871</c:v>
                </c:pt>
                <c:pt idx="16">
                  <c:v>0.547731</c:v>
                </c:pt>
                <c:pt idx="17">
                  <c:v>0.550576</c:v>
                </c:pt>
                <c:pt idx="18">
                  <c:v>0.553407</c:v>
                </c:pt>
                <c:pt idx="19">
                  <c:v>0.556223</c:v>
                </c:pt>
                <c:pt idx="20">
                  <c:v>0.559025</c:v>
                </c:pt>
                <c:pt idx="21">
                  <c:v>0.561813</c:v>
                </c:pt>
                <c:pt idx="22">
                  <c:v>0.564588</c:v>
                </c:pt>
                <c:pt idx="23">
                  <c:v>0.567348</c:v>
                </c:pt>
                <c:pt idx="24">
                  <c:v>0.570096</c:v>
                </c:pt>
                <c:pt idx="25">
                  <c:v>0.57283</c:v>
                </c:pt>
                <c:pt idx="26">
                  <c:v>0.575551</c:v>
                </c:pt>
                <c:pt idx="27">
                  <c:v>0.578259</c:v>
                </c:pt>
                <c:pt idx="28">
                  <c:v>0.580955</c:v>
                </c:pt>
                <c:pt idx="29">
                  <c:v>0.583638</c:v>
                </c:pt>
                <c:pt idx="30">
                  <c:v>0.586309</c:v>
                </c:pt>
                <c:pt idx="31">
                  <c:v>0.588968</c:v>
                </c:pt>
                <c:pt idx="32">
                  <c:v>0.591615</c:v>
                </c:pt>
                <c:pt idx="33">
                  <c:v>0.59425</c:v>
                </c:pt>
                <c:pt idx="34">
                  <c:v>0.596874</c:v>
                </c:pt>
                <c:pt idx="35">
                  <c:v>0.599486</c:v>
                </c:pt>
                <c:pt idx="36">
                  <c:v>0.602087</c:v>
                </c:pt>
                <c:pt idx="37">
                  <c:v>0.604676</c:v>
                </c:pt>
                <c:pt idx="38">
                  <c:v>0.607255</c:v>
                </c:pt>
                <c:pt idx="39">
                  <c:v>0.609822</c:v>
                </c:pt>
                <c:pt idx="40">
                  <c:v>0.612379</c:v>
                </c:pt>
                <c:pt idx="41">
                  <c:v>0.614925</c:v>
                </c:pt>
                <c:pt idx="42">
                  <c:v>0.617461</c:v>
                </c:pt>
                <c:pt idx="43">
                  <c:v>0.619986</c:v>
                </c:pt>
                <c:pt idx="44">
                  <c:v>0.622502</c:v>
                </c:pt>
                <c:pt idx="45">
                  <c:v>0.625006</c:v>
                </c:pt>
                <c:pt idx="46">
                  <c:v>0.627501</c:v>
                </c:pt>
                <c:pt idx="47">
                  <c:v>0.629987</c:v>
                </c:pt>
                <c:pt idx="48">
                  <c:v>0.632462</c:v>
                </c:pt>
                <c:pt idx="49">
                  <c:v>0.634928</c:v>
                </c:pt>
                <c:pt idx="50">
                  <c:v>0.637384</c:v>
                </c:pt>
                <c:pt idx="51">
                  <c:v>0.63983</c:v>
                </c:pt>
                <c:pt idx="52">
                  <c:v>0.642268</c:v>
                </c:pt>
                <c:pt idx="53">
                  <c:v>0.644696</c:v>
                </c:pt>
                <c:pt idx="54">
                  <c:v>0.647115</c:v>
                </c:pt>
                <c:pt idx="55">
                  <c:v>0.649525</c:v>
                </c:pt>
                <c:pt idx="56">
                  <c:v>0.651926</c:v>
                </c:pt>
                <c:pt idx="57">
                  <c:v>0.654318</c:v>
                </c:pt>
                <c:pt idx="58">
                  <c:v>0.656702</c:v>
                </c:pt>
                <c:pt idx="59">
                  <c:v>0.659077</c:v>
                </c:pt>
                <c:pt idx="60">
                  <c:v>0.661443</c:v>
                </c:pt>
                <c:pt idx="61">
                  <c:v>0.663802</c:v>
                </c:pt>
                <c:pt idx="62">
                  <c:v>0.666151</c:v>
                </c:pt>
                <c:pt idx="63">
                  <c:v>0.668493</c:v>
                </c:pt>
                <c:pt idx="64">
                  <c:v>0.670826</c:v>
                </c:pt>
                <c:pt idx="65">
                  <c:v>0.673151</c:v>
                </c:pt>
                <c:pt idx="66">
                  <c:v>0.675468</c:v>
                </c:pt>
                <c:pt idx="67">
                  <c:v>0.677777</c:v>
                </c:pt>
                <c:pt idx="68">
                  <c:v>0.680079</c:v>
                </c:pt>
                <c:pt idx="69">
                  <c:v>0.682372</c:v>
                </c:pt>
                <c:pt idx="70">
                  <c:v>0.684658</c:v>
                </c:pt>
                <c:pt idx="71">
                  <c:v>0.686937</c:v>
                </c:pt>
                <c:pt idx="72">
                  <c:v>0.689208</c:v>
                </c:pt>
                <c:pt idx="73">
                  <c:v>0.691471</c:v>
                </c:pt>
                <c:pt idx="74">
                  <c:v>0.693727</c:v>
                </c:pt>
                <c:pt idx="75">
                  <c:v>0.695975</c:v>
                </c:pt>
                <c:pt idx="76">
                  <c:v>0.698217</c:v>
                </c:pt>
                <c:pt idx="77">
                  <c:v>0.700451</c:v>
                </c:pt>
                <c:pt idx="78">
                  <c:v>0.702678</c:v>
                </c:pt>
                <c:pt idx="79">
                  <c:v>0.704898</c:v>
                </c:pt>
                <c:pt idx="80">
                  <c:v>0.707111</c:v>
                </c:pt>
                <c:pt idx="81">
                  <c:v>0.709318</c:v>
                </c:pt>
                <c:pt idx="82">
                  <c:v>0.711517</c:v>
                </c:pt>
                <c:pt idx="83">
                  <c:v>0.71371</c:v>
                </c:pt>
                <c:pt idx="84">
                  <c:v>0.715896</c:v>
                </c:pt>
                <c:pt idx="85">
                  <c:v>0.718075</c:v>
                </c:pt>
                <c:pt idx="86">
                  <c:v>0.720247</c:v>
                </c:pt>
                <c:pt idx="87">
                  <c:v>0.722414</c:v>
                </c:pt>
                <c:pt idx="88">
                  <c:v>0.724573</c:v>
                </c:pt>
                <c:pt idx="89">
                  <c:v>0.726726</c:v>
                </c:pt>
                <c:pt idx="90">
                  <c:v>0.728873</c:v>
                </c:pt>
                <c:pt idx="91">
                  <c:v>0.731014</c:v>
                </c:pt>
                <c:pt idx="92">
                  <c:v>0.733148</c:v>
                </c:pt>
                <c:pt idx="93">
                  <c:v>0.735276</c:v>
                </c:pt>
                <c:pt idx="94">
                  <c:v>0.737398</c:v>
                </c:pt>
                <c:pt idx="95">
                  <c:v>0.739514</c:v>
                </c:pt>
                <c:pt idx="96">
                  <c:v>0.741624</c:v>
                </c:pt>
                <c:pt idx="97">
                  <c:v>0.743728</c:v>
                </c:pt>
                <c:pt idx="98">
                  <c:v>0.745826</c:v>
                </c:pt>
                <c:pt idx="99">
                  <c:v>0.747918</c:v>
                </c:pt>
                <c:pt idx="100">
                  <c:v>0.750004</c:v>
                </c:pt>
                <c:pt idx="101">
                  <c:v>0.752084</c:v>
                </c:pt>
                <c:pt idx="102">
                  <c:v>0.754159</c:v>
                </c:pt>
                <c:pt idx="103">
                  <c:v>0.756228</c:v>
                </c:pt>
                <c:pt idx="104">
                  <c:v>0.758291</c:v>
                </c:pt>
                <c:pt idx="105">
                  <c:v>0.760349</c:v>
                </c:pt>
                <c:pt idx="106">
                  <c:v>0.762401</c:v>
                </c:pt>
                <c:pt idx="107">
                  <c:v>0.764448</c:v>
                </c:pt>
                <c:pt idx="108">
                  <c:v>0.766489</c:v>
                </c:pt>
                <c:pt idx="109">
                  <c:v>0.768525</c:v>
                </c:pt>
                <c:pt idx="110">
                  <c:v>0.770555</c:v>
                </c:pt>
                <c:pt idx="111">
                  <c:v>0.77258</c:v>
                </c:pt>
                <c:pt idx="112">
                  <c:v>0.5</c:v>
                </c:pt>
                <c:pt idx="113">
                  <c:v>0.501172</c:v>
                </c:pt>
                <c:pt idx="114">
                  <c:v>0.502469</c:v>
                </c:pt>
                <c:pt idx="115">
                  <c:v>0.503762</c:v>
                </c:pt>
                <c:pt idx="116">
                  <c:v>0.505052</c:v>
                </c:pt>
                <c:pt idx="117">
                  <c:v>0.506339</c:v>
                </c:pt>
                <c:pt idx="118">
                  <c:v>0.507622</c:v>
                </c:pt>
                <c:pt idx="119">
                  <c:v>0.508903</c:v>
                </c:pt>
                <c:pt idx="120">
                  <c:v>0.51018</c:v>
                </c:pt>
                <c:pt idx="121">
                  <c:v>0.511453</c:v>
                </c:pt>
                <c:pt idx="122">
                  <c:v>0.512724</c:v>
                </c:pt>
                <c:pt idx="123">
                  <c:v>0.51842</c:v>
                </c:pt>
                <c:pt idx="124">
                  <c:v>0.524414</c:v>
                </c:pt>
                <c:pt idx="125">
                  <c:v>0.530339</c:v>
                </c:pt>
                <c:pt idx="126">
                  <c:v>0.536199</c:v>
                </c:pt>
                <c:pt idx="127">
                  <c:v>0.541996</c:v>
                </c:pt>
                <c:pt idx="128">
                  <c:v>0.547731</c:v>
                </c:pt>
                <c:pt idx="129">
                  <c:v>0.553407</c:v>
                </c:pt>
                <c:pt idx="130">
                  <c:v>0.559025</c:v>
                </c:pt>
                <c:pt idx="131">
                  <c:v>0.564588</c:v>
                </c:pt>
                <c:pt idx="132">
                  <c:v>0.570096</c:v>
                </c:pt>
                <c:pt idx="133">
                  <c:v>0.575551</c:v>
                </c:pt>
                <c:pt idx="134">
                  <c:v>0.580955</c:v>
                </c:pt>
                <c:pt idx="135">
                  <c:v>0.586309</c:v>
                </c:pt>
                <c:pt idx="136">
                  <c:v>0.591615</c:v>
                </c:pt>
                <c:pt idx="137">
                  <c:v>0.596874</c:v>
                </c:pt>
                <c:pt idx="138">
                  <c:v>0.602087</c:v>
                </c:pt>
                <c:pt idx="139">
                  <c:v>0.607255</c:v>
                </c:pt>
                <c:pt idx="140">
                  <c:v>0.612379</c:v>
                </c:pt>
                <c:pt idx="141">
                  <c:v>0.617461</c:v>
                </c:pt>
                <c:pt idx="142">
                  <c:v>0.622502</c:v>
                </c:pt>
                <c:pt idx="143">
                  <c:v>0.627501</c:v>
                </c:pt>
                <c:pt idx="144">
                  <c:v>0.632462</c:v>
                </c:pt>
                <c:pt idx="145">
                  <c:v>0.637384</c:v>
                </c:pt>
                <c:pt idx="146">
                  <c:v>0.642268</c:v>
                </c:pt>
                <c:pt idx="147">
                  <c:v>0.647115</c:v>
                </c:pt>
                <c:pt idx="148">
                  <c:v>0.651926</c:v>
                </c:pt>
                <c:pt idx="149">
                  <c:v>0.656702</c:v>
                </c:pt>
                <c:pt idx="150">
                  <c:v>0.661443</c:v>
                </c:pt>
                <c:pt idx="151">
                  <c:v>0.666151</c:v>
                </c:pt>
                <c:pt idx="152">
                  <c:v>0.670826</c:v>
                </c:pt>
                <c:pt idx="153">
                  <c:v>0.675468</c:v>
                </c:pt>
                <c:pt idx="154">
                  <c:v>0.680079</c:v>
                </c:pt>
                <c:pt idx="155">
                  <c:v>0.684658</c:v>
                </c:pt>
                <c:pt idx="156">
                  <c:v>0.689208</c:v>
                </c:pt>
                <c:pt idx="157">
                  <c:v>0.693727</c:v>
                </c:pt>
                <c:pt idx="158">
                  <c:v>0.698217</c:v>
                </c:pt>
                <c:pt idx="159">
                  <c:v>0.702678</c:v>
                </c:pt>
                <c:pt idx="160">
                  <c:v>0.707111</c:v>
                </c:pt>
                <c:pt idx="161">
                  <c:v>0.711517</c:v>
                </c:pt>
                <c:pt idx="162">
                  <c:v>0.715896</c:v>
                </c:pt>
                <c:pt idx="163">
                  <c:v>0.720247</c:v>
                </c:pt>
                <c:pt idx="164">
                  <c:v>0.724573</c:v>
                </c:pt>
                <c:pt idx="165">
                  <c:v>0.728873</c:v>
                </c:pt>
                <c:pt idx="166">
                  <c:v>0.733148</c:v>
                </c:pt>
                <c:pt idx="167">
                  <c:v>0.737398</c:v>
                </c:pt>
                <c:pt idx="168">
                  <c:v>0.741624</c:v>
                </c:pt>
                <c:pt idx="169">
                  <c:v>0.745826</c:v>
                </c:pt>
                <c:pt idx="170">
                  <c:v>0.750004</c:v>
                </c:pt>
                <c:pt idx="171">
                  <c:v>0.754159</c:v>
                </c:pt>
                <c:pt idx="172">
                  <c:v>0.758291</c:v>
                </c:pt>
                <c:pt idx="173">
                  <c:v>0.762401</c:v>
                </c:pt>
                <c:pt idx="174">
                  <c:v>0.766489</c:v>
                </c:pt>
                <c:pt idx="175">
                  <c:v>0.770555</c:v>
                </c:pt>
                <c:pt idx="176">
                  <c:v>0.7746</c:v>
                </c:pt>
                <c:pt idx="177">
                  <c:v>0.778624</c:v>
                </c:pt>
                <c:pt idx="178">
                  <c:v>0.782627</c:v>
                </c:pt>
                <c:pt idx="179">
                  <c:v>0.78661</c:v>
                </c:pt>
                <c:pt idx="180">
                  <c:v>0.790573</c:v>
                </c:pt>
                <c:pt idx="181">
                  <c:v>0.794516</c:v>
                </c:pt>
                <c:pt idx="182">
                  <c:v>0.798439</c:v>
                </c:pt>
                <c:pt idx="183">
                  <c:v>0.802343</c:v>
                </c:pt>
                <c:pt idx="184">
                  <c:v>0.806229</c:v>
                </c:pt>
                <c:pt idx="185">
                  <c:v>0.810095</c:v>
                </c:pt>
                <c:pt idx="186">
                  <c:v>0.813944</c:v>
                </c:pt>
                <c:pt idx="187">
                  <c:v>0.817774</c:v>
                </c:pt>
                <c:pt idx="188">
                  <c:v>0.821586</c:v>
                </c:pt>
                <c:pt idx="189">
                  <c:v>0.825381</c:v>
                </c:pt>
                <c:pt idx="190">
                  <c:v>0.829159</c:v>
                </c:pt>
                <c:pt idx="191">
                  <c:v>0.832919</c:v>
                </c:pt>
                <c:pt idx="192">
                  <c:v>0.836662</c:v>
                </c:pt>
                <c:pt idx="193">
                  <c:v>0.840389</c:v>
                </c:pt>
                <c:pt idx="194">
                  <c:v>0.844099</c:v>
                </c:pt>
                <c:pt idx="195">
                  <c:v>0.847793</c:v>
                </c:pt>
                <c:pt idx="196">
                  <c:v>0.851471</c:v>
                </c:pt>
                <c:pt idx="197">
                  <c:v>0.855134</c:v>
                </c:pt>
                <c:pt idx="198">
                  <c:v>0.85878</c:v>
                </c:pt>
                <c:pt idx="199">
                  <c:v>0.862411</c:v>
                </c:pt>
                <c:pt idx="200">
                  <c:v>0.866027</c:v>
                </c:pt>
                <c:pt idx="201">
                  <c:v>0.869628</c:v>
                </c:pt>
                <c:pt idx="202">
                  <c:v>0.873214</c:v>
                </c:pt>
                <c:pt idx="203">
                  <c:v>0.876786</c:v>
                </c:pt>
                <c:pt idx="204">
                  <c:v>0.880343</c:v>
                </c:pt>
                <c:pt idx="205">
                  <c:v>0.883885</c:v>
                </c:pt>
                <c:pt idx="206">
                  <c:v>0.887414</c:v>
                </c:pt>
                <c:pt idx="207">
                  <c:v>0.947036</c:v>
                </c:pt>
                <c:pt idx="208">
                  <c:v>0.948684</c:v>
                </c:pt>
                <c:pt idx="209">
                  <c:v>0.95033</c:v>
                </c:pt>
                <c:pt idx="210">
                  <c:v>0.951972</c:v>
                </c:pt>
                <c:pt idx="211">
                  <c:v>0.953612</c:v>
                </c:pt>
                <c:pt idx="212">
                  <c:v>0.955249</c:v>
                </c:pt>
                <c:pt idx="213">
                  <c:v>0.956884</c:v>
                </c:pt>
                <c:pt idx="214">
                  <c:v>0.958515</c:v>
                </c:pt>
                <c:pt idx="215">
                  <c:v>0.960144</c:v>
                </c:pt>
                <c:pt idx="216">
                  <c:v>0.96177</c:v>
                </c:pt>
                <c:pt idx="217">
                  <c:v>0.963393</c:v>
                </c:pt>
                <c:pt idx="218">
                  <c:v>0.965013</c:v>
                </c:pt>
                <c:pt idx="219">
                  <c:v>0.966631</c:v>
                </c:pt>
                <c:pt idx="220">
                  <c:v>0.968246</c:v>
                </c:pt>
                <c:pt idx="221">
                  <c:v>0.969859</c:v>
                </c:pt>
                <c:pt idx="222">
                  <c:v>0.971468</c:v>
                </c:pt>
                <c:pt idx="223">
                  <c:v>0.973075</c:v>
                </c:pt>
                <c:pt idx="224">
                  <c:v>0.97468</c:v>
                </c:pt>
                <c:pt idx="225">
                  <c:v>0.976282</c:v>
                </c:pt>
                <c:pt idx="226">
                  <c:v>0.977881</c:v>
                </c:pt>
                <c:pt idx="227">
                  <c:v>0.979477</c:v>
                </c:pt>
                <c:pt idx="228">
                  <c:v>0.981071</c:v>
                </c:pt>
                <c:pt idx="229">
                  <c:v>0.982662</c:v>
                </c:pt>
                <c:pt idx="230">
                  <c:v>0.984251</c:v>
                </c:pt>
                <c:pt idx="231">
                  <c:v>0.985837</c:v>
                </c:pt>
                <c:pt idx="232">
                  <c:v>0.987421</c:v>
                </c:pt>
                <c:pt idx="233">
                  <c:v>0.989002</c:v>
                </c:pt>
                <c:pt idx="234">
                  <c:v>0.990581</c:v>
                </c:pt>
                <c:pt idx="235">
                  <c:v>0.992157</c:v>
                </c:pt>
                <c:pt idx="236">
                  <c:v>0.99373</c:v>
                </c:pt>
                <c:pt idx="237">
                  <c:v>0.995302</c:v>
                </c:pt>
                <c:pt idx="238">
                  <c:v>0.99687</c:v>
                </c:pt>
                <c:pt idx="239">
                  <c:v>0.998436</c:v>
                </c:pt>
                <c:pt idx="240">
                  <c:v>1</c:v>
                </c:pt>
              </c:numCache>
            </c:numRef>
          </c:yVal>
          <c:smooth val="0"/>
        </c:ser>
        <c:dLbls>
          <c:txPr>
            <a:bodyPr xmlns:a="http://schemas.openxmlformats.org/drawingml/2006/main" anchorCtr="1"/>
            <a:lstStyle xmlns:a="http://schemas.openxmlformats.org/drawingml/2006/main"/>
            <a:p xmlns:a="http://schemas.openxmlformats.org/drawingml/2006/main">
              <a:pPr>
                <a:defRPr>
                  <a:latin typeface="Noto Sans CJK SC"/>
                  <a:ea typeface="Noto Sans CJK SC"/>
                  <a:cs typeface="Noto Sans CJK SC"/>
                </a:defRPr>
              </a:pPr>
            </a:p>
          </c:txPr>
          <c:showLegendKey val="0"/>
          <c:showVal val="0"/>
          <c:showCatName val="0"/>
          <c:showSerName val="0"/>
          <c:showPercent val="0"/>
          <c:showBubbleSize val="0"/>
          <c:showLeaderLines val="0"/>
        </c:dLbls>
        <c:axId val="48650112"/>
        <c:axId val="48672768"/>
      </c:scatterChart>
      <c:valAx>
        <c:axId val="48672768"/>
        <c:scaling>
          <c:orientation val="minMax"/>
          <c:max val="1.05"/>
          <c:min val="0.5"/>
        </c:scaling>
        <c:delete val="0"/>
        <c:axPos val="l"/>
        <c:majorGridlines>
          <c:spPr>
            <a:ln xmlns:a="http://schemas.openxmlformats.org/drawingml/2006/main" w="5715">
              <a:solidFill>
                <a:srgbClr val="E7ECF0"/>
              </a:solidFill>
            </a:ln>
          </c:spPr>
        </c:majorGridlines>
        <c:title>
          <c:tx>
            <c:rich>
              <a:bodyPr xmlns:a="http://schemas.openxmlformats.org/drawingml/2006/main"/>
              <a:lstStyle xmlns:a="http://schemas.openxmlformats.org/drawingml/2006/main"/>
              <a:p xmlns:a="http://schemas.openxmlformats.org/drawingml/2006/main">
                <a:r>
                  <a:rPr sz="1350">
                    <a:solidFill>
                      <a:srgbClr val="243746"/>
                    </a:solidFill>
                    <a:latin typeface="Noto Sans CJK SC"/>
                    <a:ea typeface="Noto Sans CJK SC"/>
                    <a:cs typeface="Noto Sans CJK SC"/>
                  </a:rPr>
                  <a:t>准确度 bᵢ*</a:t>
                </a:r>
              </a:p>
            </c:rich>
          </c:tx>
          <c:overlay val="0"/>
          <c:txPr>
            <a:bodyPr xmlns:a="http://schemas.openxmlformats.org/drawingml/2006/main" anchorCtr="1"/>
            <a:lstStyle xmlns:a="http://schemas.openxmlformats.org/drawingml/2006/main"/>
            <a:p xmlns:a="http://schemas.openxmlformats.org/drawingml/2006/main">
              <a:pPr>
                <a:defRPr sz="1350">
                  <a:solidFill>
                    <a:srgbClr val="243746"/>
                  </a:solidFill>
                  <a:latin typeface="Noto Sans CJK SC"/>
                  <a:ea typeface="Noto Sans CJK SC"/>
                  <a:cs typeface="Noto Sans CJK SC"/>
                </a:defRPr>
              </a:pPr>
            </a:p>
          </c:txPr>
        </c:title>
        <c:numFmt formatCode="0.00"/>
        <c:majorTickMark val="none"/>
        <c:minorTickMark val="none"/>
        <c:spPr>
          <a:ln xmlns:a="http://schemas.openxmlformats.org/drawingml/2006/main" w="5715">
            <a:solidFill>
              <a:srgbClr val="879AA7"/>
            </a:solidFill>
          </a:ln>
        </c:spPr>
        <c:txPr>
          <a:bodyPr xmlns:a="http://schemas.openxmlformats.org/drawingml/2006/main" anchorCtr="1"/>
          <a:lstStyle xmlns:a="http://schemas.openxmlformats.org/drawingml/2006/main"/>
          <a:p xmlns:a="http://schemas.openxmlformats.org/drawingml/2006/main">
            <a:pPr>
              <a:defRPr sz="1200">
                <a:solidFill>
                  <a:srgbClr val="627281"/>
                </a:solidFill>
                <a:latin typeface="Noto Sans CJK SC"/>
                <a:ea typeface="Noto Sans CJK SC"/>
                <a:cs typeface="Noto Sans CJK SC"/>
              </a:defRPr>
            </a:pPr>
          </a:p>
        </c:txPr>
        <c:crossAx val="48650112"/>
        <c:majorUnit val="0.1"/>
      </c:valAx>
      <c:valAx>
        <c:axId val="48650112"/>
        <c:scaling>
          <c:orientation val="minMax"/>
          <c:max val="1"/>
          <c:min val="0.25"/>
        </c:scaling>
        <c:delete val="0"/>
        <c:axPos val="b"/>
        <c:title>
          <c:tx>
            <c:rich>
              <a:bodyPr xmlns:a="http://schemas.openxmlformats.org/drawingml/2006/main"/>
              <a:lstStyle xmlns:a="http://schemas.openxmlformats.org/drawingml/2006/main"/>
              <a:p xmlns:a="http://schemas.openxmlformats.org/drawingml/2006/main">
                <a:r>
                  <a:rPr sz="1350">
                    <a:solidFill>
                      <a:srgbClr val="243746"/>
                    </a:solidFill>
                    <a:latin typeface="Noto Sans CJK SC"/>
                    <a:ea typeface="Noto Sans CJK SC"/>
                    <a:cs typeface="Noto Sans CJK SC"/>
                  </a:rPr>
                  <a:t>总预算 B</a:t>
                </a:r>
              </a:p>
            </c:rich>
          </c:tx>
          <c:overlay val="0"/>
          <c:txPr>
            <a:bodyPr xmlns:a="http://schemas.openxmlformats.org/drawingml/2006/main" anchorCtr="1"/>
            <a:lstStyle xmlns:a="http://schemas.openxmlformats.org/drawingml/2006/main"/>
            <a:p xmlns:a="http://schemas.openxmlformats.org/drawingml/2006/main">
              <a:pPr>
                <a:defRPr sz="1350">
                  <a:solidFill>
                    <a:srgbClr val="243746"/>
                  </a:solidFill>
                  <a:latin typeface="Noto Sans CJK SC"/>
                  <a:ea typeface="Noto Sans CJK SC"/>
                  <a:cs typeface="Noto Sans CJK SC"/>
                </a:defRPr>
              </a:pPr>
            </a:p>
          </c:txPr>
        </c:title>
        <c:numFmt formatCode="0.00"/>
        <c:majorTickMark val="none"/>
        <c:minorTickMark val="none"/>
        <c:spPr>
          <a:ln xmlns:a="http://schemas.openxmlformats.org/drawingml/2006/main" w="5715">
            <a:solidFill>
              <a:srgbClr val="879AA7"/>
            </a:solidFill>
          </a:ln>
        </c:spPr>
        <c:txPr>
          <a:bodyPr xmlns:a="http://schemas.openxmlformats.org/drawingml/2006/main" anchorCtr="1"/>
          <a:lstStyle xmlns:a="http://schemas.openxmlformats.org/drawingml/2006/main"/>
          <a:p xmlns:a="http://schemas.openxmlformats.org/drawingml/2006/main">
            <a:pPr>
              <a:defRPr sz="1200">
                <a:solidFill>
                  <a:srgbClr val="627281"/>
                </a:solidFill>
                <a:latin typeface="Noto Sans CJK SC"/>
                <a:ea typeface="Noto Sans CJK SC"/>
                <a:cs typeface="Noto Sans CJK SC"/>
              </a:defRPr>
            </a:pPr>
          </a:p>
        </c:txPr>
        <c:crossAx val="48672768"/>
        <c:majorUnit val="0.15"/>
      </c:valAx>
      <c:spPr>
        <a:noFill xmlns:a="http://schemas.openxmlformats.org/drawingml/2006/main"/>
        <a:ln xmlns:a="http://schemas.openxmlformats.org/drawingml/2006/main" w="0">
          <a:noFill/>
        </a:ln>
      </c:spPr>
    </c:plotArea>
    <c:legend>
      <c:legendPos val="b"/>
      <c:overlay val="0"/>
      <c:txPr>
        <a:bodyPr xmlns:a="http://schemas.openxmlformats.org/drawingml/2006/main" anchorCtr="1"/>
        <a:lstStyle xmlns:a="http://schemas.openxmlformats.org/drawingml/2006/main"/>
        <a:p xmlns:a="http://schemas.openxmlformats.org/drawingml/2006/main">
          <a:pPr>
            <a:defRPr sz="1275">
              <a:solidFill>
                <a:srgbClr val="243746"/>
              </a:solidFill>
              <a:latin typeface="Noto Sans CJK SC"/>
              <a:ea typeface="Noto Sans CJK SC"/>
              <a:cs typeface="Noto Sans CJK SC"/>
            </a:defRPr>
          </a:pPr>
        </a:p>
      </c:txPr>
    </c:legend>
    <c:plotVisOnly val="1"/>
  </c:chart>
  <c:spPr>
    <a:noFill xmlns:a="http://schemas.openxmlformats.org/drawingml/2006/main"/>
    <a:ln xmlns:a="http://schemas.openxmlformats.org/drawingml/2006/main" w="0">
      <a:noFill/>
    </a:ln>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425" b="1">
                <a:solidFill>
                  <a:srgbClr val="243746"/>
                </a:solidFill>
                <a:latin typeface="Noto Sans CJK SC"/>
                <a:ea typeface="Noto Sans CJK SC"/>
                <a:cs typeface="Noto Sans CJK SC"/>
              </a:rPr>
              <a:t>审计两家时的社会风险</a:t>
            </a:r>
          </a:p>
        </c:rich>
      </c:tx>
      <c:overlay val="0"/>
      <c:txPr>
        <a:bodyPr xmlns:a="http://schemas.openxmlformats.org/drawingml/2006/main" anchorCtr="1"/>
        <a:lstStyle xmlns:a="http://schemas.openxmlformats.org/drawingml/2006/main"/>
        <a:p xmlns:a="http://schemas.openxmlformats.org/drawingml/2006/main">
          <a:pPr>
            <a:defRPr sz="1425" b="1">
              <a:solidFill>
                <a:srgbClr val="243746"/>
              </a:solidFill>
              <a:latin typeface="Noto Sans CJK SC"/>
              <a:ea typeface="Noto Sans CJK SC"/>
              <a:cs typeface="Noto Sans CJK SC"/>
            </a:defRPr>
          </a:pPr>
        </a:p>
      </c:txPr>
    </c:title>
    <c:plotArea>
      <c:scatterChart>
        <c:scatterStyle val="line"/>
        <c:varyColors val="0"/>
        <c:ser>
          <c:idx val="0"/>
          <c:order val="0"/>
          <c:tx>
            <c:v>企业最优方案的 L*</c:v>
          </c:tx>
          <c:spPr>
            <a:ln xmlns:a="http://schemas.openxmlformats.org/drawingml/2006/main" w="21908">
              <a:solidFill>
                <a:srgbClr val="DA501B"/>
              </a:solidFill>
              <a:prstDash val="solid"/>
            </a:ln>
          </c:spPr>
          <c:marker>
            <c:symbol val="none"/>
          </c:marker>
          <c:xVal>
            <c:numRef>
              <c:f>'Chart Data'!$A$2:$A$242</c:f>
              <c:numCache>
                <c:formatCode>General</c:formatCode>
                <c:ptCount val="241"/>
                <c:pt idx="0">
                  <c:v>0.25001</c:v>
                </c:pt>
                <c:pt idx="1">
                  <c:v>0.253135</c:v>
                </c:pt>
                <c:pt idx="2">
                  <c:v>0.25626</c:v>
                </c:pt>
                <c:pt idx="3">
                  <c:v>0.259385</c:v>
                </c:pt>
                <c:pt idx="4">
                  <c:v>0.26251</c:v>
                </c:pt>
                <c:pt idx="5">
                  <c:v>0.265635</c:v>
                </c:pt>
                <c:pt idx="6">
                  <c:v>0.26876</c:v>
                </c:pt>
                <c:pt idx="7">
                  <c:v>0.271885</c:v>
                </c:pt>
                <c:pt idx="8">
                  <c:v>0.27501</c:v>
                </c:pt>
                <c:pt idx="9">
                  <c:v>0.278135</c:v>
                </c:pt>
                <c:pt idx="10">
                  <c:v>0.28126</c:v>
                </c:pt>
                <c:pt idx="11">
                  <c:v>0.284385</c:v>
                </c:pt>
                <c:pt idx="12">
                  <c:v>0.287509</c:v>
                </c:pt>
                <c:pt idx="13">
                  <c:v>0.290634</c:v>
                </c:pt>
                <c:pt idx="14">
                  <c:v>0.293759</c:v>
                </c:pt>
                <c:pt idx="15">
                  <c:v>0.296884</c:v>
                </c:pt>
                <c:pt idx="16">
                  <c:v>0.300009</c:v>
                </c:pt>
                <c:pt idx="17">
                  <c:v>0.303134</c:v>
                </c:pt>
                <c:pt idx="18">
                  <c:v>0.306259</c:v>
                </c:pt>
                <c:pt idx="19">
                  <c:v>0.309384</c:v>
                </c:pt>
                <c:pt idx="20">
                  <c:v>0.312509</c:v>
                </c:pt>
                <c:pt idx="21">
                  <c:v>0.315634</c:v>
                </c:pt>
                <c:pt idx="22">
                  <c:v>0.318759</c:v>
                </c:pt>
                <c:pt idx="23">
                  <c:v>0.321884</c:v>
                </c:pt>
                <c:pt idx="24">
                  <c:v>0.325009</c:v>
                </c:pt>
                <c:pt idx="25">
                  <c:v>0.328134</c:v>
                </c:pt>
                <c:pt idx="26">
                  <c:v>0.331259</c:v>
                </c:pt>
                <c:pt idx="27">
                  <c:v>0.334384</c:v>
                </c:pt>
                <c:pt idx="28">
                  <c:v>0.337509</c:v>
                </c:pt>
                <c:pt idx="29">
                  <c:v>0.340634</c:v>
                </c:pt>
                <c:pt idx="30">
                  <c:v>0.343759</c:v>
                </c:pt>
                <c:pt idx="31">
                  <c:v>0.346884</c:v>
                </c:pt>
                <c:pt idx="32">
                  <c:v>0.350009</c:v>
                </c:pt>
                <c:pt idx="33">
                  <c:v>0.353134</c:v>
                </c:pt>
                <c:pt idx="34">
                  <c:v>0.356259</c:v>
                </c:pt>
                <c:pt idx="35">
                  <c:v>0.359384</c:v>
                </c:pt>
                <c:pt idx="36">
                  <c:v>0.362509</c:v>
                </c:pt>
                <c:pt idx="37">
                  <c:v>0.365633</c:v>
                </c:pt>
                <c:pt idx="38">
                  <c:v>0.368758</c:v>
                </c:pt>
                <c:pt idx="39">
                  <c:v>0.371883</c:v>
                </c:pt>
                <c:pt idx="40">
                  <c:v>0.375008</c:v>
                </c:pt>
                <c:pt idx="41">
                  <c:v>0.378133</c:v>
                </c:pt>
                <c:pt idx="42">
                  <c:v>0.381258</c:v>
                </c:pt>
                <c:pt idx="43">
                  <c:v>0.384383</c:v>
                </c:pt>
                <c:pt idx="44">
                  <c:v>0.387508</c:v>
                </c:pt>
                <c:pt idx="45">
                  <c:v>0.390633</c:v>
                </c:pt>
                <c:pt idx="46">
                  <c:v>0.393758</c:v>
                </c:pt>
                <c:pt idx="47">
                  <c:v>0.396883</c:v>
                </c:pt>
                <c:pt idx="48">
                  <c:v>0.400008</c:v>
                </c:pt>
                <c:pt idx="49">
                  <c:v>0.403133</c:v>
                </c:pt>
                <c:pt idx="50">
                  <c:v>0.406258</c:v>
                </c:pt>
                <c:pt idx="51">
                  <c:v>0.409383</c:v>
                </c:pt>
                <c:pt idx="52">
                  <c:v>0.412508</c:v>
                </c:pt>
                <c:pt idx="53">
                  <c:v>0.415633</c:v>
                </c:pt>
                <c:pt idx="54">
                  <c:v>0.418758</c:v>
                </c:pt>
                <c:pt idx="55">
                  <c:v>0.421883</c:v>
                </c:pt>
                <c:pt idx="56">
                  <c:v>0.425008</c:v>
                </c:pt>
                <c:pt idx="57">
                  <c:v>0.428133</c:v>
                </c:pt>
                <c:pt idx="58">
                  <c:v>0.431258</c:v>
                </c:pt>
                <c:pt idx="59">
                  <c:v>0.434383</c:v>
                </c:pt>
                <c:pt idx="60">
                  <c:v>0.437507</c:v>
                </c:pt>
                <c:pt idx="61">
                  <c:v>0.440632</c:v>
                </c:pt>
                <c:pt idx="62">
                  <c:v>0.443757</c:v>
                </c:pt>
                <c:pt idx="63">
                  <c:v>0.446882</c:v>
                </c:pt>
                <c:pt idx="64">
                  <c:v>0.450007</c:v>
                </c:pt>
                <c:pt idx="65">
                  <c:v>0.453132</c:v>
                </c:pt>
                <c:pt idx="66">
                  <c:v>0.456257</c:v>
                </c:pt>
                <c:pt idx="67">
                  <c:v>0.459382</c:v>
                </c:pt>
                <c:pt idx="68">
                  <c:v>0.462507</c:v>
                </c:pt>
                <c:pt idx="69">
                  <c:v>0.465632</c:v>
                </c:pt>
                <c:pt idx="70">
                  <c:v>0.468757</c:v>
                </c:pt>
                <c:pt idx="71">
                  <c:v>0.471882</c:v>
                </c:pt>
                <c:pt idx="72">
                  <c:v>0.475007</c:v>
                </c:pt>
                <c:pt idx="73">
                  <c:v>0.478132</c:v>
                </c:pt>
                <c:pt idx="74">
                  <c:v>0.481257</c:v>
                </c:pt>
                <c:pt idx="75">
                  <c:v>0.484382</c:v>
                </c:pt>
                <c:pt idx="76">
                  <c:v>0.487507</c:v>
                </c:pt>
                <c:pt idx="77">
                  <c:v>0.490632</c:v>
                </c:pt>
                <c:pt idx="78">
                  <c:v>0.493757</c:v>
                </c:pt>
                <c:pt idx="79">
                  <c:v>0.496882</c:v>
                </c:pt>
                <c:pt idx="80">
                  <c:v>0.500007</c:v>
                </c:pt>
                <c:pt idx="81">
                  <c:v>0.503132</c:v>
                </c:pt>
                <c:pt idx="82">
                  <c:v>0.506257</c:v>
                </c:pt>
                <c:pt idx="83">
                  <c:v>0.509382</c:v>
                </c:pt>
                <c:pt idx="84">
                  <c:v>0.512506</c:v>
                </c:pt>
                <c:pt idx="85">
                  <c:v>0.515631</c:v>
                </c:pt>
                <c:pt idx="86">
                  <c:v>0.518756</c:v>
                </c:pt>
                <c:pt idx="87">
                  <c:v>0.521881</c:v>
                </c:pt>
                <c:pt idx="88">
                  <c:v>0.525006</c:v>
                </c:pt>
                <c:pt idx="89">
                  <c:v>0.528131</c:v>
                </c:pt>
                <c:pt idx="90">
                  <c:v>0.531256</c:v>
                </c:pt>
                <c:pt idx="91">
                  <c:v>0.534381</c:v>
                </c:pt>
                <c:pt idx="92">
                  <c:v>0.537506</c:v>
                </c:pt>
                <c:pt idx="93">
                  <c:v>0.540631</c:v>
                </c:pt>
                <c:pt idx="94">
                  <c:v>0.543756</c:v>
                </c:pt>
                <c:pt idx="95">
                  <c:v>0.546881</c:v>
                </c:pt>
                <c:pt idx="96">
                  <c:v>0.550006</c:v>
                </c:pt>
                <c:pt idx="97">
                  <c:v>0.553131</c:v>
                </c:pt>
                <c:pt idx="98">
                  <c:v>0.556256</c:v>
                </c:pt>
                <c:pt idx="99">
                  <c:v>0.559381</c:v>
                </c:pt>
                <c:pt idx="100">
                  <c:v>0.562506</c:v>
                </c:pt>
                <c:pt idx="101">
                  <c:v>0.565631</c:v>
                </c:pt>
                <c:pt idx="102">
                  <c:v>0.568756</c:v>
                </c:pt>
                <c:pt idx="103">
                  <c:v>0.571881</c:v>
                </c:pt>
                <c:pt idx="104">
                  <c:v>0.575006</c:v>
                </c:pt>
                <c:pt idx="105">
                  <c:v>0.578131</c:v>
                </c:pt>
                <c:pt idx="106">
                  <c:v>0.581256</c:v>
                </c:pt>
                <c:pt idx="107">
                  <c:v>0.584381</c:v>
                </c:pt>
                <c:pt idx="108">
                  <c:v>0.587506</c:v>
                </c:pt>
                <c:pt idx="109">
                  <c:v>0.59063</c:v>
                </c:pt>
                <c:pt idx="110">
                  <c:v>0.593755</c:v>
                </c:pt>
                <c:pt idx="111">
                  <c:v>0.59688</c:v>
                </c:pt>
                <c:pt idx="112">
                  <c:v>0.600005</c:v>
                </c:pt>
                <c:pt idx="113">
                  <c:v>0.60313</c:v>
                </c:pt>
                <c:pt idx="114">
                  <c:v>0.606255</c:v>
                </c:pt>
                <c:pt idx="115">
                  <c:v>0.60938</c:v>
                </c:pt>
                <c:pt idx="116">
                  <c:v>0.612505</c:v>
                </c:pt>
                <c:pt idx="117">
                  <c:v>0.61563</c:v>
                </c:pt>
                <c:pt idx="118">
                  <c:v>0.618755</c:v>
                </c:pt>
                <c:pt idx="119">
                  <c:v>0.62188</c:v>
                </c:pt>
                <c:pt idx="120">
                  <c:v>0.625005</c:v>
                </c:pt>
                <c:pt idx="121">
                  <c:v>0.62813</c:v>
                </c:pt>
                <c:pt idx="122">
                  <c:v>0.631255</c:v>
                </c:pt>
                <c:pt idx="123">
                  <c:v>0.63438</c:v>
                </c:pt>
                <c:pt idx="124">
                  <c:v>0.637505</c:v>
                </c:pt>
                <c:pt idx="125">
                  <c:v>0.64063</c:v>
                </c:pt>
                <c:pt idx="126">
                  <c:v>0.643755</c:v>
                </c:pt>
                <c:pt idx="127">
                  <c:v>0.64688</c:v>
                </c:pt>
                <c:pt idx="128">
                  <c:v>0.650005</c:v>
                </c:pt>
                <c:pt idx="129">
                  <c:v>0.65313</c:v>
                </c:pt>
                <c:pt idx="130">
                  <c:v>0.656255</c:v>
                </c:pt>
                <c:pt idx="131">
                  <c:v>0.65938</c:v>
                </c:pt>
                <c:pt idx="132">
                  <c:v>0.662504</c:v>
                </c:pt>
                <c:pt idx="133">
                  <c:v>0.665629</c:v>
                </c:pt>
                <c:pt idx="134">
                  <c:v>0.668754</c:v>
                </c:pt>
                <c:pt idx="135">
                  <c:v>0.671879</c:v>
                </c:pt>
                <c:pt idx="136">
                  <c:v>0.675004</c:v>
                </c:pt>
                <c:pt idx="137">
                  <c:v>0.678129</c:v>
                </c:pt>
                <c:pt idx="138">
                  <c:v>0.681254</c:v>
                </c:pt>
                <c:pt idx="139">
                  <c:v>0.684379</c:v>
                </c:pt>
                <c:pt idx="140">
                  <c:v>0.687504</c:v>
                </c:pt>
                <c:pt idx="141">
                  <c:v>0.690629</c:v>
                </c:pt>
                <c:pt idx="142">
                  <c:v>0.693754</c:v>
                </c:pt>
                <c:pt idx="143">
                  <c:v>0.696879</c:v>
                </c:pt>
                <c:pt idx="144">
                  <c:v>0.700004</c:v>
                </c:pt>
                <c:pt idx="145">
                  <c:v>0.703129</c:v>
                </c:pt>
                <c:pt idx="146">
                  <c:v>0.706254</c:v>
                </c:pt>
                <c:pt idx="147">
                  <c:v>0.709379</c:v>
                </c:pt>
                <c:pt idx="148">
                  <c:v>0.712504</c:v>
                </c:pt>
                <c:pt idx="149">
                  <c:v>0.715629</c:v>
                </c:pt>
                <c:pt idx="150">
                  <c:v>0.718754</c:v>
                </c:pt>
                <c:pt idx="151">
                  <c:v>0.721879</c:v>
                </c:pt>
                <c:pt idx="152">
                  <c:v>0.725004</c:v>
                </c:pt>
                <c:pt idx="153">
                  <c:v>0.728129</c:v>
                </c:pt>
                <c:pt idx="154">
                  <c:v>0.731254</c:v>
                </c:pt>
                <c:pt idx="155">
                  <c:v>0.734379</c:v>
                </c:pt>
                <c:pt idx="156">
                  <c:v>0.737503</c:v>
                </c:pt>
                <c:pt idx="157">
                  <c:v>0.740628</c:v>
                </c:pt>
                <c:pt idx="158">
                  <c:v>0.743753</c:v>
                </c:pt>
                <c:pt idx="159">
                  <c:v>0.746878</c:v>
                </c:pt>
                <c:pt idx="160">
                  <c:v>0.750003</c:v>
                </c:pt>
                <c:pt idx="161">
                  <c:v>0.753128</c:v>
                </c:pt>
                <c:pt idx="162">
                  <c:v>0.756253</c:v>
                </c:pt>
                <c:pt idx="163">
                  <c:v>0.759378</c:v>
                </c:pt>
                <c:pt idx="164">
                  <c:v>0.762503</c:v>
                </c:pt>
                <c:pt idx="165">
                  <c:v>0.765628</c:v>
                </c:pt>
                <c:pt idx="166">
                  <c:v>0.768753</c:v>
                </c:pt>
                <c:pt idx="167">
                  <c:v>0.771878</c:v>
                </c:pt>
                <c:pt idx="168">
                  <c:v>0.775003</c:v>
                </c:pt>
                <c:pt idx="169">
                  <c:v>0.778128</c:v>
                </c:pt>
                <c:pt idx="170">
                  <c:v>0.781253</c:v>
                </c:pt>
                <c:pt idx="171">
                  <c:v>0.784378</c:v>
                </c:pt>
                <c:pt idx="172">
                  <c:v>0.787503</c:v>
                </c:pt>
                <c:pt idx="173">
                  <c:v>0.790628</c:v>
                </c:pt>
                <c:pt idx="174">
                  <c:v>0.793753</c:v>
                </c:pt>
                <c:pt idx="175">
                  <c:v>0.796878</c:v>
                </c:pt>
                <c:pt idx="176">
                  <c:v>0.800003</c:v>
                </c:pt>
                <c:pt idx="177">
                  <c:v>0.803128</c:v>
                </c:pt>
                <c:pt idx="178">
                  <c:v>0.806253</c:v>
                </c:pt>
                <c:pt idx="179">
                  <c:v>0.809378</c:v>
                </c:pt>
                <c:pt idx="180">
                  <c:v>0.812502</c:v>
                </c:pt>
                <c:pt idx="181">
                  <c:v>0.815627</c:v>
                </c:pt>
                <c:pt idx="182">
                  <c:v>0.818752</c:v>
                </c:pt>
                <c:pt idx="183">
                  <c:v>0.821877</c:v>
                </c:pt>
                <c:pt idx="184">
                  <c:v>0.825002</c:v>
                </c:pt>
                <c:pt idx="185">
                  <c:v>0.828127</c:v>
                </c:pt>
                <c:pt idx="186">
                  <c:v>0.831252</c:v>
                </c:pt>
                <c:pt idx="187">
                  <c:v>0.834377</c:v>
                </c:pt>
                <c:pt idx="188">
                  <c:v>0.837502</c:v>
                </c:pt>
                <c:pt idx="189">
                  <c:v>0.840627</c:v>
                </c:pt>
                <c:pt idx="190">
                  <c:v>0.843752</c:v>
                </c:pt>
                <c:pt idx="191">
                  <c:v>0.846877</c:v>
                </c:pt>
                <c:pt idx="192">
                  <c:v>0.850002</c:v>
                </c:pt>
                <c:pt idx="193">
                  <c:v>0.853127</c:v>
                </c:pt>
                <c:pt idx="194">
                  <c:v>0.856252</c:v>
                </c:pt>
                <c:pt idx="195">
                  <c:v>0.859377</c:v>
                </c:pt>
                <c:pt idx="196">
                  <c:v>0.862502</c:v>
                </c:pt>
                <c:pt idx="197">
                  <c:v>0.865627</c:v>
                </c:pt>
                <c:pt idx="198">
                  <c:v>0.868752</c:v>
                </c:pt>
                <c:pt idx="199">
                  <c:v>0.871877</c:v>
                </c:pt>
                <c:pt idx="200">
                  <c:v>0.875002</c:v>
                </c:pt>
                <c:pt idx="201">
                  <c:v>0.878127</c:v>
                </c:pt>
                <c:pt idx="202">
                  <c:v>0.881252</c:v>
                </c:pt>
                <c:pt idx="203">
                  <c:v>0.884377</c:v>
                </c:pt>
                <c:pt idx="204">
                  <c:v>0.887501</c:v>
                </c:pt>
                <c:pt idx="205">
                  <c:v>0.890626</c:v>
                </c:pt>
                <c:pt idx="206">
                  <c:v>0.893751</c:v>
                </c:pt>
                <c:pt idx="207">
                  <c:v>0.896876</c:v>
                </c:pt>
                <c:pt idx="208">
                  <c:v>0.900001</c:v>
                </c:pt>
                <c:pt idx="209">
                  <c:v>0.903126</c:v>
                </c:pt>
                <c:pt idx="210">
                  <c:v>0.906251</c:v>
                </c:pt>
                <c:pt idx="211">
                  <c:v>0.909376</c:v>
                </c:pt>
                <c:pt idx="212">
                  <c:v>0.912501</c:v>
                </c:pt>
                <c:pt idx="213">
                  <c:v>0.915626</c:v>
                </c:pt>
                <c:pt idx="214">
                  <c:v>0.918751</c:v>
                </c:pt>
                <c:pt idx="215">
                  <c:v>0.921876</c:v>
                </c:pt>
                <c:pt idx="216">
                  <c:v>0.925001</c:v>
                </c:pt>
                <c:pt idx="217">
                  <c:v>0.928126</c:v>
                </c:pt>
                <c:pt idx="218">
                  <c:v>0.931251</c:v>
                </c:pt>
                <c:pt idx="219">
                  <c:v>0.934376</c:v>
                </c:pt>
                <c:pt idx="220">
                  <c:v>0.937501</c:v>
                </c:pt>
                <c:pt idx="221">
                  <c:v>0.940626</c:v>
                </c:pt>
                <c:pt idx="222">
                  <c:v>0.943751</c:v>
                </c:pt>
                <c:pt idx="223">
                  <c:v>0.946876</c:v>
                </c:pt>
                <c:pt idx="224">
                  <c:v>0.950001</c:v>
                </c:pt>
                <c:pt idx="225">
                  <c:v>0.953126</c:v>
                </c:pt>
                <c:pt idx="226">
                  <c:v>0.956251</c:v>
                </c:pt>
                <c:pt idx="227">
                  <c:v>0.959376</c:v>
                </c:pt>
                <c:pt idx="228">
                  <c:v>0.9625</c:v>
                </c:pt>
                <c:pt idx="229">
                  <c:v>0.965625</c:v>
                </c:pt>
                <c:pt idx="230">
                  <c:v>0.96875</c:v>
                </c:pt>
                <c:pt idx="231">
                  <c:v>0.971875</c:v>
                </c:pt>
                <c:pt idx="232">
                  <c:v>0.975</c:v>
                </c:pt>
                <c:pt idx="233">
                  <c:v>0.978125</c:v>
                </c:pt>
                <c:pt idx="234">
                  <c:v>0.98125</c:v>
                </c:pt>
                <c:pt idx="235">
                  <c:v>0.984375</c:v>
                </c:pt>
                <c:pt idx="236">
                  <c:v>0.9875</c:v>
                </c:pt>
                <c:pt idx="237">
                  <c:v>0.990625</c:v>
                </c:pt>
                <c:pt idx="238">
                  <c:v>0.99375</c:v>
                </c:pt>
                <c:pt idx="239">
                  <c:v>0.996875</c:v>
                </c:pt>
                <c:pt idx="240">
                  <c:v>1</c:v>
                </c:pt>
              </c:numCache>
            </c:numRef>
          </c:xVal>
          <c:yVal>
            <c:numRef>
              <c:f>'Chart Data'!$B$2:$B$242</c:f>
              <c:numCache>
                <c:formatCode>0.00</c:formatCode>
                <c:ptCount val="24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0.025315</c:v>
                </c:pt>
                <c:pt idx="113">
                  <c:v>0.022714</c:v>
                </c:pt>
                <c:pt idx="114">
                  <c:v>0.020186</c:v>
                </c:pt>
                <c:pt idx="115">
                  <c:v>0.017664</c:v>
                </c:pt>
                <c:pt idx="116">
                  <c:v>0.015148</c:v>
                </c:pt>
                <c:pt idx="117">
                  <c:v>0.012639</c:v>
                </c:pt>
                <c:pt idx="118">
                  <c:v>0.010136</c:v>
                </c:pt>
                <c:pt idx="119">
                  <c:v>0.00764</c:v>
                </c:pt>
                <c:pt idx="120">
                  <c:v>0.00515</c:v>
                </c:pt>
                <c:pt idx="121">
                  <c:v>0.002666</c:v>
                </c:pt>
                <c:pt idx="122">
                  <c:v>0.000188</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c:v>
                </c:pt>
                <c:pt idx="147">
                  <c:v>0</c:v>
                </c:pt>
                <c:pt idx="148">
                  <c:v>0</c:v>
                </c:pt>
                <c:pt idx="149">
                  <c:v>0</c:v>
                </c:pt>
                <c:pt idx="150">
                  <c:v>0</c:v>
                </c:pt>
                <c:pt idx="151">
                  <c:v>0</c:v>
                </c:pt>
                <c:pt idx="152">
                  <c:v>0</c:v>
                </c:pt>
                <c:pt idx="153">
                  <c:v>0</c:v>
                </c:pt>
                <c:pt idx="154">
                  <c:v>0</c:v>
                </c:pt>
                <c:pt idx="155">
                  <c:v>0</c:v>
                </c:pt>
                <c:pt idx="156">
                  <c:v>0</c:v>
                </c:pt>
                <c:pt idx="157">
                  <c:v>0</c:v>
                </c:pt>
                <c:pt idx="158">
                  <c:v>0</c:v>
                </c:pt>
                <c:pt idx="159">
                  <c:v>0</c:v>
                </c:pt>
                <c:pt idx="160">
                  <c:v>0</c:v>
                </c:pt>
                <c:pt idx="161">
                  <c:v>0</c:v>
                </c:pt>
                <c:pt idx="162">
                  <c:v>0</c:v>
                </c:pt>
                <c:pt idx="163">
                  <c:v>0</c:v>
                </c:pt>
                <c:pt idx="164">
                  <c:v>0</c:v>
                </c:pt>
                <c:pt idx="165">
                  <c:v>0</c:v>
                </c:pt>
                <c:pt idx="166">
                  <c:v>0</c:v>
                </c:pt>
                <c:pt idx="167">
                  <c:v>0</c:v>
                </c:pt>
                <c:pt idx="168">
                  <c:v>0</c:v>
                </c:pt>
                <c:pt idx="169">
                  <c:v>0</c:v>
                </c:pt>
                <c:pt idx="170">
                  <c:v>0</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0.103124</c:v>
                </c:pt>
                <c:pt idx="208">
                  <c:v>0.099999</c:v>
                </c:pt>
                <c:pt idx="209">
                  <c:v>0.096874</c:v>
                </c:pt>
                <c:pt idx="210">
                  <c:v>0.093749</c:v>
                </c:pt>
                <c:pt idx="211">
                  <c:v>0.090624</c:v>
                </c:pt>
                <c:pt idx="212">
                  <c:v>0.087499</c:v>
                </c:pt>
                <c:pt idx="213">
                  <c:v>0.084374</c:v>
                </c:pt>
                <c:pt idx="214">
                  <c:v>0.081249</c:v>
                </c:pt>
                <c:pt idx="215">
                  <c:v>0.078124</c:v>
                </c:pt>
                <c:pt idx="216">
                  <c:v>0.074999</c:v>
                </c:pt>
                <c:pt idx="217">
                  <c:v>0.071874</c:v>
                </c:pt>
                <c:pt idx="218">
                  <c:v>0.068749</c:v>
                </c:pt>
                <c:pt idx="219">
                  <c:v>0.065624</c:v>
                </c:pt>
                <c:pt idx="220">
                  <c:v>0.062499</c:v>
                </c:pt>
                <c:pt idx="221">
                  <c:v>0.059374</c:v>
                </c:pt>
                <c:pt idx="222">
                  <c:v>0.056249</c:v>
                </c:pt>
                <c:pt idx="223">
                  <c:v>0.053124</c:v>
                </c:pt>
                <c:pt idx="224">
                  <c:v>0.049999</c:v>
                </c:pt>
                <c:pt idx="225">
                  <c:v>0.046874</c:v>
                </c:pt>
                <c:pt idx="226">
                  <c:v>0.043749</c:v>
                </c:pt>
                <c:pt idx="227">
                  <c:v>0.040624</c:v>
                </c:pt>
                <c:pt idx="228">
                  <c:v>0.0375</c:v>
                </c:pt>
                <c:pt idx="229">
                  <c:v>0.034375</c:v>
                </c:pt>
                <c:pt idx="230">
                  <c:v>0.03125</c:v>
                </c:pt>
                <c:pt idx="231">
                  <c:v>0.028125</c:v>
                </c:pt>
                <c:pt idx="232">
                  <c:v>0.025</c:v>
                </c:pt>
                <c:pt idx="233">
                  <c:v>0.021875</c:v>
                </c:pt>
                <c:pt idx="234">
                  <c:v>0.01875</c:v>
                </c:pt>
                <c:pt idx="235">
                  <c:v>0.015625</c:v>
                </c:pt>
                <c:pt idx="236">
                  <c:v>0.0125</c:v>
                </c:pt>
                <c:pt idx="237">
                  <c:v>0.009375</c:v>
                </c:pt>
                <c:pt idx="238">
                  <c:v>0.00625</c:v>
                </c:pt>
                <c:pt idx="239">
                  <c:v>0.003125</c:v>
                </c:pt>
                <c:pt idx="240">
                  <c:v>0</c:v>
                </c:pt>
              </c:numCache>
            </c:numRef>
          </c:yVal>
          <c:smooth val="0"/>
        </c:ser>
        <c:dLbls>
          <c:txPr>
            <a:bodyPr xmlns:a="http://schemas.openxmlformats.org/drawingml/2006/main" anchorCtr="1"/>
            <a:lstStyle xmlns:a="http://schemas.openxmlformats.org/drawingml/2006/main"/>
            <a:p xmlns:a="http://schemas.openxmlformats.org/drawingml/2006/main">
              <a:pPr>
                <a:defRPr>
                  <a:latin typeface="Noto Sans CJK SC"/>
                  <a:ea typeface="Noto Sans CJK SC"/>
                  <a:cs typeface="Noto Sans CJK SC"/>
                </a:defRPr>
              </a:pPr>
            </a:p>
          </c:txPr>
          <c:showLegendKey val="0"/>
          <c:showVal val="0"/>
          <c:showCatName val="0"/>
          <c:showSerName val="0"/>
          <c:showPercent val="0"/>
          <c:showBubbleSize val="0"/>
          <c:showLeaderLines val="0"/>
        </c:dLbls>
        <c:axId val="48650112"/>
        <c:axId val="48672768"/>
      </c:scatterChart>
      <c:valAx>
        <c:axId val="48672768"/>
        <c:scaling>
          <c:orientation val="minMax"/>
          <c:max val="0.13"/>
          <c:min val="0"/>
        </c:scaling>
        <c:delete val="0"/>
        <c:axPos val="l"/>
        <c:majorGridlines>
          <c:spPr>
            <a:ln xmlns:a="http://schemas.openxmlformats.org/drawingml/2006/main" w="5715">
              <a:solidFill>
                <a:srgbClr val="E7ECF0"/>
              </a:solidFill>
            </a:ln>
          </c:spPr>
        </c:majorGridlines>
        <c:title>
          <c:tx>
            <c:rich>
              <a:bodyPr xmlns:a="http://schemas.openxmlformats.org/drawingml/2006/main"/>
              <a:lstStyle xmlns:a="http://schemas.openxmlformats.org/drawingml/2006/main"/>
              <a:p xmlns:a="http://schemas.openxmlformats.org/drawingml/2006/main">
                <a:r>
                  <a:rPr sz="1350">
                    <a:solidFill>
                      <a:srgbClr val="243746"/>
                    </a:solidFill>
                    <a:latin typeface="Noto Sans CJK SC"/>
                    <a:ea typeface="Noto Sans CJK SC"/>
                    <a:cs typeface="Noto Sans CJK SC"/>
                  </a:rPr>
                  <a:t>违规最终产品概率 L*</a:t>
                </a:r>
              </a:p>
            </c:rich>
          </c:tx>
          <c:overlay val="0"/>
          <c:txPr>
            <a:bodyPr xmlns:a="http://schemas.openxmlformats.org/drawingml/2006/main" anchorCtr="1"/>
            <a:lstStyle xmlns:a="http://schemas.openxmlformats.org/drawingml/2006/main"/>
            <a:p xmlns:a="http://schemas.openxmlformats.org/drawingml/2006/main">
              <a:pPr>
                <a:defRPr sz="1350">
                  <a:solidFill>
                    <a:srgbClr val="243746"/>
                  </a:solidFill>
                  <a:latin typeface="Noto Sans CJK SC"/>
                  <a:ea typeface="Noto Sans CJK SC"/>
                  <a:cs typeface="Noto Sans CJK SC"/>
                </a:defRPr>
              </a:pPr>
            </a:p>
          </c:txPr>
        </c:title>
        <c:numFmt formatCode="0.00"/>
        <c:majorTickMark val="none"/>
        <c:minorTickMark val="none"/>
        <c:spPr>
          <a:ln xmlns:a="http://schemas.openxmlformats.org/drawingml/2006/main" w="5715">
            <a:solidFill>
              <a:srgbClr val="879AA7"/>
            </a:solidFill>
          </a:ln>
        </c:spPr>
        <c:txPr>
          <a:bodyPr xmlns:a="http://schemas.openxmlformats.org/drawingml/2006/main" anchorCtr="1"/>
          <a:lstStyle xmlns:a="http://schemas.openxmlformats.org/drawingml/2006/main"/>
          <a:p xmlns:a="http://schemas.openxmlformats.org/drawingml/2006/main">
            <a:pPr>
              <a:defRPr sz="1200">
                <a:solidFill>
                  <a:srgbClr val="627281"/>
                </a:solidFill>
                <a:latin typeface="Noto Sans CJK SC"/>
                <a:ea typeface="Noto Sans CJK SC"/>
                <a:cs typeface="Noto Sans CJK SC"/>
              </a:defRPr>
            </a:pPr>
          </a:p>
        </c:txPr>
        <c:crossAx val="48650112"/>
      </c:valAx>
      <c:valAx>
        <c:axId val="48650112"/>
        <c:scaling>
          <c:orientation val="minMax"/>
          <c:max val="1"/>
          <c:min val="0.25"/>
        </c:scaling>
        <c:delete val="0"/>
        <c:axPos val="b"/>
        <c:title>
          <c:tx>
            <c:rich>
              <a:bodyPr xmlns:a="http://schemas.openxmlformats.org/drawingml/2006/main"/>
              <a:lstStyle xmlns:a="http://schemas.openxmlformats.org/drawingml/2006/main"/>
              <a:p xmlns:a="http://schemas.openxmlformats.org/drawingml/2006/main">
                <a:r>
                  <a:rPr sz="1350">
                    <a:solidFill>
                      <a:srgbClr val="243746"/>
                    </a:solidFill>
                    <a:latin typeface="Noto Sans CJK SC"/>
                    <a:ea typeface="Noto Sans CJK SC"/>
                    <a:cs typeface="Noto Sans CJK SC"/>
                  </a:rPr>
                  <a:t>总预算 B</a:t>
                </a:r>
              </a:p>
            </c:rich>
          </c:tx>
          <c:overlay val="0"/>
          <c:txPr>
            <a:bodyPr xmlns:a="http://schemas.openxmlformats.org/drawingml/2006/main" anchorCtr="1"/>
            <a:lstStyle xmlns:a="http://schemas.openxmlformats.org/drawingml/2006/main"/>
            <a:p xmlns:a="http://schemas.openxmlformats.org/drawingml/2006/main">
              <a:pPr>
                <a:defRPr sz="1350">
                  <a:solidFill>
                    <a:srgbClr val="243746"/>
                  </a:solidFill>
                  <a:latin typeface="Noto Sans CJK SC"/>
                  <a:ea typeface="Noto Sans CJK SC"/>
                  <a:cs typeface="Noto Sans CJK SC"/>
                </a:defRPr>
              </a:pPr>
            </a:p>
          </c:txPr>
        </c:title>
        <c:numFmt formatCode="0.00"/>
        <c:majorTickMark val="none"/>
        <c:minorTickMark val="none"/>
        <c:spPr>
          <a:ln xmlns:a="http://schemas.openxmlformats.org/drawingml/2006/main" w="5715">
            <a:solidFill>
              <a:srgbClr val="879AA7"/>
            </a:solidFill>
          </a:ln>
        </c:spPr>
        <c:txPr>
          <a:bodyPr xmlns:a="http://schemas.openxmlformats.org/drawingml/2006/main" anchorCtr="1"/>
          <a:lstStyle xmlns:a="http://schemas.openxmlformats.org/drawingml/2006/main"/>
          <a:p xmlns:a="http://schemas.openxmlformats.org/drawingml/2006/main">
            <a:pPr>
              <a:defRPr sz="1200">
                <a:solidFill>
                  <a:srgbClr val="627281"/>
                </a:solidFill>
                <a:latin typeface="Noto Sans CJK SC"/>
                <a:ea typeface="Noto Sans CJK SC"/>
                <a:cs typeface="Noto Sans CJK SC"/>
              </a:defRPr>
            </a:pPr>
          </a:p>
        </c:txPr>
        <c:crossAx val="48672768"/>
        <c:majorUnit val="0.15"/>
      </c:valAx>
      <c:spPr>
        <a:noFill xmlns:a="http://schemas.openxmlformats.org/drawingml/2006/main"/>
        <a:ln xmlns:a="http://schemas.openxmlformats.org/drawingml/2006/main" w="0">
          <a:noFill/>
        </a:ln>
      </c:spPr>
    </c:plotArea>
    <c:plotVisOnly val="1"/>
  </c:chart>
  <c:spPr>
    <a:noFill xmlns:a="http://schemas.openxmlformats.org/drawingml/2006/main"/>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8" name="section-heading">
            <a:extLst xmlns:a="http://schemas.openxmlformats.org/drawingml/2006/main">
              <a:ext uri="{FF2B5EF4-FFF2-40B4-BE49-F238E27FC236}">
                <a16:creationId xmlns:a16="http://schemas.microsoft.com/office/drawing/2014/main" id="{DF5F83C6-01C9-4E49-9C6B-71C73D23CF63}"/>
              </a:ext>
            </a:extLst>
          </p:cNvPr>
          <p:cNvSpPr>
            <a:spLocks xmlns:a="http://schemas.openxmlformats.org/drawingml/2006/main" noGrp="1"/>
          </p:cNvSpPr>
          <p:nvPr/>
        </p:nvSpPr>
        <p:spPr>
          <a:xfrm xmlns:a="http://schemas.openxmlformats.org/drawingml/2006/main">
            <a:off x="1499616" y="630936"/>
            <a:ext cx="9784080" cy="5486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2700" b="1">
                <a:solidFill>
                  <a:srgbClr val="243746"/>
                </a:solidFill>
                <a:latin typeface="Noto Sans CJK SC"/>
                <a:ea typeface="Noto Sans CJK SC"/>
                <a:cs typeface="Noto Sans CJK SC"/>
              </a:defRPr>
            </a:defPPr>
          </a:lstStyle>
          <a:p xmlns:a="http://schemas.openxmlformats.org/drawingml/2006/main">
            <a:pPr algn="l">
              <a:lnSpc>
                <a:spcPct val="103000"/>
              </a:lnSpc>
              <a:buNone/>
              <a:defRPr sz="2700" b="1">
                <a:solidFill>
                  <a:srgbClr val="243746"/>
                </a:solidFill>
                <a:latin typeface="Noto Sans CJK SC"/>
                <a:ea typeface="Noto Sans CJK SC"/>
                <a:cs typeface="Noto Sans CJK SC"/>
              </a:defRPr>
            </a:pPr>
            <a:r>
              <a:rPr sz="2700" b="1">
                <a:solidFill>
                  <a:srgbClr val="243746"/>
                </a:solidFill>
                <a:latin typeface="Noto Sans CJK SC"/>
                <a:ea typeface="Noto Sans CJK SC"/>
                <a:cs typeface="Noto Sans CJK SC"/>
              </a:rPr>
              <a:t>组会文献汇报</a:t>
            </a:r>
          </a:p>
        </p:txBody>
      </p:sp>
      <p:pic>
        <p:nvPicPr>
          <p:cNvPr id="2" name="">
            <a:extLst xmlns:a="http://schemas.openxmlformats.org/drawingml/2006/main">
              <a:ext uri="{FF2B5EF4-FFF2-40B4-BE49-F238E27FC236}">
                <a16:creationId xmlns:a16="http://schemas.microsoft.com/office/drawing/2014/main" id="{8C243F01-6843-4962-96E7-7B71E3BFAFD1}"/>
              </a:ext>
            </a:extLst>
          </p:cNvPr>
          <p:cNvPicPr>
            <a:picLocks xmlns:a="http://schemas.openxmlformats.org/drawingml/2006/main" noChangeAspect="1"/>
          </p:cNvPicPr>
          <p:nvPr/>
        </p:nvPicPr>
        <p:blipFill>
          <a:blip xmlns:r="http://schemas.openxmlformats.org/officeDocument/2006/relationships" xmlns:a="http://schemas.openxmlformats.org/drawingml/2006/main" r:embed="R5a2e952a95b9413f"/>
          <a:stretch xmlns:a="http://schemas.openxmlformats.org/drawingml/2006/main"/>
        </p:blipFill>
        <p:spPr>
          <a:xfrm xmlns:a="http://schemas.openxmlformats.org/drawingml/2006/main">
            <a:off x="10311344" y="1005840"/>
            <a:ext cx="1231471" cy="777240"/>
          </a:xfrm>
          <a:prstGeom xmlns:a="http://schemas.openxmlformats.org/drawingml/2006/main" prst="rect">
            <a:avLst/>
          </a:prstGeom>
        </p:spPr>
      </p:pic>
      <p:sp>
        <p:nvSpPr>
          <p:cNvPr id="3" name="text-1">
            <a:extLst xmlns:a="http://schemas.openxmlformats.org/drawingml/2006/main">
              <a:ext uri="{FF2B5EF4-FFF2-40B4-BE49-F238E27FC236}">
                <a16:creationId xmlns:a16="http://schemas.microsoft.com/office/drawing/2014/main" id="{F24785B9-9172-41BD-9EFC-1A579EABDC91}"/>
              </a:ext>
            </a:extLst>
          </p:cNvPr>
          <p:cNvSpPr>
            <a:spLocks xmlns:a="http://schemas.openxmlformats.org/drawingml/2006/main" noGrp="1"/>
          </p:cNvSpPr>
          <p:nvPr/>
        </p:nvSpPr>
        <p:spPr>
          <a:xfrm xmlns:a="http://schemas.openxmlformats.org/drawingml/2006/main">
            <a:off x="822960" y="2011680"/>
            <a:ext cx="10561320" cy="1371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ctr">
              <a:defRPr sz="2700" b="1">
                <a:solidFill>
                  <a:srgbClr val="243746"/>
                </a:solidFill>
                <a:latin typeface="Noto Sans CJK SC"/>
                <a:ea typeface="Noto Sans CJK SC"/>
                <a:cs typeface="Noto Sans CJK SC"/>
              </a:defRPr>
            </a:defPPr>
          </a:lstStyle>
          <a:p xmlns:a="http://schemas.openxmlformats.org/drawingml/2006/main">
            <a:pPr algn="ctr">
              <a:lnSpc>
                <a:spcPct val="103000"/>
              </a:lnSpc>
              <a:buNone/>
              <a:defRPr sz="2700" b="1">
                <a:solidFill>
                  <a:srgbClr val="243746"/>
                </a:solidFill>
                <a:latin typeface="Noto Sans CJK SC"/>
                <a:ea typeface="Noto Sans CJK SC"/>
                <a:cs typeface="Noto Sans CJK SC"/>
              </a:defRPr>
            </a:pPr>
            <a:r>
              <a:rPr sz="2700" b="1">
                <a:solidFill>
                  <a:srgbClr val="243746"/>
                </a:solidFill>
                <a:latin typeface="Noto Sans CJK SC"/>
                <a:ea typeface="Noto Sans CJK SC"/>
                <a:cs typeface="Noto Sans CJK SC"/>
              </a:rPr>
              <a:t>Catch-All or No-False-Alarm?</a:t>
            </a:r>
          </a:p>
          <a:p xmlns:a="http://schemas.openxmlformats.org/drawingml/2006/main">
            <a:pPr algn="ctr">
              <a:lnSpc>
                <a:spcPct val="103000"/>
              </a:lnSpc>
              <a:buNone/>
              <a:defRPr sz="2700" b="1">
                <a:solidFill>
                  <a:srgbClr val="243746"/>
                </a:solidFill>
                <a:latin typeface="Noto Sans CJK SC"/>
                <a:ea typeface="Noto Sans CJK SC"/>
                <a:cs typeface="Noto Sans CJK SC"/>
              </a:defRPr>
            </a:pPr>
            <a:r>
              <a:rPr sz="2700" b="1">
                <a:solidFill>
                  <a:srgbClr val="243746"/>
                </a:solidFill>
                <a:latin typeface="Noto Sans CJK SC"/>
                <a:ea typeface="Noto Sans CJK SC"/>
                <a:cs typeface="Noto Sans CJK SC"/>
              </a:rPr>
              <a:t>Managing Socially Responsible Supply Chains</a:t>
            </a:r>
          </a:p>
          <a:p xmlns:a="http://schemas.openxmlformats.org/drawingml/2006/main">
            <a:pPr algn="ctr">
              <a:lnSpc>
                <a:spcPct val="103000"/>
              </a:lnSpc>
              <a:buNone/>
              <a:defRPr sz="2700" b="1">
                <a:solidFill>
                  <a:srgbClr val="243746"/>
                </a:solidFill>
                <a:latin typeface="Noto Sans CJK SC"/>
                <a:ea typeface="Noto Sans CJK SC"/>
                <a:cs typeface="Noto Sans CJK SC"/>
              </a:defRPr>
            </a:pPr>
            <a:r>
              <a:rPr sz="2700" b="1">
                <a:solidFill>
                  <a:srgbClr val="243746"/>
                </a:solidFill>
                <a:latin typeface="Noto Sans CJK SC"/>
                <a:ea typeface="Noto Sans CJK SC"/>
                <a:cs typeface="Noto Sans CJK SC"/>
              </a:rPr>
              <a:t>with Imperfect Audits</a:t>
            </a:r>
          </a:p>
        </p:txBody>
      </p:sp>
      <p:sp>
        <p:nvSpPr>
          <p:cNvPr id="4" name="text-2">
            <a:extLst xmlns:a="http://schemas.openxmlformats.org/drawingml/2006/main">
              <a:ext uri="{FF2B5EF4-FFF2-40B4-BE49-F238E27FC236}">
                <a16:creationId xmlns:a16="http://schemas.microsoft.com/office/drawing/2014/main" id="{F16FA69D-BC4E-4146-9F60-DA84BDB2D8C2}"/>
              </a:ext>
            </a:extLst>
          </p:cNvPr>
          <p:cNvSpPr>
            <a:spLocks xmlns:a="http://schemas.openxmlformats.org/drawingml/2006/main" noGrp="1"/>
          </p:cNvSpPr>
          <p:nvPr/>
        </p:nvSpPr>
        <p:spPr>
          <a:xfrm xmlns:a="http://schemas.openxmlformats.org/drawingml/2006/main">
            <a:off x="914400" y="3694176"/>
            <a:ext cx="10351008" cy="94183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ctr">
              <a:defRPr sz="2900" b="1">
                <a:solidFill>
                  <a:srgbClr val="587C95"/>
                </a:solidFill>
                <a:latin typeface="Noto Sans CJK SC"/>
                <a:ea typeface="Noto Sans CJK SC"/>
                <a:cs typeface="Noto Sans CJK SC"/>
              </a:defRPr>
            </a:defPPr>
          </a:lstStyle>
          <a:p xmlns:a="http://schemas.openxmlformats.org/drawingml/2006/main">
            <a:pPr algn="ctr">
              <a:lnSpc>
                <a:spcPct val="103000"/>
              </a:lnSpc>
              <a:buNone/>
              <a:defRPr sz="2900" b="1">
                <a:solidFill>
                  <a:srgbClr val="587C95"/>
                </a:solidFill>
                <a:latin typeface="Noto Sans CJK SC"/>
                <a:ea typeface="Noto Sans CJK SC"/>
                <a:cs typeface="Noto Sans CJK SC"/>
              </a:defRPr>
            </a:pPr>
            <a:r>
              <a:rPr sz="2900" b="1">
                <a:solidFill>
                  <a:srgbClr val="587C95"/>
                </a:solidFill>
                <a:latin typeface="Noto Sans CJK SC"/>
                <a:ea typeface="Noto Sans CJK SC"/>
                <a:cs typeface="Noto Sans CJK SC"/>
              </a:rPr>
              <a:t>一网打尽还是杜绝误报？</a:t>
            </a:r>
          </a:p>
          <a:p xmlns:a="http://schemas.openxmlformats.org/drawingml/2006/main">
            <a:pPr algn="ctr">
              <a:lnSpc>
                <a:spcPct val="103000"/>
              </a:lnSpc>
              <a:buNone/>
              <a:defRPr sz="2900" b="1">
                <a:solidFill>
                  <a:srgbClr val="587C95"/>
                </a:solidFill>
                <a:latin typeface="Noto Sans CJK SC"/>
                <a:ea typeface="Noto Sans CJK SC"/>
                <a:cs typeface="Noto Sans CJK SC"/>
              </a:defRPr>
            </a:pPr>
            <a:r>
              <a:rPr sz="2900" b="1">
                <a:solidFill>
                  <a:srgbClr val="587C95"/>
                </a:solidFill>
                <a:latin typeface="Noto Sans CJK SC"/>
                <a:ea typeface="Noto Sans CJK SC"/>
                <a:cs typeface="Noto Sans CJK SC"/>
              </a:rPr>
              <a:t>不完美审计下的社会责任供应链管理</a:t>
            </a:r>
          </a:p>
        </p:txBody>
      </p:sp>
      <p:sp>
        <p:nvSpPr>
          <p:cNvPr id="5" name="text-3">
            <a:extLst xmlns:a="http://schemas.openxmlformats.org/drawingml/2006/main">
              <a:ext uri="{FF2B5EF4-FFF2-40B4-BE49-F238E27FC236}">
                <a16:creationId xmlns:a16="http://schemas.microsoft.com/office/drawing/2014/main" id="{B34736F3-32A6-4E02-9D08-89C981E0CBF9}"/>
              </a:ext>
            </a:extLst>
          </p:cNvPr>
          <p:cNvSpPr>
            <a:spLocks xmlns:a="http://schemas.openxmlformats.org/drawingml/2006/main" noGrp="1"/>
          </p:cNvSpPr>
          <p:nvPr/>
        </p:nvSpPr>
        <p:spPr>
          <a:xfrm xmlns:a="http://schemas.openxmlformats.org/drawingml/2006/main">
            <a:off x="3383280" y="5394960"/>
            <a:ext cx="5422392" cy="9052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ctr">
              <a:defRPr sz="1900" b="0">
                <a:solidFill>
                  <a:srgbClr val="243746"/>
                </a:solidFill>
                <a:latin typeface="Noto Sans CJK SC"/>
                <a:ea typeface="Noto Sans CJK SC"/>
                <a:cs typeface="Noto Sans CJK SC"/>
              </a:defRPr>
            </a:defPPr>
          </a:lstStyle>
          <a:p xmlns:a="http://schemas.openxmlformats.org/drawingml/2006/main">
            <a:pPr algn="ctr">
              <a:lnSpc>
                <a:spcPct val="103000"/>
              </a:lnSpc>
              <a:buNone/>
              <a:defRPr sz="1900" b="0">
                <a:solidFill>
                  <a:srgbClr val="243746"/>
                </a:solidFill>
                <a:latin typeface="Noto Sans CJK SC"/>
                <a:ea typeface="Noto Sans CJK SC"/>
                <a:cs typeface="Noto Sans CJK SC"/>
              </a:defRPr>
            </a:pPr>
            <a:r>
              <a:rPr sz="1900" b="0">
                <a:solidFill>
                  <a:srgbClr val="243746"/>
                </a:solidFill>
                <a:latin typeface="Noto Sans CJK SC"/>
                <a:ea typeface="Noto Sans CJK SC"/>
                <a:cs typeface="Noto Sans CJK SC"/>
              </a:rPr>
              <a:t>汇报人：税虹艳</a:t>
            </a:r>
          </a:p>
          <a:p xmlns:a="http://schemas.openxmlformats.org/drawingml/2006/main">
            <a:pPr algn="ctr">
              <a:lnSpc>
                <a:spcPct val="103000"/>
              </a:lnSpc>
              <a:buNone/>
              <a:defRPr sz="1900" b="0">
                <a:solidFill>
                  <a:srgbClr val="243746"/>
                </a:solidFill>
                <a:latin typeface="Noto Sans CJK SC"/>
                <a:ea typeface="Noto Sans CJK SC"/>
                <a:cs typeface="Noto Sans CJK SC"/>
              </a:defRPr>
            </a:pPr>
            <a:r>
              <a:rPr sz="1900" b="0">
                <a:solidFill>
                  <a:srgbClr val="243746"/>
                </a:solidFill>
                <a:latin typeface="Noto Sans CJK SC"/>
                <a:ea typeface="Noto Sans CJK SC"/>
                <a:cs typeface="Noto Sans CJK SC"/>
              </a:rPr>
              <a:t>汇报时间：2026 年 10 月</a:t>
            </a:r>
          </a:p>
        </p:txBody>
      </p:sp>
      <p:sp>
        <p:nvSpPr>
          <p:cNvPr id="6" name="source-footer">
            <a:extLst xmlns:a="http://schemas.openxmlformats.org/drawingml/2006/main">
              <a:ext uri="{FF2B5EF4-FFF2-40B4-BE49-F238E27FC236}">
                <a16:creationId xmlns:a16="http://schemas.microsoft.com/office/drawing/2014/main" id="{B8D77D5B-6FCF-4B66-BEA0-7B07086FFAA8}"/>
              </a:ext>
            </a:extLst>
          </p:cNvPr>
          <p:cNvSpPr>
            <a:spLocks xmlns:a="http://schemas.openxmlformats.org/drawingml/2006/main" noGrp="1"/>
          </p:cNvSpPr>
          <p:nvPr/>
        </p:nvSpPr>
        <p:spPr>
          <a:xfrm xmlns:a="http://schemas.openxmlformats.org/drawingml/2006/main">
            <a:off x="676656" y="6492240"/>
            <a:ext cx="10442448"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1040" b="0">
                <a:solidFill>
                  <a:srgbClr val="627281"/>
                </a:solidFill>
                <a:latin typeface="Noto Sans CJK SC"/>
                <a:ea typeface="Noto Sans CJK SC"/>
                <a:cs typeface="Noto Sans CJK SC"/>
              </a:defRPr>
            </a:defPPr>
          </a:lstStyle>
          <a:p xmlns:a="http://schemas.openxmlformats.org/drawingml/2006/main">
            <a:pPr algn="l">
              <a:lnSpc>
                <a:spcPct val="103000"/>
              </a:lnSpc>
              <a:buNone/>
              <a:defRPr sz="1040" b="0">
                <a:solidFill>
                  <a:srgbClr val="627281"/>
                </a:solidFill>
                <a:latin typeface="Noto Sans CJK SC"/>
                <a:ea typeface="Noto Sans CJK SC"/>
                <a:cs typeface="Noto Sans CJK SC"/>
              </a:defRPr>
            </a:pPr>
            <a:r>
              <a:rPr sz="1040" b="0">
                <a:solidFill>
                  <a:srgbClr val="627281"/>
                </a:solidFill>
                <a:latin typeface="Noto Sans CJK SC"/>
                <a:ea typeface="Noto Sans CJK SC"/>
                <a:cs typeface="Noto Sans CJK SC"/>
              </a:rPr>
              <a:t>Li &amp; Li (2026) · Production and Operations Management · DOI: 10.1177/10591478261468995</a:t>
            </a:r>
          </a:p>
        </p:txBody>
      </p:sp>
      <p:sp>
        <p:nvSpPr>
          <p:cNvPr id="7" name="page-number">
            <a:extLst xmlns:a="http://schemas.openxmlformats.org/drawingml/2006/main">
              <a:ext uri="{FF2B5EF4-FFF2-40B4-BE49-F238E27FC236}">
                <a16:creationId xmlns:a16="http://schemas.microsoft.com/office/drawing/2014/main" id="{3AD587FF-437D-4920-89AC-0C4E49DAAA7B}"/>
              </a:ext>
            </a:extLst>
          </p:cNvPr>
          <p:cNvSpPr>
            <a:spLocks xmlns:a="http://schemas.openxmlformats.org/drawingml/2006/main" noGrp="1"/>
          </p:cNvSpPr>
          <p:nvPr/>
        </p:nvSpPr>
        <p:spPr>
          <a:xfrm xmlns:a="http://schemas.openxmlformats.org/drawingml/2006/main">
            <a:off x="11000232" y="6492240"/>
            <a:ext cx="502920"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r">
              <a:defRPr sz="1050" b="0">
                <a:solidFill>
                  <a:srgbClr val="587C95"/>
                </a:solidFill>
                <a:latin typeface="Noto Sans CJK SC"/>
                <a:ea typeface="Noto Sans CJK SC"/>
                <a:cs typeface="Noto Sans CJK SC"/>
              </a:defRPr>
            </a:defPPr>
          </a:lstStyle>
          <a:p xmlns:a="http://schemas.openxmlformats.org/drawingml/2006/main">
            <a:pPr algn="r">
              <a:lnSpc>
                <a:spcPct val="103000"/>
              </a:lnSpc>
              <a:buNone/>
              <a:defRPr sz="1050" b="0">
                <a:solidFill>
                  <a:srgbClr val="587C95"/>
                </a:solidFill>
                <a:latin typeface="Noto Sans CJK SC"/>
                <a:ea typeface="Noto Sans CJK SC"/>
                <a:cs typeface="Noto Sans CJK SC"/>
              </a:defRPr>
            </a:pPr>
            <a:r>
              <a:rPr sz="1050" b="0">
                <a:solidFill>
                  <a:srgbClr val="587C95"/>
                </a:solidFill>
                <a:latin typeface="Noto Sans CJK SC"/>
                <a:ea typeface="Noto Sans CJK SC"/>
                <a:cs typeface="Noto Sans CJK SC"/>
              </a:rPr>
              <a:t>01</a:t>
            </a:r>
          </a:p>
        </p:txBody>
      </p:sp>
    </p:spTree>
    <p:extLst>
      <p:ext uri="{BB962C8B-B14F-4D97-AF65-F5344CB8AC3E}">
        <p14:creationId xmlns:p14="http://schemas.microsoft.com/office/powerpoint/2010/main" val="29897966"/>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8" name="section-heading">
            <a:extLst xmlns:a="http://schemas.openxmlformats.org/drawingml/2006/main">
              <a:ext uri="{FF2B5EF4-FFF2-40B4-BE49-F238E27FC236}">
                <a16:creationId xmlns:a16="http://schemas.microsoft.com/office/drawing/2014/main" id="{CBB21194-BE88-491A-8ED0-6066A59B2AC2}"/>
              </a:ext>
            </a:extLst>
          </p:cNvPr>
          <p:cNvSpPr>
            <a:spLocks xmlns:a="http://schemas.openxmlformats.org/drawingml/2006/main" noGrp="1"/>
          </p:cNvSpPr>
          <p:nvPr/>
        </p:nvSpPr>
        <p:spPr>
          <a:xfrm xmlns:a="http://schemas.openxmlformats.org/drawingml/2006/main">
            <a:off x="1499616" y="630936"/>
            <a:ext cx="9784080" cy="5486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2700" b="1">
                <a:solidFill>
                  <a:srgbClr val="243746"/>
                </a:solidFill>
                <a:latin typeface="Noto Sans CJK SC"/>
                <a:ea typeface="Noto Sans CJK SC"/>
                <a:cs typeface="Noto Sans CJK SC"/>
              </a:defRPr>
            </a:defPPr>
          </a:lstStyle>
          <a:p xmlns:a="http://schemas.openxmlformats.org/drawingml/2006/main">
            <a:pPr algn="l">
              <a:lnSpc>
                <a:spcPct val="103000"/>
              </a:lnSpc>
              <a:buNone/>
              <a:defRPr sz="2700" b="1">
                <a:solidFill>
                  <a:srgbClr val="243746"/>
                </a:solidFill>
                <a:latin typeface="Noto Sans CJK SC"/>
                <a:ea typeface="Noto Sans CJK SC"/>
                <a:cs typeface="Noto Sans CJK SC"/>
              </a:defRPr>
            </a:pPr>
            <a:r>
              <a:rPr sz="2700" b="1">
                <a:solidFill>
                  <a:srgbClr val="243746"/>
                </a:solidFill>
                <a:latin typeface="Noto Sans CJK SC"/>
                <a:ea typeface="Noto Sans CJK SC"/>
                <a:cs typeface="Noto Sans CJK SC"/>
              </a:rPr>
              <a:t>论文信息</a:t>
            </a:r>
          </a:p>
        </p:txBody>
      </p:sp>
      <p:sp>
        <p:nvSpPr>
          <p:cNvPr id="2" name="slide-topic">
            <a:extLst xmlns:a="http://schemas.openxmlformats.org/drawingml/2006/main">
              <a:ext uri="{FF2B5EF4-FFF2-40B4-BE49-F238E27FC236}">
                <a16:creationId xmlns:a16="http://schemas.microsoft.com/office/drawing/2014/main" id="{308A9794-B24F-4D26-9008-19A8C346B4E1}"/>
              </a:ext>
            </a:extLst>
          </p:cNvPr>
          <p:cNvSpPr>
            <a:spLocks xmlns:a="http://schemas.openxmlformats.org/drawingml/2006/main" noGrp="1"/>
          </p:cNvSpPr>
          <p:nvPr/>
        </p:nvSpPr>
        <p:spPr>
          <a:xfrm xmlns:a="http://schemas.openxmlformats.org/drawingml/2006/main">
            <a:off x="658368" y="1709928"/>
            <a:ext cx="10881360" cy="5486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2400" b="1">
                <a:solidFill>
                  <a:srgbClr val="243746"/>
                </a:solidFill>
                <a:latin typeface="Noto Sans CJK SC"/>
                <a:ea typeface="Noto Sans CJK SC"/>
                <a:cs typeface="Noto Sans CJK SC"/>
              </a:defRPr>
            </a:defPPr>
          </a:lstStyle>
          <a:p xmlns:a="http://schemas.openxmlformats.org/drawingml/2006/main">
            <a:pPr algn="l">
              <a:lnSpc>
                <a:spcPct val="103000"/>
              </a:lnSpc>
              <a:buNone/>
              <a:defRPr sz="2400" b="1">
                <a:solidFill>
                  <a:srgbClr val="243746"/>
                </a:solidFill>
                <a:latin typeface="Noto Sans CJK SC"/>
                <a:ea typeface="Noto Sans CJK SC"/>
                <a:cs typeface="Noto Sans CJK SC"/>
              </a:defRPr>
            </a:pPr>
            <a:r>
              <a:rPr sz="2400" b="1">
                <a:solidFill>
                  <a:srgbClr val="243746"/>
                </a:solidFill>
                <a:latin typeface="Noto Sans CJK SC"/>
                <a:ea typeface="Noto Sans CJK SC"/>
                <a:cs typeface="Noto Sans CJK SC"/>
              </a:rPr>
              <a:t>研究对象与文章贡献</a:t>
            </a:r>
          </a:p>
        </p:txBody>
      </p:sp>
      <p:pic>
        <p:nvPicPr>
          <p:cNvPr id="3" name="">
            <a:extLst xmlns:a="http://schemas.openxmlformats.org/drawingml/2006/main">
              <a:ext uri="{FF2B5EF4-FFF2-40B4-BE49-F238E27FC236}">
                <a16:creationId xmlns:a16="http://schemas.microsoft.com/office/drawing/2014/main" id="{467C7EE2-68AA-4E61-8F37-8B4CB5A004EB}"/>
              </a:ext>
            </a:extLst>
          </p:cNvPr>
          <p:cNvPicPr>
            <a:picLocks xmlns:a="http://schemas.openxmlformats.org/drawingml/2006/main" noChangeAspect="1"/>
          </p:cNvPicPr>
          <p:nvPr/>
        </p:nvPicPr>
        <p:blipFill>
          <a:blip xmlns:r="http://schemas.openxmlformats.org/officeDocument/2006/relationships" xmlns:a="http://schemas.openxmlformats.org/drawingml/2006/main" r:embed="R093b63eb3d4f40a4"/>
          <a:stretch xmlns:a="http://schemas.openxmlformats.org/drawingml/2006/main"/>
        </p:blipFill>
        <p:spPr>
          <a:xfrm xmlns:a="http://schemas.openxmlformats.org/drawingml/2006/main">
            <a:off x="1961009" y="2377440"/>
            <a:ext cx="8239502" cy="2706624"/>
          </a:xfrm>
          <a:prstGeom xmlns:a="http://schemas.openxmlformats.org/drawingml/2006/main" prst="rect">
            <a:avLst/>
          </a:prstGeom>
        </p:spPr>
      </p:pic>
      <p:sp>
        <p:nvSpPr>
          <p:cNvPr id="4" name="text-2">
            <a:extLst xmlns:a="http://schemas.openxmlformats.org/drawingml/2006/main">
              <a:ext uri="{FF2B5EF4-FFF2-40B4-BE49-F238E27FC236}">
                <a16:creationId xmlns:a16="http://schemas.microsoft.com/office/drawing/2014/main" id="{1F7CFA75-DD71-49C6-8C32-E7691534385D}"/>
              </a:ext>
            </a:extLst>
          </p:cNvPr>
          <p:cNvSpPr>
            <a:spLocks xmlns:a="http://schemas.openxmlformats.org/drawingml/2006/main" noGrp="1"/>
          </p:cNvSpPr>
          <p:nvPr/>
        </p:nvSpPr>
        <p:spPr>
          <a:xfrm xmlns:a="http://schemas.openxmlformats.org/drawingml/2006/main">
            <a:off x="786384" y="5285232"/>
            <a:ext cx="10561320" cy="6766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2000" b="0">
                <a:solidFill>
                  <a:srgbClr val="243746"/>
                </a:solidFill>
                <a:latin typeface="Noto Sans CJK SC"/>
                <a:ea typeface="Noto Sans CJK SC"/>
                <a:cs typeface="Noto Sans CJK SC"/>
              </a:defRPr>
            </a:defPPr>
          </a:lstStyle>
          <a:p xmlns:a="http://schemas.openxmlformats.org/drawingml/2006/main">
            <a:pPr algn="l">
              <a:lnSpc>
                <a:spcPct val="103000"/>
              </a:lnSpc>
              <a:buNone/>
              <a:defRPr sz="2000" b="0">
                <a:solidFill>
                  <a:srgbClr val="243746"/>
                </a:solidFill>
                <a:latin typeface="Noto Sans CJK SC"/>
                <a:ea typeface="Noto Sans CJK SC"/>
                <a:cs typeface="Noto Sans CJK SC"/>
              </a:defRPr>
            </a:pPr>
            <a:r>
              <a:rPr sz="2000" b="0">
                <a:solidFill>
                  <a:srgbClr val="243746"/>
                </a:solidFill>
                <a:latin typeface="Noto Sans CJK SC"/>
                <a:ea typeface="Noto Sans CJK SC"/>
                <a:cs typeface="Noto Sans CJK SC"/>
              </a:rPr>
              <a:t>一个买方从两个供应商采购不同投入品。</a:t>
            </a:r>
          </a:p>
          <a:p xmlns:a="http://schemas.openxmlformats.org/drawingml/2006/main">
            <a:pPr algn="l">
              <a:lnSpc>
                <a:spcPct val="103000"/>
              </a:lnSpc>
              <a:buNone/>
              <a:defRPr sz="2000" b="0">
                <a:solidFill>
                  <a:srgbClr val="243746"/>
                </a:solidFill>
                <a:latin typeface="Noto Sans CJK SC"/>
                <a:ea typeface="Noto Sans CJK SC"/>
                <a:cs typeface="Noto Sans CJK SC"/>
              </a:defRPr>
            </a:pPr>
            <a:r>
              <a:rPr sz="2000" b="0">
                <a:solidFill>
                  <a:srgbClr val="243746"/>
                </a:solidFill>
                <a:latin typeface="Noto Sans CJK SC"/>
                <a:ea typeface="Noto Sans CJK SC"/>
                <a:cs typeface="Noto Sans CJK SC"/>
              </a:rPr>
              <a:t>在有限预算下，联合选择审计范围、误差组合与整改／替换措施。</a:t>
            </a:r>
          </a:p>
        </p:txBody>
      </p:sp>
      <p:sp>
        <p:nvSpPr>
          <p:cNvPr id="5" name="text-3">
            <a:extLst xmlns:a="http://schemas.openxmlformats.org/drawingml/2006/main">
              <a:ext uri="{FF2B5EF4-FFF2-40B4-BE49-F238E27FC236}">
                <a16:creationId xmlns:a16="http://schemas.microsoft.com/office/drawing/2014/main" id="{BD235E7E-5428-45E3-BCFA-13EA40D0B357}"/>
              </a:ext>
            </a:extLst>
          </p:cNvPr>
          <p:cNvSpPr>
            <a:spLocks xmlns:a="http://schemas.openxmlformats.org/drawingml/2006/main" noGrp="1"/>
          </p:cNvSpPr>
          <p:nvPr/>
        </p:nvSpPr>
        <p:spPr>
          <a:xfrm xmlns:a="http://schemas.openxmlformats.org/drawingml/2006/main">
            <a:off x="731520" y="5907024"/>
            <a:ext cx="10725912" cy="4754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1800" b="1">
                <a:solidFill>
                  <a:srgbClr val="587C95"/>
                </a:solidFill>
                <a:latin typeface="Noto Sans CJK SC"/>
                <a:ea typeface="Noto Sans CJK SC"/>
                <a:cs typeface="Noto Sans CJK SC"/>
              </a:defRPr>
            </a:defPPr>
          </a:lstStyle>
          <a:p xmlns:a="http://schemas.openxmlformats.org/drawingml/2006/main">
            <a:pPr algn="l">
              <a:lnSpc>
                <a:spcPct val="103000"/>
              </a:lnSpc>
              <a:buNone/>
              <a:defRPr sz="1800" b="1">
                <a:solidFill>
                  <a:srgbClr val="587C95"/>
                </a:solidFill>
                <a:latin typeface="Noto Sans CJK SC"/>
                <a:ea typeface="Noto Sans CJK SC"/>
                <a:cs typeface="Noto Sans CJK SC"/>
              </a:defRPr>
            </a:pPr>
            <a:r>
              <a:rPr sz="1800" b="1">
                <a:solidFill>
                  <a:srgbClr val="587C95"/>
                </a:solidFill>
                <a:latin typeface="Noto Sans CJK SC"/>
                <a:ea typeface="Noto Sans CJK SC"/>
                <a:cs typeface="Noto Sans CJK SC"/>
              </a:rPr>
              <a:t>关键区别：企业收益最优的审计方案，未必使违规产品进入市场的概率最小。</a:t>
            </a:r>
          </a:p>
        </p:txBody>
      </p:sp>
      <p:sp>
        <p:nvSpPr>
          <p:cNvPr id="6" name="source-footer">
            <a:extLst xmlns:a="http://schemas.openxmlformats.org/drawingml/2006/main">
              <a:ext uri="{FF2B5EF4-FFF2-40B4-BE49-F238E27FC236}">
                <a16:creationId xmlns:a16="http://schemas.microsoft.com/office/drawing/2014/main" id="{A7359C21-53C1-4A59-94A9-5B168E046750}"/>
              </a:ext>
            </a:extLst>
          </p:cNvPr>
          <p:cNvSpPr>
            <a:spLocks xmlns:a="http://schemas.openxmlformats.org/drawingml/2006/main" noGrp="1"/>
          </p:cNvSpPr>
          <p:nvPr/>
        </p:nvSpPr>
        <p:spPr>
          <a:xfrm xmlns:a="http://schemas.openxmlformats.org/drawingml/2006/main">
            <a:off x="676656" y="6492240"/>
            <a:ext cx="10442448"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1040" b="0">
                <a:solidFill>
                  <a:srgbClr val="627281"/>
                </a:solidFill>
                <a:latin typeface="Noto Sans CJK SC"/>
                <a:ea typeface="Noto Sans CJK SC"/>
                <a:cs typeface="Noto Sans CJK SC"/>
              </a:defRPr>
            </a:defPPr>
          </a:lstStyle>
          <a:p xmlns:a="http://schemas.openxmlformats.org/drawingml/2006/main">
            <a:pPr algn="l">
              <a:lnSpc>
                <a:spcPct val="103000"/>
              </a:lnSpc>
              <a:buNone/>
              <a:defRPr sz="1040" b="0">
                <a:solidFill>
                  <a:srgbClr val="627281"/>
                </a:solidFill>
                <a:latin typeface="Noto Sans CJK SC"/>
                <a:ea typeface="Noto Sans CJK SC"/>
                <a:cs typeface="Noto Sans CJK SC"/>
              </a:defRPr>
            </a:pPr>
            <a:r>
              <a:rPr sz="1040" b="0">
                <a:solidFill>
                  <a:srgbClr val="627281"/>
                </a:solidFill>
                <a:latin typeface="Noto Sans CJK SC"/>
                <a:ea typeface="Noto Sans CJK SC"/>
                <a:cs typeface="Noto Sans CJK SC"/>
              </a:rPr>
              <a:t>原文首页、摘要及 §1，pp. 1–3</a:t>
            </a:r>
          </a:p>
        </p:txBody>
      </p:sp>
      <p:sp>
        <p:nvSpPr>
          <p:cNvPr id="7" name="page-number">
            <a:extLst xmlns:a="http://schemas.openxmlformats.org/drawingml/2006/main">
              <a:ext uri="{FF2B5EF4-FFF2-40B4-BE49-F238E27FC236}">
                <a16:creationId xmlns:a16="http://schemas.microsoft.com/office/drawing/2014/main" id="{C1405F5D-21EA-454D-9A0F-ED6A52504A83}"/>
              </a:ext>
            </a:extLst>
          </p:cNvPr>
          <p:cNvSpPr>
            <a:spLocks xmlns:a="http://schemas.openxmlformats.org/drawingml/2006/main" noGrp="1"/>
          </p:cNvSpPr>
          <p:nvPr/>
        </p:nvSpPr>
        <p:spPr>
          <a:xfrm xmlns:a="http://schemas.openxmlformats.org/drawingml/2006/main">
            <a:off x="11000232" y="6492240"/>
            <a:ext cx="502920"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r">
              <a:defRPr sz="1050" b="0">
                <a:solidFill>
                  <a:srgbClr val="587C95"/>
                </a:solidFill>
                <a:latin typeface="Noto Sans CJK SC"/>
                <a:ea typeface="Noto Sans CJK SC"/>
                <a:cs typeface="Noto Sans CJK SC"/>
              </a:defRPr>
            </a:defPPr>
          </a:lstStyle>
          <a:p xmlns:a="http://schemas.openxmlformats.org/drawingml/2006/main">
            <a:pPr algn="r">
              <a:lnSpc>
                <a:spcPct val="103000"/>
              </a:lnSpc>
              <a:buNone/>
              <a:defRPr sz="1050" b="0">
                <a:solidFill>
                  <a:srgbClr val="587C95"/>
                </a:solidFill>
                <a:latin typeface="Noto Sans CJK SC"/>
                <a:ea typeface="Noto Sans CJK SC"/>
                <a:cs typeface="Noto Sans CJK SC"/>
              </a:defRPr>
            </a:pPr>
            <a:r>
              <a:rPr sz="1050" b="0">
                <a:solidFill>
                  <a:srgbClr val="587C95"/>
                </a:solidFill>
                <a:latin typeface="Noto Sans CJK SC"/>
                <a:ea typeface="Noto Sans CJK SC"/>
                <a:cs typeface="Noto Sans CJK SC"/>
              </a:rPr>
              <a:t>02</a:t>
            </a:r>
          </a:p>
        </p:txBody>
      </p:sp>
    </p:spTree>
    <p:extLst>
      <p:ext uri="{BB962C8B-B14F-4D97-AF65-F5344CB8AC3E}">
        <p14:creationId xmlns:p14="http://schemas.microsoft.com/office/powerpoint/2010/main" val="838362520"/>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8" name="section-heading">
            <a:extLst xmlns:a="http://schemas.openxmlformats.org/drawingml/2006/main">
              <a:ext uri="{FF2B5EF4-FFF2-40B4-BE49-F238E27FC236}">
                <a16:creationId xmlns:a16="http://schemas.microsoft.com/office/drawing/2014/main" id="{11556F69-939C-454E-BB2A-B4BA0EA7C9ED}"/>
              </a:ext>
            </a:extLst>
          </p:cNvPr>
          <p:cNvSpPr>
            <a:spLocks xmlns:a="http://schemas.openxmlformats.org/drawingml/2006/main" noGrp="1"/>
          </p:cNvSpPr>
          <p:nvPr/>
        </p:nvSpPr>
        <p:spPr>
          <a:xfrm xmlns:a="http://schemas.openxmlformats.org/drawingml/2006/main">
            <a:off x="1499616" y="630936"/>
            <a:ext cx="9784080" cy="5486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2700" b="1">
                <a:solidFill>
                  <a:srgbClr val="243746"/>
                </a:solidFill>
                <a:latin typeface="Noto Sans CJK SC"/>
                <a:ea typeface="Noto Sans CJK SC"/>
                <a:cs typeface="Noto Sans CJK SC"/>
              </a:defRPr>
            </a:defPPr>
          </a:lstStyle>
          <a:p xmlns:a="http://schemas.openxmlformats.org/drawingml/2006/main">
            <a:pPr algn="l">
              <a:lnSpc>
                <a:spcPct val="103000"/>
              </a:lnSpc>
              <a:buNone/>
              <a:defRPr sz="2700" b="1">
                <a:solidFill>
                  <a:srgbClr val="243746"/>
                </a:solidFill>
                <a:latin typeface="Noto Sans CJK SC"/>
                <a:ea typeface="Noto Sans CJK SC"/>
                <a:cs typeface="Noto Sans CJK SC"/>
              </a:defRPr>
            </a:pPr>
            <a:r>
              <a:rPr sz="2700" b="1">
                <a:solidFill>
                  <a:srgbClr val="243746"/>
                </a:solidFill>
                <a:latin typeface="Noto Sans CJK SC"/>
                <a:ea typeface="Noto Sans CJK SC"/>
                <a:cs typeface="Noto Sans CJK SC"/>
              </a:rPr>
              <a:t>目录</a:t>
            </a:r>
          </a:p>
        </p:txBody>
      </p:sp>
      <p:sp>
        <p:nvSpPr>
          <p:cNvPr id="2" name="slide-topic">
            <a:extLst xmlns:a="http://schemas.openxmlformats.org/drawingml/2006/main">
              <a:ext uri="{FF2B5EF4-FFF2-40B4-BE49-F238E27FC236}">
                <a16:creationId xmlns:a16="http://schemas.microsoft.com/office/drawing/2014/main" id="{2B8EFE6C-06D7-45F5-BA75-08CDBC331788}"/>
              </a:ext>
            </a:extLst>
          </p:cNvPr>
          <p:cNvSpPr>
            <a:spLocks xmlns:a="http://schemas.openxmlformats.org/drawingml/2006/main" noGrp="1"/>
          </p:cNvSpPr>
          <p:nvPr/>
        </p:nvSpPr>
        <p:spPr>
          <a:xfrm xmlns:a="http://schemas.openxmlformats.org/drawingml/2006/main">
            <a:off x="658368" y="1709928"/>
            <a:ext cx="10881360" cy="5486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2400" b="1">
                <a:solidFill>
                  <a:srgbClr val="243746"/>
                </a:solidFill>
                <a:latin typeface="Noto Sans CJK SC"/>
                <a:ea typeface="Noto Sans CJK SC"/>
                <a:cs typeface="Noto Sans CJK SC"/>
              </a:defRPr>
            </a:defPPr>
          </a:lstStyle>
          <a:p xmlns:a="http://schemas.openxmlformats.org/drawingml/2006/main">
            <a:pPr algn="l">
              <a:lnSpc>
                <a:spcPct val="103000"/>
              </a:lnSpc>
              <a:buNone/>
              <a:defRPr sz="2400" b="1">
                <a:solidFill>
                  <a:srgbClr val="243746"/>
                </a:solidFill>
                <a:latin typeface="Noto Sans CJK SC"/>
                <a:ea typeface="Noto Sans CJK SC"/>
                <a:cs typeface="Noto Sans CJK SC"/>
              </a:defRPr>
            </a:pPr>
            <a:r>
              <a:rPr sz="2400" b="1">
                <a:solidFill>
                  <a:srgbClr val="243746"/>
                </a:solidFill>
                <a:latin typeface="Noto Sans CJK SC"/>
                <a:ea typeface="Noto Sans CJK SC"/>
                <a:cs typeface="Noto Sans CJK SC"/>
              </a:rPr>
              <a:t>汇报结构</a:t>
            </a:r>
          </a:p>
        </p:txBody>
      </p:sp>
      <p:sp>
        <p:nvSpPr>
          <p:cNvPr id="3" name="text-2">
            <a:extLst xmlns:a="http://schemas.openxmlformats.org/drawingml/2006/main">
              <a:ext uri="{FF2B5EF4-FFF2-40B4-BE49-F238E27FC236}">
                <a16:creationId xmlns:a16="http://schemas.microsoft.com/office/drawing/2014/main" id="{3F41E981-A936-4F9C-83F2-4FB3C81B11E0}"/>
              </a:ext>
            </a:extLst>
          </p:cNvPr>
          <p:cNvSpPr>
            <a:spLocks xmlns:a="http://schemas.openxmlformats.org/drawingml/2006/main" noGrp="1"/>
          </p:cNvSpPr>
          <p:nvPr/>
        </p:nvSpPr>
        <p:spPr>
          <a:xfrm xmlns:a="http://schemas.openxmlformats.org/drawingml/2006/main">
            <a:off x="1133856" y="2478024"/>
            <a:ext cx="4572000" cy="30175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2600" b="0">
                <a:solidFill>
                  <a:srgbClr val="243746"/>
                </a:solidFill>
                <a:latin typeface="Noto Sans CJK SC"/>
                <a:ea typeface="Noto Sans CJK SC"/>
                <a:cs typeface="Noto Sans CJK SC"/>
              </a:defRPr>
            </a:defPPr>
          </a:lstStyle>
          <a:p xmlns:a="http://schemas.openxmlformats.org/drawingml/2006/main">
            <a:pPr algn="l">
              <a:lnSpc>
                <a:spcPct val="103000"/>
              </a:lnSpc>
              <a:buNone/>
              <a:defRPr sz="2600" b="0">
                <a:solidFill>
                  <a:srgbClr val="243746"/>
                </a:solidFill>
                <a:latin typeface="Noto Sans CJK SC"/>
                <a:ea typeface="Noto Sans CJK SC"/>
                <a:cs typeface="Noto Sans CJK SC"/>
              </a:defRPr>
            </a:pPr>
            <a:r>
              <a:rPr sz="2600" b="0">
                <a:solidFill>
                  <a:srgbClr val="243746"/>
                </a:solidFill>
                <a:latin typeface="Noto Sans CJK SC"/>
                <a:ea typeface="Noto Sans CJK SC"/>
                <a:cs typeface="Noto Sans CJK SC"/>
              </a:rPr>
              <a:t>一、研究背景</a:t>
            </a:r>
          </a:p>
          <a:p xmlns:a="http://schemas.openxmlformats.org/drawingml/2006/main">
            <a:pPr algn="l">
              <a:lnSpc>
                <a:spcPct val="103000"/>
              </a:lnSpc>
              <a:buNone/>
              <a:defRPr sz="2600" b="0">
                <a:solidFill>
                  <a:srgbClr val="243746"/>
                </a:solidFill>
                <a:latin typeface="Noto Sans CJK SC"/>
                <a:ea typeface="Noto Sans CJK SC"/>
                <a:cs typeface="Noto Sans CJK SC"/>
              </a:defRPr>
            </a:pPr>
            <a:r>
              <a:rPr sz="2600" b="0">
                <a:solidFill>
                  <a:srgbClr val="243746"/>
                </a:solidFill>
                <a:latin typeface="Noto Sans CJK SC"/>
                <a:ea typeface="Noto Sans CJK SC"/>
                <a:cs typeface="Noto Sans CJK SC"/>
              </a:rPr>
              <a:t>二、研究问题</a:t>
            </a:r>
          </a:p>
          <a:p xmlns:a="http://schemas.openxmlformats.org/drawingml/2006/main">
            <a:pPr algn="l">
              <a:lnSpc>
                <a:spcPct val="103000"/>
              </a:lnSpc>
              <a:buNone/>
              <a:defRPr sz="2600" b="0">
                <a:solidFill>
                  <a:srgbClr val="243746"/>
                </a:solidFill>
                <a:latin typeface="Noto Sans CJK SC"/>
                <a:ea typeface="Noto Sans CJK SC"/>
                <a:cs typeface="Noto Sans CJK SC"/>
              </a:defRPr>
            </a:pPr>
            <a:r>
              <a:rPr sz="2600" b="0">
                <a:solidFill>
                  <a:srgbClr val="243746"/>
                </a:solidFill>
                <a:latin typeface="Noto Sans CJK SC"/>
                <a:ea typeface="Noto Sans CJK SC"/>
                <a:cs typeface="Noto Sans CJK SC"/>
              </a:rPr>
              <a:t>三、文献综述</a:t>
            </a:r>
          </a:p>
          <a:p xmlns:a="http://schemas.openxmlformats.org/drawingml/2006/main">
            <a:pPr algn="l">
              <a:lnSpc>
                <a:spcPct val="103000"/>
              </a:lnSpc>
              <a:buNone/>
              <a:defRPr sz="2600" b="0">
                <a:solidFill>
                  <a:srgbClr val="243746"/>
                </a:solidFill>
                <a:latin typeface="Noto Sans CJK SC"/>
                <a:ea typeface="Noto Sans CJK SC"/>
                <a:cs typeface="Noto Sans CJK SC"/>
              </a:defRPr>
            </a:pPr>
            <a:r>
              <a:rPr sz="2600" b="0">
                <a:solidFill>
                  <a:srgbClr val="243746"/>
                </a:solidFill>
                <a:latin typeface="Noto Sans CJK SC"/>
                <a:ea typeface="Noto Sans CJK SC"/>
                <a:cs typeface="Noto Sans CJK SC"/>
              </a:rPr>
              <a:t>四、模型构建</a:t>
            </a:r>
          </a:p>
        </p:txBody>
      </p:sp>
      <p:sp>
        <p:nvSpPr>
          <p:cNvPr id="4" name="text-3">
            <a:extLst xmlns:a="http://schemas.openxmlformats.org/drawingml/2006/main">
              <a:ext uri="{FF2B5EF4-FFF2-40B4-BE49-F238E27FC236}">
                <a16:creationId xmlns:a16="http://schemas.microsoft.com/office/drawing/2014/main" id="{2E76FB66-57C9-4667-A6BB-7C320C7D114B}"/>
              </a:ext>
            </a:extLst>
          </p:cNvPr>
          <p:cNvSpPr>
            <a:spLocks xmlns:a="http://schemas.openxmlformats.org/drawingml/2006/main" noGrp="1"/>
          </p:cNvSpPr>
          <p:nvPr/>
        </p:nvSpPr>
        <p:spPr>
          <a:xfrm xmlns:a="http://schemas.openxmlformats.org/drawingml/2006/main">
            <a:off x="6492240" y="2478024"/>
            <a:ext cx="4572000" cy="2560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2600" b="0">
                <a:solidFill>
                  <a:srgbClr val="243746"/>
                </a:solidFill>
                <a:latin typeface="Noto Sans CJK SC"/>
                <a:ea typeface="Noto Sans CJK SC"/>
                <a:cs typeface="Noto Sans CJK SC"/>
              </a:defRPr>
            </a:defPPr>
          </a:lstStyle>
          <a:p xmlns:a="http://schemas.openxmlformats.org/drawingml/2006/main">
            <a:pPr algn="l">
              <a:lnSpc>
                <a:spcPct val="103000"/>
              </a:lnSpc>
              <a:buNone/>
              <a:defRPr sz="2600" b="0">
                <a:solidFill>
                  <a:srgbClr val="243746"/>
                </a:solidFill>
                <a:latin typeface="Noto Sans CJK SC"/>
                <a:ea typeface="Noto Sans CJK SC"/>
                <a:cs typeface="Noto Sans CJK SC"/>
              </a:defRPr>
            </a:pPr>
            <a:r>
              <a:rPr sz="2600" b="0">
                <a:solidFill>
                  <a:srgbClr val="243746"/>
                </a:solidFill>
                <a:latin typeface="Noto Sans CJK SC"/>
                <a:ea typeface="Noto Sans CJK SC"/>
                <a:cs typeface="Noto Sans CJK SC"/>
              </a:rPr>
              <a:t>五、模型分析</a:t>
            </a:r>
          </a:p>
          <a:p xmlns:a="http://schemas.openxmlformats.org/drawingml/2006/main">
            <a:pPr algn="l">
              <a:lnSpc>
                <a:spcPct val="103000"/>
              </a:lnSpc>
              <a:buNone/>
              <a:defRPr sz="2600" b="0">
                <a:solidFill>
                  <a:srgbClr val="243746"/>
                </a:solidFill>
                <a:latin typeface="Noto Sans CJK SC"/>
                <a:ea typeface="Noto Sans CJK SC"/>
                <a:cs typeface="Noto Sans CJK SC"/>
              </a:defRPr>
            </a:pPr>
            <a:r>
              <a:rPr sz="2600" b="0">
                <a:solidFill>
                  <a:srgbClr val="243746"/>
                </a:solidFill>
                <a:latin typeface="Noto Sans CJK SC"/>
                <a:ea typeface="Noto Sans CJK SC"/>
                <a:cs typeface="Noto Sans CJK SC"/>
              </a:rPr>
              <a:t>六、扩展模型</a:t>
            </a:r>
          </a:p>
          <a:p xmlns:a="http://schemas.openxmlformats.org/drawingml/2006/main">
            <a:pPr algn="l">
              <a:lnSpc>
                <a:spcPct val="103000"/>
              </a:lnSpc>
              <a:buNone/>
              <a:defRPr sz="2600" b="0">
                <a:solidFill>
                  <a:srgbClr val="243746"/>
                </a:solidFill>
                <a:latin typeface="Noto Sans CJK SC"/>
                <a:ea typeface="Noto Sans CJK SC"/>
                <a:cs typeface="Noto Sans CJK SC"/>
              </a:defRPr>
            </a:pPr>
            <a:r>
              <a:rPr sz="2600" b="0">
                <a:solidFill>
                  <a:srgbClr val="243746"/>
                </a:solidFill>
                <a:latin typeface="Noto Sans CJK SC"/>
                <a:ea typeface="Noto Sans CJK SC"/>
                <a:cs typeface="Noto Sans CJK SC"/>
              </a:rPr>
              <a:t>七、结论与未来展望</a:t>
            </a:r>
          </a:p>
        </p:txBody>
      </p:sp>
      <p:sp>
        <p:nvSpPr>
          <p:cNvPr id="5" name="text-4">
            <a:extLst xmlns:a="http://schemas.openxmlformats.org/drawingml/2006/main">
              <a:ext uri="{FF2B5EF4-FFF2-40B4-BE49-F238E27FC236}">
                <a16:creationId xmlns:a16="http://schemas.microsoft.com/office/drawing/2014/main" id="{B1A204B6-E0DE-4489-BB79-751ED79C8506}"/>
              </a:ext>
            </a:extLst>
          </p:cNvPr>
          <p:cNvSpPr>
            <a:spLocks xmlns:a="http://schemas.openxmlformats.org/drawingml/2006/main" noGrp="1"/>
          </p:cNvSpPr>
          <p:nvPr/>
        </p:nvSpPr>
        <p:spPr>
          <a:xfrm xmlns:a="http://schemas.openxmlformats.org/drawingml/2006/main">
            <a:off x="731520" y="5907024"/>
            <a:ext cx="10725912" cy="4754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1800" b="1">
                <a:solidFill>
                  <a:srgbClr val="587C95"/>
                </a:solidFill>
                <a:latin typeface="Noto Sans CJK SC"/>
                <a:ea typeface="Noto Sans CJK SC"/>
                <a:cs typeface="Noto Sans CJK SC"/>
              </a:defRPr>
            </a:defPPr>
          </a:lstStyle>
          <a:p xmlns:a="http://schemas.openxmlformats.org/drawingml/2006/main">
            <a:pPr algn="l">
              <a:lnSpc>
                <a:spcPct val="103000"/>
              </a:lnSpc>
              <a:buNone/>
              <a:defRPr sz="1800" b="1">
                <a:solidFill>
                  <a:srgbClr val="587C95"/>
                </a:solidFill>
                <a:latin typeface="Noto Sans CJK SC"/>
                <a:ea typeface="Noto Sans CJK SC"/>
                <a:cs typeface="Noto Sans CJK SC"/>
              </a:defRPr>
            </a:pPr>
            <a:r>
              <a:rPr sz="1800" b="1">
                <a:solidFill>
                  <a:srgbClr val="587C95"/>
                </a:solidFill>
                <a:latin typeface="Noto Sans CJK SC"/>
                <a:ea typeface="Noto Sans CJK SC"/>
                <a:cs typeface="Noto Sans CJK SC"/>
              </a:rPr>
              <a:t>分析顺序：一对一基准 → 装配网络 → 供应商努力与审计预算内生化。</a:t>
            </a:r>
          </a:p>
        </p:txBody>
      </p:sp>
      <p:sp>
        <p:nvSpPr>
          <p:cNvPr id="6" name="source-footer">
            <a:extLst xmlns:a="http://schemas.openxmlformats.org/drawingml/2006/main">
              <a:ext uri="{FF2B5EF4-FFF2-40B4-BE49-F238E27FC236}">
                <a16:creationId xmlns:a16="http://schemas.microsoft.com/office/drawing/2014/main" id="{6911A562-1F37-4F9E-B191-C64F37CD43FF}"/>
              </a:ext>
            </a:extLst>
          </p:cNvPr>
          <p:cNvSpPr>
            <a:spLocks xmlns:a="http://schemas.openxmlformats.org/drawingml/2006/main" noGrp="1"/>
          </p:cNvSpPr>
          <p:nvPr/>
        </p:nvSpPr>
        <p:spPr>
          <a:xfrm xmlns:a="http://schemas.openxmlformats.org/drawingml/2006/main">
            <a:off x="676656" y="6492240"/>
            <a:ext cx="10442448"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1040" b="0">
                <a:solidFill>
                  <a:srgbClr val="627281"/>
                </a:solidFill>
                <a:latin typeface="Noto Sans CJK SC"/>
                <a:ea typeface="Noto Sans CJK SC"/>
                <a:cs typeface="Noto Sans CJK SC"/>
              </a:defRPr>
            </a:defPPr>
          </a:lstStyle>
          <a:p xmlns:a="http://schemas.openxmlformats.org/drawingml/2006/main">
            <a:pPr algn="l">
              <a:lnSpc>
                <a:spcPct val="103000"/>
              </a:lnSpc>
              <a:buNone/>
              <a:defRPr sz="1040" b="0">
                <a:solidFill>
                  <a:srgbClr val="627281"/>
                </a:solidFill>
                <a:latin typeface="Noto Sans CJK SC"/>
                <a:ea typeface="Noto Sans CJK SC"/>
                <a:cs typeface="Noto Sans CJK SC"/>
              </a:defRPr>
            </a:pPr>
            <a:r>
              <a:rPr sz="1040" b="0">
                <a:solidFill>
                  <a:srgbClr val="627281"/>
                </a:solidFill>
                <a:latin typeface="Noto Sans CJK SC"/>
                <a:ea typeface="Noto Sans CJK SC"/>
                <a:cs typeface="Noto Sans CJK SC"/>
              </a:rPr>
              <a:t>正文按约 30 分钟组织；附录保留完整条件与推导</a:t>
            </a:r>
          </a:p>
        </p:txBody>
      </p:sp>
      <p:sp>
        <p:nvSpPr>
          <p:cNvPr id="7" name="page-number">
            <a:extLst xmlns:a="http://schemas.openxmlformats.org/drawingml/2006/main">
              <a:ext uri="{FF2B5EF4-FFF2-40B4-BE49-F238E27FC236}">
                <a16:creationId xmlns:a16="http://schemas.microsoft.com/office/drawing/2014/main" id="{A055F0EB-E327-4739-8E73-9EA739CB177F}"/>
              </a:ext>
            </a:extLst>
          </p:cNvPr>
          <p:cNvSpPr>
            <a:spLocks xmlns:a="http://schemas.openxmlformats.org/drawingml/2006/main" noGrp="1"/>
          </p:cNvSpPr>
          <p:nvPr/>
        </p:nvSpPr>
        <p:spPr>
          <a:xfrm xmlns:a="http://schemas.openxmlformats.org/drawingml/2006/main">
            <a:off x="11000232" y="6492240"/>
            <a:ext cx="502920"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r">
              <a:defRPr sz="1050" b="0">
                <a:solidFill>
                  <a:srgbClr val="587C95"/>
                </a:solidFill>
                <a:latin typeface="Noto Sans CJK SC"/>
                <a:ea typeface="Noto Sans CJK SC"/>
                <a:cs typeface="Noto Sans CJK SC"/>
              </a:defRPr>
            </a:defPPr>
          </a:lstStyle>
          <a:p xmlns:a="http://schemas.openxmlformats.org/drawingml/2006/main">
            <a:pPr algn="r">
              <a:lnSpc>
                <a:spcPct val="103000"/>
              </a:lnSpc>
              <a:buNone/>
              <a:defRPr sz="1050" b="0">
                <a:solidFill>
                  <a:srgbClr val="587C95"/>
                </a:solidFill>
                <a:latin typeface="Noto Sans CJK SC"/>
                <a:ea typeface="Noto Sans CJK SC"/>
                <a:cs typeface="Noto Sans CJK SC"/>
              </a:defRPr>
            </a:pPr>
            <a:r>
              <a:rPr sz="1050" b="0">
                <a:solidFill>
                  <a:srgbClr val="587C95"/>
                </a:solidFill>
                <a:latin typeface="Noto Sans CJK SC"/>
                <a:ea typeface="Noto Sans CJK SC"/>
                <a:cs typeface="Noto Sans CJK SC"/>
              </a:rPr>
              <a:t>03</a:t>
            </a:r>
          </a:p>
        </p:txBody>
      </p:sp>
    </p:spTree>
    <p:extLst>
      <p:ext uri="{BB962C8B-B14F-4D97-AF65-F5344CB8AC3E}">
        <p14:creationId xmlns:p14="http://schemas.microsoft.com/office/powerpoint/2010/main" val="1606778591"/>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10" name="section-heading">
            <a:extLst xmlns:a="http://schemas.openxmlformats.org/drawingml/2006/main">
              <a:ext uri="{FF2B5EF4-FFF2-40B4-BE49-F238E27FC236}">
                <a16:creationId xmlns:a16="http://schemas.microsoft.com/office/drawing/2014/main" id="{10DC78B4-F099-4DAE-A398-654A21F9B34F}"/>
              </a:ext>
            </a:extLst>
          </p:cNvPr>
          <p:cNvSpPr>
            <a:spLocks xmlns:a="http://schemas.openxmlformats.org/drawingml/2006/main" noGrp="1"/>
          </p:cNvSpPr>
          <p:nvPr/>
        </p:nvSpPr>
        <p:spPr>
          <a:xfrm xmlns:a="http://schemas.openxmlformats.org/drawingml/2006/main">
            <a:off x="1499616" y="630936"/>
            <a:ext cx="9784080" cy="5486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2700" b="1">
                <a:solidFill>
                  <a:srgbClr val="243746"/>
                </a:solidFill>
                <a:latin typeface="Noto Sans CJK SC"/>
                <a:ea typeface="Noto Sans CJK SC"/>
                <a:cs typeface="Noto Sans CJK SC"/>
              </a:defRPr>
            </a:defPPr>
          </a:lstStyle>
          <a:p xmlns:a="http://schemas.openxmlformats.org/drawingml/2006/main">
            <a:pPr algn="l">
              <a:lnSpc>
                <a:spcPct val="103000"/>
              </a:lnSpc>
              <a:buNone/>
              <a:defRPr sz="2700" b="1">
                <a:solidFill>
                  <a:srgbClr val="243746"/>
                </a:solidFill>
                <a:latin typeface="Noto Sans CJK SC"/>
                <a:ea typeface="Noto Sans CJK SC"/>
                <a:cs typeface="Noto Sans CJK SC"/>
              </a:defRPr>
            </a:pPr>
            <a:r>
              <a:rPr sz="2700" b="1">
                <a:solidFill>
                  <a:srgbClr val="243746"/>
                </a:solidFill>
                <a:latin typeface="Noto Sans CJK SC"/>
                <a:ea typeface="Noto Sans CJK SC"/>
                <a:cs typeface="Noto Sans CJK SC"/>
              </a:rPr>
              <a:t>一、研究背景</a:t>
            </a:r>
          </a:p>
        </p:txBody>
      </p:sp>
      <p:sp>
        <p:nvSpPr>
          <p:cNvPr id="2" name="slide-topic">
            <a:extLst xmlns:a="http://schemas.openxmlformats.org/drawingml/2006/main">
              <a:ext uri="{FF2B5EF4-FFF2-40B4-BE49-F238E27FC236}">
                <a16:creationId xmlns:a16="http://schemas.microsoft.com/office/drawing/2014/main" id="{57960B88-A348-4B53-B69C-F5E5B49A9CD3}"/>
              </a:ext>
            </a:extLst>
          </p:cNvPr>
          <p:cNvSpPr>
            <a:spLocks xmlns:a="http://schemas.openxmlformats.org/drawingml/2006/main" noGrp="1"/>
          </p:cNvSpPr>
          <p:nvPr/>
        </p:nvSpPr>
        <p:spPr>
          <a:xfrm xmlns:a="http://schemas.openxmlformats.org/drawingml/2006/main">
            <a:off x="658368" y="1709928"/>
            <a:ext cx="10881360" cy="5486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2400" b="1">
                <a:solidFill>
                  <a:srgbClr val="243746"/>
                </a:solidFill>
                <a:latin typeface="Noto Sans CJK SC"/>
                <a:ea typeface="Noto Sans CJK SC"/>
                <a:cs typeface="Noto Sans CJK SC"/>
              </a:defRPr>
            </a:defPPr>
          </a:lstStyle>
          <a:p xmlns:a="http://schemas.openxmlformats.org/drawingml/2006/main">
            <a:pPr algn="l">
              <a:lnSpc>
                <a:spcPct val="103000"/>
              </a:lnSpc>
              <a:buNone/>
              <a:defRPr sz="2400" b="1">
                <a:solidFill>
                  <a:srgbClr val="243746"/>
                </a:solidFill>
                <a:latin typeface="Noto Sans CJK SC"/>
                <a:ea typeface="Noto Sans CJK SC"/>
                <a:cs typeface="Noto Sans CJK SC"/>
              </a:defRPr>
            </a:pPr>
            <a:r>
              <a:rPr sz="2400" b="1">
                <a:solidFill>
                  <a:srgbClr val="243746"/>
                </a:solidFill>
                <a:latin typeface="Noto Sans CJK SC"/>
                <a:ea typeface="Noto Sans CJK SC"/>
                <a:cs typeface="Noto Sans CJK SC"/>
              </a:rPr>
              <a:t>审计既会漏检违规，也会误伤合规供应商</a:t>
            </a:r>
          </a:p>
        </p:txBody>
      </p:sp>
      <p:sp>
        <p:nvSpPr>
          <p:cNvPr id="3" name="text-2">
            <a:extLst xmlns:a="http://schemas.openxmlformats.org/drawingml/2006/main">
              <a:ext uri="{FF2B5EF4-FFF2-40B4-BE49-F238E27FC236}">
                <a16:creationId xmlns:a16="http://schemas.microsoft.com/office/drawing/2014/main" id="{BC4A7187-10C7-42A1-A06A-DD6F1EB00BBE}"/>
              </a:ext>
            </a:extLst>
          </p:cNvPr>
          <p:cNvSpPr>
            <a:spLocks xmlns:a="http://schemas.openxmlformats.org/drawingml/2006/main" noGrp="1"/>
          </p:cNvSpPr>
          <p:nvPr/>
        </p:nvSpPr>
        <p:spPr>
          <a:xfrm xmlns:a="http://schemas.openxmlformats.org/drawingml/2006/main">
            <a:off x="749808" y="2395728"/>
            <a:ext cx="2743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2200" b="1">
                <a:solidFill>
                  <a:srgbClr val="587C95"/>
                </a:solidFill>
                <a:latin typeface="Noto Sans CJK SC"/>
                <a:ea typeface="Noto Sans CJK SC"/>
                <a:cs typeface="Noto Sans CJK SC"/>
              </a:defRPr>
            </a:defPPr>
          </a:lstStyle>
          <a:p xmlns:a="http://schemas.openxmlformats.org/drawingml/2006/main">
            <a:pPr algn="l">
              <a:lnSpc>
                <a:spcPct val="103000"/>
              </a:lnSpc>
              <a:buNone/>
              <a:defRPr sz="2200" b="1">
                <a:solidFill>
                  <a:srgbClr val="587C95"/>
                </a:solidFill>
                <a:latin typeface="Noto Sans CJK SC"/>
                <a:ea typeface="Noto Sans CJK SC"/>
                <a:cs typeface="Noto Sans CJK SC"/>
              </a:defRPr>
            </a:pPr>
            <a:r>
              <a:rPr sz="2200" b="1">
                <a:solidFill>
                  <a:srgbClr val="587C95"/>
                </a:solidFill>
                <a:latin typeface="Noto Sans CJK SC"/>
                <a:ea typeface="Noto Sans CJK SC"/>
                <a:cs typeface="Noto Sans CJK SC"/>
              </a:rPr>
              <a:t>现实动机</a:t>
            </a:r>
          </a:p>
        </p:txBody>
      </p:sp>
      <p:sp>
        <p:nvSpPr>
          <p:cNvPr id="4" name="text-3">
            <a:extLst xmlns:a="http://schemas.openxmlformats.org/drawingml/2006/main">
              <a:ext uri="{FF2B5EF4-FFF2-40B4-BE49-F238E27FC236}">
                <a16:creationId xmlns:a16="http://schemas.microsoft.com/office/drawing/2014/main" id="{6D60057B-E4BF-4689-9B25-4808743E084B}"/>
              </a:ext>
            </a:extLst>
          </p:cNvPr>
          <p:cNvSpPr>
            <a:spLocks xmlns:a="http://schemas.openxmlformats.org/drawingml/2006/main" noGrp="1"/>
          </p:cNvSpPr>
          <p:nvPr/>
        </p:nvSpPr>
        <p:spPr>
          <a:xfrm xmlns:a="http://schemas.openxmlformats.org/drawingml/2006/main">
            <a:off x="749808" y="2944368"/>
            <a:ext cx="5111496" cy="18470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2000" b="0">
                <a:solidFill>
                  <a:srgbClr val="243746"/>
                </a:solidFill>
                <a:latin typeface="Noto Sans CJK SC"/>
                <a:ea typeface="Noto Sans CJK SC"/>
                <a:cs typeface="Noto Sans CJK SC"/>
              </a:defRPr>
            </a:defPPr>
          </a:lstStyle>
          <a:p xmlns:a="http://schemas.openxmlformats.org/drawingml/2006/main">
            <a:pPr algn="l">
              <a:lnSpc>
                <a:spcPct val="103000"/>
              </a:lnSpc>
              <a:buNone/>
              <a:defRPr sz="2000" b="0">
                <a:solidFill>
                  <a:srgbClr val="243746"/>
                </a:solidFill>
                <a:latin typeface="Noto Sans CJK SC"/>
                <a:ea typeface="Noto Sans CJK SC"/>
                <a:cs typeface="Noto Sans CJK SC"/>
              </a:defRPr>
            </a:pPr>
            <a:r>
              <a:rPr sz="2000" b="0">
                <a:solidFill>
                  <a:srgbClr val="243746"/>
                </a:solidFill>
                <a:latin typeface="Noto Sans CJK SC"/>
                <a:ea typeface="Noto Sans CJK SC"/>
                <a:cs typeface="Noto Sans CJK SC"/>
              </a:rPr>
              <a:t>供应商违规被公众或监管发现，会给买方带来声誉与经济损失。Apple、IKEA 等企业使用责任审计，并在发现问题后整改或更换供应商。</a:t>
            </a:r>
          </a:p>
        </p:txBody>
      </p:sp>
      <p:sp>
        <p:nvSpPr>
          <p:cNvPr id="5" name="text-4">
            <a:extLst xmlns:a="http://schemas.openxmlformats.org/drawingml/2006/main">
              <a:ext uri="{FF2B5EF4-FFF2-40B4-BE49-F238E27FC236}">
                <a16:creationId xmlns:a16="http://schemas.microsoft.com/office/drawing/2014/main" id="{37D54396-FDEF-443A-8DB7-EEF8569B6E3D}"/>
              </a:ext>
            </a:extLst>
          </p:cNvPr>
          <p:cNvSpPr>
            <a:spLocks xmlns:a="http://schemas.openxmlformats.org/drawingml/2006/main" noGrp="1"/>
          </p:cNvSpPr>
          <p:nvPr/>
        </p:nvSpPr>
        <p:spPr>
          <a:xfrm xmlns:a="http://schemas.openxmlformats.org/drawingml/2006/main">
            <a:off x="6355080" y="2395728"/>
            <a:ext cx="5093208"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2200" b="1">
                <a:solidFill>
                  <a:srgbClr val="587C95"/>
                </a:solidFill>
                <a:latin typeface="Noto Sans CJK SC"/>
                <a:ea typeface="Noto Sans CJK SC"/>
                <a:cs typeface="Noto Sans CJK SC"/>
              </a:defRPr>
            </a:defPPr>
          </a:lstStyle>
          <a:p xmlns:a="http://schemas.openxmlformats.org/drawingml/2006/main">
            <a:pPr algn="l">
              <a:lnSpc>
                <a:spcPct val="103000"/>
              </a:lnSpc>
              <a:buNone/>
              <a:defRPr sz="2200" b="1">
                <a:solidFill>
                  <a:srgbClr val="587C95"/>
                </a:solidFill>
                <a:latin typeface="Noto Sans CJK SC"/>
                <a:ea typeface="Noto Sans CJK SC"/>
                <a:cs typeface="Noto Sans CJK SC"/>
              </a:defRPr>
            </a:pPr>
            <a:r>
              <a:rPr sz="2200" b="1">
                <a:solidFill>
                  <a:srgbClr val="587C95"/>
                </a:solidFill>
                <a:latin typeface="Noto Sans CJK SC"/>
                <a:ea typeface="Noto Sans CJK SC"/>
                <a:cs typeface="Noto Sans CJK SC"/>
              </a:rPr>
              <a:t>两类错误都有后果</a:t>
            </a:r>
          </a:p>
        </p:txBody>
      </p:sp>
      <p:sp>
        <p:nvSpPr>
          <p:cNvPr id="6" name="text-5">
            <a:extLst xmlns:a="http://schemas.openxmlformats.org/drawingml/2006/main">
              <a:ext uri="{FF2B5EF4-FFF2-40B4-BE49-F238E27FC236}">
                <a16:creationId xmlns:a16="http://schemas.microsoft.com/office/drawing/2014/main" id="{616D2692-1758-4CC1-B85B-0119F805A94E}"/>
              </a:ext>
            </a:extLst>
          </p:cNvPr>
          <p:cNvSpPr>
            <a:spLocks xmlns:a="http://schemas.openxmlformats.org/drawingml/2006/main" noGrp="1"/>
          </p:cNvSpPr>
          <p:nvPr/>
        </p:nvSpPr>
        <p:spPr>
          <a:xfrm xmlns:a="http://schemas.openxmlformats.org/drawingml/2006/main">
            <a:off x="6355080" y="2944368"/>
            <a:ext cx="5093208" cy="2057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2000" b="0">
                <a:solidFill>
                  <a:srgbClr val="243746"/>
                </a:solidFill>
                <a:latin typeface="Noto Sans CJK SC"/>
                <a:ea typeface="Noto Sans CJK SC"/>
                <a:cs typeface="Noto Sans CJK SC"/>
              </a:defRPr>
            </a:defPPr>
          </a:lstStyle>
          <a:p xmlns:a="http://schemas.openxmlformats.org/drawingml/2006/main">
            <a:pPr algn="l">
              <a:lnSpc>
                <a:spcPct val="103000"/>
              </a:lnSpc>
              <a:buNone/>
              <a:defRPr sz="2000" b="0">
                <a:solidFill>
                  <a:srgbClr val="243746"/>
                </a:solidFill>
                <a:latin typeface="Noto Sans CJK SC"/>
                <a:ea typeface="Noto Sans CJK SC"/>
                <a:cs typeface="Noto Sans CJK SC"/>
              </a:defRPr>
            </a:pPr>
            <a:r>
              <a:rPr sz="2000" b="0">
                <a:solidFill>
                  <a:srgbClr val="243746"/>
                </a:solidFill>
                <a:latin typeface="Noto Sans CJK SC"/>
                <a:ea typeface="Noto Sans CJK SC"/>
                <a:cs typeface="Noto Sans CJK SC"/>
              </a:rPr>
              <a:t>误报：Maggi 面条初检被指铅超标，随后复核与法院裁定质疑初检可靠性。</a:t>
            </a:r>
          </a:p>
          <a:p xmlns:a="http://schemas.openxmlformats.org/drawingml/2006/main">
            <a:pPr algn="l">
              <a:lnSpc>
                <a:spcPct val="103000"/>
              </a:lnSpc>
              <a:buNone/>
              <a:defRPr sz="2000" b="0">
                <a:solidFill>
                  <a:srgbClr val="243746"/>
                </a:solidFill>
                <a:latin typeface="Noto Sans CJK SC"/>
                <a:ea typeface="Noto Sans CJK SC"/>
                <a:cs typeface="Noto Sans CJK SC"/>
              </a:defRPr>
            </a:pPr>
            <a:r>
              <a:rPr sz="2000" b="0">
                <a:solidFill>
                  <a:srgbClr val="243746"/>
                </a:solidFill>
                <a:latin typeface="Noto Sans CJK SC"/>
                <a:ea typeface="Noto Sans CJK SC"/>
                <a:cs typeface="Noto Sans CJK SC"/>
              </a:rPr>
              <a:t>漏报：Dyson 多年依赖审计，但供应链仍被指控存在强迫劳动。</a:t>
            </a:r>
          </a:p>
        </p:txBody>
      </p:sp>
      <p:sp>
        <p:nvSpPr>
          <p:cNvPr id="7" name="text-6">
            <a:extLst xmlns:a="http://schemas.openxmlformats.org/drawingml/2006/main">
              <a:ext uri="{FF2B5EF4-FFF2-40B4-BE49-F238E27FC236}">
                <a16:creationId xmlns:a16="http://schemas.microsoft.com/office/drawing/2014/main" id="{BC259698-B1EF-4A88-9A0C-6A7C634B19E3}"/>
              </a:ext>
            </a:extLst>
          </p:cNvPr>
          <p:cNvSpPr>
            <a:spLocks xmlns:a="http://schemas.openxmlformats.org/drawingml/2006/main" noGrp="1"/>
          </p:cNvSpPr>
          <p:nvPr/>
        </p:nvSpPr>
        <p:spPr>
          <a:xfrm xmlns:a="http://schemas.openxmlformats.org/drawingml/2006/main">
            <a:off x="731520" y="5907024"/>
            <a:ext cx="10725912" cy="4754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1800" b="1">
                <a:solidFill>
                  <a:srgbClr val="587C95"/>
                </a:solidFill>
                <a:latin typeface="Noto Sans CJK SC"/>
                <a:ea typeface="Noto Sans CJK SC"/>
                <a:cs typeface="Noto Sans CJK SC"/>
              </a:defRPr>
            </a:defPPr>
          </a:lstStyle>
          <a:p xmlns:a="http://schemas.openxmlformats.org/drawingml/2006/main">
            <a:pPr algn="l">
              <a:lnSpc>
                <a:spcPct val="103000"/>
              </a:lnSpc>
              <a:buNone/>
              <a:defRPr sz="1800" b="1">
                <a:solidFill>
                  <a:srgbClr val="587C95"/>
                </a:solidFill>
                <a:latin typeface="Noto Sans CJK SC"/>
                <a:ea typeface="Noto Sans CJK SC"/>
                <a:cs typeface="Noto Sans CJK SC"/>
              </a:defRPr>
            </a:pPr>
            <a:r>
              <a:rPr sz="1800" b="1">
                <a:solidFill>
                  <a:srgbClr val="587C95"/>
                </a:solidFill>
                <a:latin typeface="Noto Sans CJK SC"/>
                <a:ea typeface="Noto Sans CJK SC"/>
                <a:cs typeface="Noto Sans CJK SC"/>
              </a:rPr>
              <a:t>审计预算有限，错误控制、事后治理与审计覆盖需要联合设计。</a:t>
            </a:r>
          </a:p>
        </p:txBody>
      </p:sp>
      <p:sp>
        <p:nvSpPr>
          <p:cNvPr id="8" name="source-footer">
            <a:extLst xmlns:a="http://schemas.openxmlformats.org/drawingml/2006/main">
              <a:ext uri="{FF2B5EF4-FFF2-40B4-BE49-F238E27FC236}">
                <a16:creationId xmlns:a16="http://schemas.microsoft.com/office/drawing/2014/main" id="{E12EB5BD-E5E3-4494-860C-A89860DD009E}"/>
              </a:ext>
            </a:extLst>
          </p:cNvPr>
          <p:cNvSpPr>
            <a:spLocks xmlns:a="http://schemas.openxmlformats.org/drawingml/2006/main" noGrp="1"/>
          </p:cNvSpPr>
          <p:nvPr/>
        </p:nvSpPr>
        <p:spPr>
          <a:xfrm xmlns:a="http://schemas.openxmlformats.org/drawingml/2006/main">
            <a:off x="676656" y="6492240"/>
            <a:ext cx="10442448"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1040" b="0">
                <a:solidFill>
                  <a:srgbClr val="627281"/>
                </a:solidFill>
                <a:latin typeface="Noto Sans CJK SC"/>
                <a:ea typeface="Noto Sans CJK SC"/>
                <a:cs typeface="Noto Sans CJK SC"/>
              </a:defRPr>
            </a:defPPr>
          </a:lstStyle>
          <a:p xmlns:a="http://schemas.openxmlformats.org/drawingml/2006/main">
            <a:pPr algn="l">
              <a:lnSpc>
                <a:spcPct val="103000"/>
              </a:lnSpc>
              <a:buNone/>
              <a:defRPr sz="1040" b="0">
                <a:solidFill>
                  <a:srgbClr val="627281"/>
                </a:solidFill>
                <a:latin typeface="Noto Sans CJK SC"/>
                <a:ea typeface="Noto Sans CJK SC"/>
                <a:cs typeface="Noto Sans CJK SC"/>
              </a:defRPr>
            </a:pPr>
            <a:r>
              <a:rPr sz="1040" b="0">
                <a:solidFill>
                  <a:srgbClr val="627281"/>
                </a:solidFill>
                <a:latin typeface="Noto Sans CJK SC"/>
                <a:ea typeface="Noto Sans CJK SC"/>
                <a:cs typeface="Noto Sans CJK SC"/>
              </a:rPr>
              <a:t>§1，pp. 1–3；案例按照论文叙述整理</a:t>
            </a:r>
          </a:p>
        </p:txBody>
      </p:sp>
      <p:sp>
        <p:nvSpPr>
          <p:cNvPr id="9" name="page-number">
            <a:extLst xmlns:a="http://schemas.openxmlformats.org/drawingml/2006/main">
              <a:ext uri="{FF2B5EF4-FFF2-40B4-BE49-F238E27FC236}">
                <a16:creationId xmlns:a16="http://schemas.microsoft.com/office/drawing/2014/main" id="{30CF81D8-AC3F-41F5-8C8E-9FE4DEBD1B0E}"/>
              </a:ext>
            </a:extLst>
          </p:cNvPr>
          <p:cNvSpPr>
            <a:spLocks xmlns:a="http://schemas.openxmlformats.org/drawingml/2006/main" noGrp="1"/>
          </p:cNvSpPr>
          <p:nvPr/>
        </p:nvSpPr>
        <p:spPr>
          <a:xfrm xmlns:a="http://schemas.openxmlformats.org/drawingml/2006/main">
            <a:off x="11000232" y="6492240"/>
            <a:ext cx="502920"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r">
              <a:defRPr sz="1050" b="0">
                <a:solidFill>
                  <a:srgbClr val="587C95"/>
                </a:solidFill>
                <a:latin typeface="Noto Sans CJK SC"/>
                <a:ea typeface="Noto Sans CJK SC"/>
                <a:cs typeface="Noto Sans CJK SC"/>
              </a:defRPr>
            </a:defPPr>
          </a:lstStyle>
          <a:p xmlns:a="http://schemas.openxmlformats.org/drawingml/2006/main">
            <a:pPr algn="r">
              <a:lnSpc>
                <a:spcPct val="103000"/>
              </a:lnSpc>
              <a:buNone/>
              <a:defRPr sz="1050" b="0">
                <a:solidFill>
                  <a:srgbClr val="587C95"/>
                </a:solidFill>
                <a:latin typeface="Noto Sans CJK SC"/>
                <a:ea typeface="Noto Sans CJK SC"/>
                <a:cs typeface="Noto Sans CJK SC"/>
              </a:defRPr>
            </a:pPr>
            <a:r>
              <a:rPr sz="1050" b="0">
                <a:solidFill>
                  <a:srgbClr val="587C95"/>
                </a:solidFill>
                <a:latin typeface="Noto Sans CJK SC"/>
                <a:ea typeface="Noto Sans CJK SC"/>
                <a:cs typeface="Noto Sans CJK SC"/>
              </a:rPr>
              <a:t>04</a:t>
            </a:r>
          </a:p>
        </p:txBody>
      </p:sp>
    </p:spTree>
    <p:extLst>
      <p:ext uri="{BB962C8B-B14F-4D97-AF65-F5344CB8AC3E}">
        <p14:creationId xmlns:p14="http://schemas.microsoft.com/office/powerpoint/2010/main" val="2025011244"/>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9" name="section-heading">
            <a:extLst xmlns:a="http://schemas.openxmlformats.org/drawingml/2006/main">
              <a:ext uri="{FF2B5EF4-FFF2-40B4-BE49-F238E27FC236}">
                <a16:creationId xmlns:a16="http://schemas.microsoft.com/office/drawing/2014/main" id="{9A3DAF6C-4FEF-4317-9C78-54974CAA5C8A}"/>
              </a:ext>
            </a:extLst>
          </p:cNvPr>
          <p:cNvSpPr>
            <a:spLocks xmlns:a="http://schemas.openxmlformats.org/drawingml/2006/main" noGrp="1"/>
          </p:cNvSpPr>
          <p:nvPr/>
        </p:nvSpPr>
        <p:spPr>
          <a:xfrm xmlns:a="http://schemas.openxmlformats.org/drawingml/2006/main">
            <a:off x="1499616" y="630936"/>
            <a:ext cx="9784080" cy="5486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2700" b="1">
                <a:solidFill>
                  <a:srgbClr val="243746"/>
                </a:solidFill>
                <a:latin typeface="Noto Sans CJK SC"/>
                <a:ea typeface="Noto Sans CJK SC"/>
                <a:cs typeface="Noto Sans CJK SC"/>
              </a:defRPr>
            </a:defPPr>
          </a:lstStyle>
          <a:p xmlns:a="http://schemas.openxmlformats.org/drawingml/2006/main">
            <a:pPr algn="l">
              <a:lnSpc>
                <a:spcPct val="103000"/>
              </a:lnSpc>
              <a:buNone/>
              <a:defRPr sz="2700" b="1">
                <a:solidFill>
                  <a:srgbClr val="243746"/>
                </a:solidFill>
                <a:latin typeface="Noto Sans CJK SC"/>
                <a:ea typeface="Noto Sans CJK SC"/>
                <a:cs typeface="Noto Sans CJK SC"/>
              </a:defRPr>
            </a:pPr>
            <a:r>
              <a:rPr sz="2700" b="1">
                <a:solidFill>
                  <a:srgbClr val="243746"/>
                </a:solidFill>
                <a:latin typeface="Noto Sans CJK SC"/>
                <a:ea typeface="Noto Sans CJK SC"/>
                <a:cs typeface="Noto Sans CJK SC"/>
              </a:rPr>
              <a:t>二、研究问题</a:t>
            </a:r>
          </a:p>
        </p:txBody>
      </p:sp>
      <p:sp>
        <p:nvSpPr>
          <p:cNvPr id="2" name="slide-topic">
            <a:extLst xmlns:a="http://schemas.openxmlformats.org/drawingml/2006/main">
              <a:ext uri="{FF2B5EF4-FFF2-40B4-BE49-F238E27FC236}">
                <a16:creationId xmlns:a16="http://schemas.microsoft.com/office/drawing/2014/main" id="{6C9C03D1-3343-4205-BEFD-062ACF2974F2}"/>
              </a:ext>
            </a:extLst>
          </p:cNvPr>
          <p:cNvSpPr>
            <a:spLocks xmlns:a="http://schemas.openxmlformats.org/drawingml/2006/main" noGrp="1"/>
          </p:cNvSpPr>
          <p:nvPr/>
        </p:nvSpPr>
        <p:spPr>
          <a:xfrm xmlns:a="http://schemas.openxmlformats.org/drawingml/2006/main">
            <a:off x="658368" y="1709928"/>
            <a:ext cx="10881360" cy="5486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2400" b="1">
                <a:solidFill>
                  <a:srgbClr val="243746"/>
                </a:solidFill>
                <a:latin typeface="Noto Sans CJK SC"/>
                <a:ea typeface="Noto Sans CJK SC"/>
                <a:cs typeface="Noto Sans CJK SC"/>
              </a:defRPr>
            </a:defPPr>
          </a:lstStyle>
          <a:p xmlns:a="http://schemas.openxmlformats.org/drawingml/2006/main">
            <a:pPr algn="l">
              <a:lnSpc>
                <a:spcPct val="103000"/>
              </a:lnSpc>
              <a:buNone/>
              <a:defRPr sz="2400" b="1">
                <a:solidFill>
                  <a:srgbClr val="243746"/>
                </a:solidFill>
                <a:latin typeface="Noto Sans CJK SC"/>
                <a:ea typeface="Noto Sans CJK SC"/>
                <a:cs typeface="Noto Sans CJK SC"/>
              </a:defRPr>
            </a:pPr>
            <a:r>
              <a:rPr sz="2400" b="1">
                <a:solidFill>
                  <a:srgbClr val="243746"/>
                </a:solidFill>
                <a:latin typeface="Noto Sans CJK SC"/>
                <a:ea typeface="Noto Sans CJK SC"/>
                <a:cs typeface="Noto Sans CJK SC"/>
              </a:rPr>
              <a:t>买方需要回答的四个决策问题</a:t>
            </a:r>
          </a:p>
        </p:txBody>
      </p:sp>
      <p:sp>
        <p:nvSpPr>
          <p:cNvPr id="3" name="text-2">
            <a:extLst xmlns:a="http://schemas.openxmlformats.org/drawingml/2006/main">
              <a:ext uri="{FF2B5EF4-FFF2-40B4-BE49-F238E27FC236}">
                <a16:creationId xmlns:a16="http://schemas.microsoft.com/office/drawing/2014/main" id="{CD97E981-12F6-43FE-8842-FFF99D1CC09A}"/>
              </a:ext>
            </a:extLst>
          </p:cNvPr>
          <p:cNvSpPr>
            <a:spLocks xmlns:a="http://schemas.openxmlformats.org/drawingml/2006/main" noGrp="1"/>
          </p:cNvSpPr>
          <p:nvPr/>
        </p:nvSpPr>
        <p:spPr>
          <a:xfrm xmlns:a="http://schemas.openxmlformats.org/drawingml/2006/main">
            <a:off x="822960" y="2423160"/>
            <a:ext cx="10469880" cy="6400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2200" b="0">
                <a:solidFill>
                  <a:srgbClr val="243746"/>
                </a:solidFill>
                <a:latin typeface="Noto Sans CJK SC"/>
                <a:ea typeface="Noto Sans CJK SC"/>
                <a:cs typeface="Noto Sans CJK SC"/>
              </a:defRPr>
            </a:defPPr>
          </a:lstStyle>
          <a:p xmlns:a="http://schemas.openxmlformats.org/drawingml/2006/main">
            <a:pPr algn="l">
              <a:lnSpc>
                <a:spcPct val="103000"/>
              </a:lnSpc>
              <a:buNone/>
              <a:defRPr sz="2200" b="0">
                <a:solidFill>
                  <a:srgbClr val="243746"/>
                </a:solidFill>
                <a:latin typeface="Noto Sans CJK SC"/>
                <a:ea typeface="Noto Sans CJK SC"/>
                <a:cs typeface="Noto Sans CJK SC"/>
              </a:defRPr>
            </a:pPr>
            <a:r>
              <a:rPr sz="2200" b="0">
                <a:solidFill>
                  <a:srgbClr val="243746"/>
                </a:solidFill>
                <a:latin typeface="Noto Sans CJK SC"/>
                <a:ea typeface="Noto Sans CJK SC"/>
                <a:cs typeface="Noto Sans CJK SC"/>
              </a:rPr>
              <a:t>1  错误控制：如何在误报 α 与漏报 β 之间分配审计能力？</a:t>
            </a:r>
          </a:p>
        </p:txBody>
      </p:sp>
      <p:sp>
        <p:nvSpPr>
          <p:cNvPr id="4" name="text-3">
            <a:extLst xmlns:a="http://schemas.openxmlformats.org/drawingml/2006/main">
              <a:ext uri="{FF2B5EF4-FFF2-40B4-BE49-F238E27FC236}">
                <a16:creationId xmlns:a16="http://schemas.microsoft.com/office/drawing/2014/main" id="{49166FA4-DEB3-43F3-94F6-822C4E2989C8}"/>
              </a:ext>
            </a:extLst>
          </p:cNvPr>
          <p:cNvSpPr>
            <a:spLocks xmlns:a="http://schemas.openxmlformats.org/drawingml/2006/main" noGrp="1"/>
          </p:cNvSpPr>
          <p:nvPr/>
        </p:nvSpPr>
        <p:spPr>
          <a:xfrm xmlns:a="http://schemas.openxmlformats.org/drawingml/2006/main">
            <a:off x="822960" y="3273552"/>
            <a:ext cx="10469880" cy="6400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2200" b="0">
                <a:solidFill>
                  <a:srgbClr val="243746"/>
                </a:solidFill>
                <a:latin typeface="Noto Sans CJK SC"/>
                <a:ea typeface="Noto Sans CJK SC"/>
                <a:cs typeface="Noto Sans CJK SC"/>
              </a:defRPr>
            </a:defPPr>
          </a:lstStyle>
          <a:p xmlns:a="http://schemas.openxmlformats.org/drawingml/2006/main">
            <a:pPr algn="l">
              <a:lnSpc>
                <a:spcPct val="103000"/>
              </a:lnSpc>
              <a:buNone/>
              <a:defRPr sz="2200" b="0">
                <a:solidFill>
                  <a:srgbClr val="243746"/>
                </a:solidFill>
                <a:latin typeface="Noto Sans CJK SC"/>
                <a:ea typeface="Noto Sans CJK SC"/>
                <a:cs typeface="Noto Sans CJK SC"/>
              </a:defRPr>
            </a:pPr>
            <a:r>
              <a:rPr sz="2200" b="0">
                <a:solidFill>
                  <a:srgbClr val="243746"/>
                </a:solidFill>
                <a:latin typeface="Noto Sans CJK SC"/>
                <a:ea typeface="Noto Sans CJK SC"/>
                <a:cs typeface="Noto Sans CJK SC"/>
              </a:rPr>
              <a:t>2  治理措施：审计未通过后，应整改还是替换供应商？</a:t>
            </a:r>
          </a:p>
        </p:txBody>
      </p:sp>
      <p:sp>
        <p:nvSpPr>
          <p:cNvPr id="5" name="text-4">
            <a:extLst xmlns:a="http://schemas.openxmlformats.org/drawingml/2006/main">
              <a:ext uri="{FF2B5EF4-FFF2-40B4-BE49-F238E27FC236}">
                <a16:creationId xmlns:a16="http://schemas.microsoft.com/office/drawing/2014/main" id="{DE1C410E-F67C-487F-83CA-4261C2729797}"/>
              </a:ext>
            </a:extLst>
          </p:cNvPr>
          <p:cNvSpPr>
            <a:spLocks xmlns:a="http://schemas.openxmlformats.org/drawingml/2006/main" noGrp="1"/>
          </p:cNvSpPr>
          <p:nvPr/>
        </p:nvSpPr>
        <p:spPr>
          <a:xfrm xmlns:a="http://schemas.openxmlformats.org/drawingml/2006/main">
            <a:off x="822960" y="4123944"/>
            <a:ext cx="10469880" cy="6400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2200" b="0">
                <a:solidFill>
                  <a:srgbClr val="243746"/>
                </a:solidFill>
                <a:latin typeface="Noto Sans CJK SC"/>
                <a:ea typeface="Noto Sans CJK SC"/>
                <a:cs typeface="Noto Sans CJK SC"/>
              </a:defRPr>
            </a:defPPr>
          </a:lstStyle>
          <a:p xmlns:a="http://schemas.openxmlformats.org/drawingml/2006/main">
            <a:pPr algn="l">
              <a:lnSpc>
                <a:spcPct val="103000"/>
              </a:lnSpc>
              <a:buNone/>
              <a:defRPr sz="2200" b="0">
                <a:solidFill>
                  <a:srgbClr val="243746"/>
                </a:solidFill>
                <a:latin typeface="Noto Sans CJK SC"/>
                <a:ea typeface="Noto Sans CJK SC"/>
                <a:cs typeface="Noto Sans CJK SC"/>
              </a:defRPr>
            </a:pPr>
            <a:r>
              <a:rPr sz="2200" b="0">
                <a:solidFill>
                  <a:srgbClr val="243746"/>
                </a:solidFill>
                <a:latin typeface="Noto Sans CJK SC"/>
                <a:ea typeface="Noto Sans CJK SC"/>
                <a:cs typeface="Noto Sans CJK SC"/>
              </a:rPr>
              <a:t>3  预算与范围：审计一家还是两家？预算均分还是不均分？</a:t>
            </a:r>
          </a:p>
        </p:txBody>
      </p:sp>
      <p:sp>
        <p:nvSpPr>
          <p:cNvPr id="6" name="text-5">
            <a:extLst xmlns:a="http://schemas.openxmlformats.org/drawingml/2006/main">
              <a:ext uri="{FF2B5EF4-FFF2-40B4-BE49-F238E27FC236}">
                <a16:creationId xmlns:a16="http://schemas.microsoft.com/office/drawing/2014/main" id="{F41539D7-BC63-4DDC-85B4-8FFA374D5C11}"/>
              </a:ext>
            </a:extLst>
          </p:cNvPr>
          <p:cNvSpPr>
            <a:spLocks xmlns:a="http://schemas.openxmlformats.org/drawingml/2006/main" noGrp="1"/>
          </p:cNvSpPr>
          <p:nvPr/>
        </p:nvSpPr>
        <p:spPr>
          <a:xfrm xmlns:a="http://schemas.openxmlformats.org/drawingml/2006/main">
            <a:off x="822960" y="4974336"/>
            <a:ext cx="10469880" cy="7772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2200" b="0">
                <a:solidFill>
                  <a:srgbClr val="243746"/>
                </a:solidFill>
                <a:latin typeface="Noto Sans CJK SC"/>
                <a:ea typeface="Noto Sans CJK SC"/>
                <a:cs typeface="Noto Sans CJK SC"/>
              </a:defRPr>
            </a:defPPr>
          </a:lstStyle>
          <a:p xmlns:a="http://schemas.openxmlformats.org/drawingml/2006/main">
            <a:pPr algn="l">
              <a:lnSpc>
                <a:spcPct val="103000"/>
              </a:lnSpc>
              <a:buNone/>
              <a:defRPr sz="2200" b="0">
                <a:solidFill>
                  <a:srgbClr val="243746"/>
                </a:solidFill>
                <a:latin typeface="Noto Sans CJK SC"/>
                <a:ea typeface="Noto Sans CJK SC"/>
                <a:cs typeface="Noto Sans CJK SC"/>
              </a:defRPr>
            </a:pPr>
            <a:r>
              <a:rPr sz="2200" b="0">
                <a:solidFill>
                  <a:srgbClr val="243746"/>
                </a:solidFill>
                <a:latin typeface="Noto Sans CJK SC"/>
                <a:ea typeface="Noto Sans CJK SC"/>
                <a:cs typeface="Noto Sans CJK SC"/>
              </a:rPr>
              <a:t>4  社会效果：更多预算是否一定减少违规最终产品流入市场？</a:t>
            </a:r>
          </a:p>
        </p:txBody>
      </p:sp>
      <p:sp>
        <p:nvSpPr>
          <p:cNvPr id="7" name="source-footer">
            <a:extLst xmlns:a="http://schemas.openxmlformats.org/drawingml/2006/main">
              <a:ext uri="{FF2B5EF4-FFF2-40B4-BE49-F238E27FC236}">
                <a16:creationId xmlns:a16="http://schemas.microsoft.com/office/drawing/2014/main" id="{7D27D08D-A977-46BF-B2B0-ED2BCF4A9BB7}"/>
              </a:ext>
            </a:extLst>
          </p:cNvPr>
          <p:cNvSpPr>
            <a:spLocks xmlns:a="http://schemas.openxmlformats.org/drawingml/2006/main" noGrp="1"/>
          </p:cNvSpPr>
          <p:nvPr/>
        </p:nvSpPr>
        <p:spPr>
          <a:xfrm xmlns:a="http://schemas.openxmlformats.org/drawingml/2006/main">
            <a:off x="676656" y="6492240"/>
            <a:ext cx="10442448"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1040" b="0">
                <a:solidFill>
                  <a:srgbClr val="627281"/>
                </a:solidFill>
                <a:latin typeface="Noto Sans CJK SC"/>
                <a:ea typeface="Noto Sans CJK SC"/>
                <a:cs typeface="Noto Sans CJK SC"/>
              </a:defRPr>
            </a:defPPr>
          </a:lstStyle>
          <a:p xmlns:a="http://schemas.openxmlformats.org/drawingml/2006/main">
            <a:pPr algn="l">
              <a:lnSpc>
                <a:spcPct val="103000"/>
              </a:lnSpc>
              <a:buNone/>
              <a:defRPr sz="1040" b="0">
                <a:solidFill>
                  <a:srgbClr val="627281"/>
                </a:solidFill>
                <a:latin typeface="Noto Sans CJK SC"/>
                <a:ea typeface="Noto Sans CJK SC"/>
                <a:cs typeface="Noto Sans CJK SC"/>
              </a:defRPr>
            </a:pPr>
            <a:r>
              <a:rPr sz="1040" b="0">
                <a:solidFill>
                  <a:srgbClr val="627281"/>
                </a:solidFill>
                <a:latin typeface="Noto Sans CJK SC"/>
                <a:ea typeface="Noto Sans CJK SC"/>
                <a:cs typeface="Noto Sans CJK SC"/>
              </a:rPr>
              <a:t>§1，pp. 2–3</a:t>
            </a:r>
          </a:p>
        </p:txBody>
      </p:sp>
      <p:sp>
        <p:nvSpPr>
          <p:cNvPr id="8" name="page-number">
            <a:extLst xmlns:a="http://schemas.openxmlformats.org/drawingml/2006/main">
              <a:ext uri="{FF2B5EF4-FFF2-40B4-BE49-F238E27FC236}">
                <a16:creationId xmlns:a16="http://schemas.microsoft.com/office/drawing/2014/main" id="{CEB2847C-32A3-4D3D-9081-06753A5E3CD4}"/>
              </a:ext>
            </a:extLst>
          </p:cNvPr>
          <p:cNvSpPr>
            <a:spLocks xmlns:a="http://schemas.openxmlformats.org/drawingml/2006/main" noGrp="1"/>
          </p:cNvSpPr>
          <p:nvPr/>
        </p:nvSpPr>
        <p:spPr>
          <a:xfrm xmlns:a="http://schemas.openxmlformats.org/drawingml/2006/main">
            <a:off x="11000232" y="6492240"/>
            <a:ext cx="502920"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r">
              <a:defRPr sz="1050" b="0">
                <a:solidFill>
                  <a:srgbClr val="587C95"/>
                </a:solidFill>
                <a:latin typeface="Noto Sans CJK SC"/>
                <a:ea typeface="Noto Sans CJK SC"/>
                <a:cs typeface="Noto Sans CJK SC"/>
              </a:defRPr>
            </a:defPPr>
          </a:lstStyle>
          <a:p xmlns:a="http://schemas.openxmlformats.org/drawingml/2006/main">
            <a:pPr algn="r">
              <a:lnSpc>
                <a:spcPct val="103000"/>
              </a:lnSpc>
              <a:buNone/>
              <a:defRPr sz="1050" b="0">
                <a:solidFill>
                  <a:srgbClr val="587C95"/>
                </a:solidFill>
                <a:latin typeface="Noto Sans CJK SC"/>
                <a:ea typeface="Noto Sans CJK SC"/>
                <a:cs typeface="Noto Sans CJK SC"/>
              </a:defRPr>
            </a:pPr>
            <a:r>
              <a:rPr sz="1050" b="0">
                <a:solidFill>
                  <a:srgbClr val="587C95"/>
                </a:solidFill>
                <a:latin typeface="Noto Sans CJK SC"/>
                <a:ea typeface="Noto Sans CJK SC"/>
                <a:cs typeface="Noto Sans CJK SC"/>
              </a:rPr>
              <a:t>05</a:t>
            </a:r>
          </a:p>
        </p:txBody>
      </p:sp>
    </p:spTree>
    <p:extLst>
      <p:ext uri="{BB962C8B-B14F-4D97-AF65-F5344CB8AC3E}">
        <p14:creationId xmlns:p14="http://schemas.microsoft.com/office/powerpoint/2010/main" val="521938032"/>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6" name="section-heading">
            <a:extLst xmlns:a="http://schemas.openxmlformats.org/drawingml/2006/main">
              <a:ext uri="{FF2B5EF4-FFF2-40B4-BE49-F238E27FC236}">
                <a16:creationId xmlns:a16="http://schemas.microsoft.com/office/drawing/2014/main" id="{4ADA1019-FF2A-4491-846E-B0F1AD13D115}"/>
              </a:ext>
            </a:extLst>
          </p:cNvPr>
          <p:cNvSpPr>
            <a:spLocks xmlns:a="http://schemas.openxmlformats.org/drawingml/2006/main" noGrp="1"/>
          </p:cNvSpPr>
          <p:nvPr/>
        </p:nvSpPr>
        <p:spPr>
          <a:xfrm xmlns:a="http://schemas.openxmlformats.org/drawingml/2006/main">
            <a:off x="1499616" y="630936"/>
            <a:ext cx="9784080" cy="5486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2700" b="1">
                <a:solidFill>
                  <a:srgbClr val="243746"/>
                </a:solidFill>
                <a:latin typeface="Noto Sans CJK SC"/>
                <a:ea typeface="Noto Sans CJK SC"/>
                <a:cs typeface="Noto Sans CJK SC"/>
              </a:defRPr>
            </a:defPPr>
          </a:lstStyle>
          <a:p xmlns:a="http://schemas.openxmlformats.org/drawingml/2006/main">
            <a:pPr algn="l">
              <a:lnSpc>
                <a:spcPct val="103000"/>
              </a:lnSpc>
              <a:buNone/>
              <a:defRPr sz="2700" b="1">
                <a:solidFill>
                  <a:srgbClr val="243746"/>
                </a:solidFill>
                <a:latin typeface="Noto Sans CJK SC"/>
                <a:ea typeface="Noto Sans CJK SC"/>
                <a:cs typeface="Noto Sans CJK SC"/>
              </a:defRPr>
            </a:pPr>
            <a:r>
              <a:rPr sz="2700" b="1">
                <a:solidFill>
                  <a:srgbClr val="243746"/>
                </a:solidFill>
                <a:latin typeface="Noto Sans CJK SC"/>
                <a:ea typeface="Noto Sans CJK SC"/>
                <a:cs typeface="Noto Sans CJK SC"/>
              </a:rPr>
              <a:t>三、文献综述</a:t>
            </a:r>
          </a:p>
        </p:txBody>
      </p:sp>
      <p:sp>
        <p:nvSpPr>
          <p:cNvPr id="2" name="slide-topic">
            <a:extLst xmlns:a="http://schemas.openxmlformats.org/drawingml/2006/main">
              <a:ext uri="{FF2B5EF4-FFF2-40B4-BE49-F238E27FC236}">
                <a16:creationId xmlns:a16="http://schemas.microsoft.com/office/drawing/2014/main" id="{7F1DAD78-25E7-4FFF-9C64-007B28138C58}"/>
              </a:ext>
            </a:extLst>
          </p:cNvPr>
          <p:cNvSpPr>
            <a:spLocks xmlns:a="http://schemas.openxmlformats.org/drawingml/2006/main" noGrp="1"/>
          </p:cNvSpPr>
          <p:nvPr/>
        </p:nvSpPr>
        <p:spPr>
          <a:xfrm xmlns:a="http://schemas.openxmlformats.org/drawingml/2006/main">
            <a:off x="658368" y="1709928"/>
            <a:ext cx="10881360" cy="5486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2400" b="1">
                <a:solidFill>
                  <a:srgbClr val="243746"/>
                </a:solidFill>
                <a:latin typeface="Noto Sans CJK SC"/>
                <a:ea typeface="Noto Sans CJK SC"/>
                <a:cs typeface="Noto Sans CJK SC"/>
              </a:defRPr>
            </a:defPPr>
          </a:lstStyle>
          <a:p xmlns:a="http://schemas.openxmlformats.org/drawingml/2006/main">
            <a:pPr algn="l">
              <a:lnSpc>
                <a:spcPct val="103000"/>
              </a:lnSpc>
              <a:buNone/>
              <a:defRPr sz="2400" b="1">
                <a:solidFill>
                  <a:srgbClr val="243746"/>
                </a:solidFill>
                <a:latin typeface="Noto Sans CJK SC"/>
                <a:ea typeface="Noto Sans CJK SC"/>
                <a:cs typeface="Noto Sans CJK SC"/>
              </a:defRPr>
            </a:pPr>
            <a:r>
              <a:rPr sz="2400" b="1">
                <a:solidFill>
                  <a:srgbClr val="243746"/>
                </a:solidFill>
                <a:latin typeface="Noto Sans CJK SC"/>
                <a:ea typeface="Noto Sans CJK SC"/>
                <a:cs typeface="Noto Sans CJK SC"/>
              </a:rPr>
              <a:t>研究缺口与本文定位</a:t>
            </a:r>
          </a:p>
        </p:txBody>
      </p:sp>
      <p:graphicFrame>
        <p:nvGraphicFramePr>
          <p:cNvPr id="3" name="">
            <a:extLst xmlns:a="http://schemas.openxmlformats.org/drawingml/2006/main">
              <a:ext uri="{FF2B5EF4-FFF2-40B4-BE49-F238E27FC236}">
                <a16:creationId xmlns:a16="http://schemas.microsoft.com/office/drawing/2014/main" id="{17657FF0-9DF3-464A-AEEA-4893C7E4EC62}"/>
              </a:ext>
            </a:extLst>
          </p:cNvPr>
          <p:cNvGraphicFramePr/>
          <p:nvPr/>
        </p:nvGraphicFramePr>
        <p:xfrm>
          <a:off xmlns:a="http://schemas.openxmlformats.org/drawingml/2006/main" x="658368" y="2414016"/>
          <a:ext xmlns:a="http://schemas.openxmlformats.org/drawingml/2006/main" cx="10872216" cy="3127248"/>
        </p:xfrm>
        <a:graphic xmlns:a="http://schemas.openxmlformats.org/drawingml/2006/main">
          <a:graphicData uri="http://schemas.openxmlformats.org/drawingml/2006/table">
            <a:tbl>
              <a:tblPr firstRow="1" bandRow="0"/>
              <a:tblGrid>
                <a:gridCol w="2679192"/>
                <a:gridCol w="3931920"/>
                <a:gridCol w="4261104"/>
              </a:tblGrid>
              <a:tr h="625450">
                <a:tc>
                  <a:txBody>
                    <a:bodyPr wrap="square">
                      <a:noAutofit/>
                    </a:bodyPr>
                    <a:lstStyle/>
                    <a:p>
                      <a:pPr algn="l">
                        <a:lnSpc>
                          <a:spcPct val="100000"/>
                        </a:lnSpc>
                        <a:buNone/>
                      </a:pPr>
                      <a:r>
                        <a:rPr sz="1750" b="1">
                          <a:solidFill>
                            <a:srgbClr val="FFFFFF"/>
                          </a:solidFill>
                          <a:latin typeface="Noto Sans CJK SC"/>
                          <a:ea typeface="Noto Sans CJK SC"/>
                          <a:cs typeface="Noto Sans CJK SC"/>
                        </a:rPr>
                        <a:t>文献方向</a:t>
                      </a:r>
                    </a:p>
                  </a:txBody>
                  <a:tcPr marL="85725" marR="85725" marT="57150" marB="57150" anchor="ctr">
                    <a:solidFill>
                      <a:srgbClr val="587C95"/>
                    </a:solidFill>
                  </a:tcPr>
                </a:tc>
                <a:tc>
                  <a:txBody>
                    <a:bodyPr wrap="square">
                      <a:noAutofit/>
                    </a:bodyPr>
                    <a:lstStyle/>
                    <a:p>
                      <a:pPr algn="l">
                        <a:lnSpc>
                          <a:spcPct val="100000"/>
                        </a:lnSpc>
                        <a:buNone/>
                      </a:pPr>
                      <a:r>
                        <a:rPr sz="1750" b="1">
                          <a:solidFill>
                            <a:srgbClr val="FFFFFF"/>
                          </a:solidFill>
                          <a:latin typeface="Noto Sans CJK SC"/>
                          <a:ea typeface="Noto Sans CJK SC"/>
                          <a:cs typeface="Noto Sans CJK SC"/>
                        </a:rPr>
                        <a:t>代表研究</a:t>
                      </a:r>
                    </a:p>
                  </a:txBody>
                  <a:tcPr marL="85725" marR="85725" marT="57150" marB="57150" anchor="ctr">
                    <a:solidFill>
                      <a:srgbClr val="587C95"/>
                    </a:solidFill>
                  </a:tcPr>
                </a:tc>
                <a:tc>
                  <a:txBody>
                    <a:bodyPr wrap="square">
                      <a:noAutofit/>
                    </a:bodyPr>
                    <a:lstStyle/>
                    <a:p>
                      <a:pPr algn="l">
                        <a:lnSpc>
                          <a:spcPct val="100000"/>
                        </a:lnSpc>
                        <a:buNone/>
                      </a:pPr>
                      <a:r>
                        <a:rPr sz="1750" b="1">
                          <a:solidFill>
                            <a:srgbClr val="FFFFFF"/>
                          </a:solidFill>
                          <a:latin typeface="Noto Sans CJK SC"/>
                          <a:ea typeface="Noto Sans CJK SC"/>
                          <a:cs typeface="Noto Sans CJK SC"/>
                        </a:rPr>
                        <a:t>本文补充</a:t>
                      </a:r>
                    </a:p>
                  </a:txBody>
                  <a:tcPr marL="85725" marR="85725" marT="57150" marB="57150" anchor="ctr">
                    <a:solidFill>
                      <a:srgbClr val="587C95"/>
                    </a:solidFill>
                  </a:tcPr>
                </a:tc>
              </a:tr>
              <a:tr h="625450">
                <a:tc>
                  <a:txBody>
                    <a:bodyPr wrap="square">
                      <a:noAutofit/>
                    </a:bodyPr>
                    <a:lstStyle/>
                    <a:p>
                      <a:pPr algn="l">
                        <a:lnSpc>
                          <a:spcPct val="100000"/>
                        </a:lnSpc>
                        <a:buNone/>
                      </a:pPr>
                      <a:r>
                        <a:rPr sz="1700" b="0">
                          <a:solidFill>
                            <a:srgbClr val="243746"/>
                          </a:solidFill>
                          <a:latin typeface="Noto Sans CJK SC"/>
                          <a:ea typeface="Noto Sans CJK SC"/>
                          <a:cs typeface="Noto Sans CJK SC"/>
                        </a:rPr>
                        <a:t>责任采购与审计</a:t>
                      </a:r>
                    </a:p>
                  </a:txBody>
                  <a:tcPr marL="85725" marR="85725" marT="57150" marB="57150" anchor="ctr">
                    <a:solidFill>
                      <a:srgbClr val="F0F4F7"/>
                    </a:solidFill>
                  </a:tcPr>
                </a:tc>
                <a:tc>
                  <a:txBody>
                    <a:bodyPr wrap="square">
                      <a:noAutofit/>
                    </a:bodyPr>
                    <a:lstStyle/>
                    <a:p>
                      <a:pPr algn="l">
                        <a:lnSpc>
                          <a:spcPct val="100000"/>
                        </a:lnSpc>
                        <a:buNone/>
                      </a:pPr>
                      <a:r>
                        <a:rPr sz="1700" b="0">
                          <a:solidFill>
                            <a:srgbClr val="243746"/>
                          </a:solidFill>
                          <a:latin typeface="Noto Sans CJK SC"/>
                          <a:ea typeface="Noto Sans CJK SC"/>
                          <a:cs typeface="Noto Sans CJK SC"/>
                        </a:rPr>
                        <a:t>Plambeck &amp; Taylor (2016)</a:t>
                      </a:r>
                    </a:p>
                    <a:p>
                      <a:pPr algn="l">
                        <a:lnSpc>
                          <a:spcPct val="100000"/>
                        </a:lnSpc>
                        <a:buNone/>
                      </a:pPr>
                      <a:r>
                        <a:rPr sz="1700" b="0">
                          <a:solidFill>
                            <a:srgbClr val="243746"/>
                          </a:solidFill>
                          <a:latin typeface="Noto Sans CJK SC"/>
                          <a:ea typeface="Noto Sans CJK SC"/>
                          <a:cs typeface="Noto Sans CJK SC"/>
                        </a:rPr>
                        <a:t>Cho et al. (2019)</a:t>
                      </a:r>
                    </a:p>
                  </a:txBody>
                  <a:tcPr marL="85725" marR="85725" marT="57150" marB="57150" anchor="ctr">
                    <a:solidFill>
                      <a:srgbClr val="F0F4F7"/>
                    </a:solidFill>
                  </a:tcPr>
                </a:tc>
                <a:tc>
                  <a:txBody>
                    <a:bodyPr wrap="square">
                      <a:noAutofit/>
                    </a:bodyPr>
                    <a:lstStyle/>
                    <a:p>
                      <a:pPr algn="l">
                        <a:lnSpc>
                          <a:spcPct val="100000"/>
                        </a:lnSpc>
                        <a:buNone/>
                      </a:pPr>
                      <a:r>
                        <a:rPr sz="1700" b="0">
                          <a:solidFill>
                            <a:srgbClr val="243746"/>
                          </a:solidFill>
                          <a:latin typeface="Noto Sans CJK SC"/>
                          <a:ea typeface="Noto Sans CJK SC"/>
                          <a:cs typeface="Noto Sans CJK SC"/>
                        </a:rPr>
                        <a:t>把误报与漏报共同纳入审计决策</a:t>
                      </a:r>
                    </a:p>
                  </a:txBody>
                  <a:tcPr marL="85725" marR="85725" marT="57150" marB="57150" anchor="ctr">
                    <a:solidFill>
                      <a:srgbClr val="F0F4F7"/>
                    </a:solidFill>
                  </a:tcPr>
                </a:tc>
              </a:tr>
              <a:tr h="625450">
                <a:tc>
                  <a:txBody>
                    <a:bodyPr wrap="square">
                      <a:noAutofit/>
                    </a:bodyPr>
                    <a:lstStyle/>
                    <a:p>
                      <a:pPr algn="l">
                        <a:lnSpc>
                          <a:spcPct val="100000"/>
                        </a:lnSpc>
                        <a:buNone/>
                      </a:pPr>
                      <a:r>
                        <a:rPr sz="1700" b="0">
                          <a:solidFill>
                            <a:srgbClr val="243746"/>
                          </a:solidFill>
                          <a:latin typeface="Noto Sans CJK SC"/>
                          <a:ea typeface="Noto Sans CJK SC"/>
                          <a:cs typeface="Noto Sans CJK SC"/>
                        </a:rPr>
                        <a:t>响应治理与披露</a:t>
                      </a:r>
                    </a:p>
                  </a:txBody>
                  <a:tcPr marL="85725" marR="85725" marT="57150" marB="57150" anchor="ctr">
                    <a:solidFill>
                      <a:srgbClr val="FFFFFF"/>
                    </a:solidFill>
                  </a:tcPr>
                </a:tc>
                <a:tc>
                  <a:txBody>
                    <a:bodyPr wrap="square">
                      <a:noAutofit/>
                    </a:bodyPr>
                    <a:lstStyle/>
                    <a:p>
                      <a:pPr algn="l">
                        <a:lnSpc>
                          <a:spcPct val="100000"/>
                        </a:lnSpc>
                        <a:buNone/>
                      </a:pPr>
                      <a:r>
                        <a:rPr sz="1700" b="0">
                          <a:solidFill>
                            <a:srgbClr val="243746"/>
                          </a:solidFill>
                          <a:latin typeface="Noto Sans CJK SC"/>
                          <a:ea typeface="Noto Sans CJK SC"/>
                          <a:cs typeface="Noto Sans CJK SC"/>
                        </a:rPr>
                        <a:t>Kalkanci &amp; Plambeck (2020a)</a:t>
                      </a:r>
                    </a:p>
                    <a:p>
                      <a:pPr algn="l">
                        <a:lnSpc>
                          <a:spcPct val="100000"/>
                        </a:lnSpc>
                        <a:buNone/>
                      </a:pPr>
                      <a:r>
                        <a:rPr sz="1700" b="0">
                          <a:solidFill>
                            <a:srgbClr val="243746"/>
                          </a:solidFill>
                          <a:latin typeface="Noto Sans CJK SC"/>
                          <a:ea typeface="Noto Sans CJK SC"/>
                          <a:cs typeface="Noto Sans CJK SC"/>
                        </a:rPr>
                        <a:t>Zhang et al. (2022)</a:t>
                      </a:r>
                    </a:p>
                  </a:txBody>
                  <a:tcPr marL="85725" marR="85725" marT="57150" marB="57150" anchor="ctr">
                    <a:solidFill>
                      <a:srgbClr val="FFFFFF"/>
                    </a:solidFill>
                  </a:tcPr>
                </a:tc>
                <a:tc>
                  <a:txBody>
                    <a:bodyPr wrap="square">
                      <a:noAutofit/>
                    </a:bodyPr>
                    <a:lstStyle/>
                    <a:p>
                      <a:pPr algn="l">
                        <a:lnSpc>
                          <a:spcPct val="100000"/>
                        </a:lnSpc>
                        <a:buNone/>
                      </a:pPr>
                      <a:r>
                        <a:rPr sz="1700" b="0">
                          <a:solidFill>
                            <a:srgbClr val="243746"/>
                          </a:solidFill>
                          <a:latin typeface="Noto Sans CJK SC"/>
                          <a:ea typeface="Noto Sans CJK SC"/>
                          <a:cs typeface="Noto Sans CJK SC"/>
                        </a:rPr>
                        <a:t>将整改／替换与错误组合联立</a:t>
                      </a:r>
                    </a:p>
                  </a:txBody>
                  <a:tcPr marL="85725" marR="85725" marT="57150" marB="57150" anchor="ctr">
                    <a:solidFill>
                      <a:srgbClr val="FFFFFF"/>
                    </a:solidFill>
                  </a:tcPr>
                </a:tc>
              </a:tr>
              <a:tr h="625450">
                <a:tc>
                  <a:txBody>
                    <a:bodyPr wrap="square">
                      <a:noAutofit/>
                    </a:bodyPr>
                    <a:lstStyle/>
                    <a:p>
                      <a:pPr algn="l">
                        <a:lnSpc>
                          <a:spcPct val="100000"/>
                        </a:lnSpc>
                        <a:buNone/>
                      </a:pPr>
                      <a:r>
                        <a:rPr sz="1700" b="0">
                          <a:solidFill>
                            <a:srgbClr val="243746"/>
                          </a:solidFill>
                          <a:latin typeface="Noto Sans CJK SC"/>
                          <a:ea typeface="Noto Sans CJK SC"/>
                          <a:cs typeface="Noto Sans CJK SC"/>
                        </a:rPr>
                        <a:t>网络审计与预算配置</a:t>
                      </a:r>
                    </a:p>
                  </a:txBody>
                  <a:tcPr marL="85725" marR="85725" marT="57150" marB="57150" anchor="ctr">
                    <a:solidFill>
                      <a:srgbClr val="F0F4F7"/>
                    </a:solidFill>
                  </a:tcPr>
                </a:tc>
                <a:tc>
                  <a:txBody>
                    <a:bodyPr wrap="square">
                      <a:noAutofit/>
                    </a:bodyPr>
                    <a:lstStyle/>
                    <a:p>
                      <a:pPr algn="l">
                        <a:lnSpc>
                          <a:spcPct val="100000"/>
                        </a:lnSpc>
                        <a:buNone/>
                      </a:pPr>
                      <a:r>
                        <a:rPr sz="1700" b="0">
                          <a:solidFill>
                            <a:srgbClr val="243746"/>
                          </a:solidFill>
                          <a:latin typeface="Noto Sans CJK SC"/>
                          <a:ea typeface="Noto Sans CJK SC"/>
                          <a:cs typeface="Noto Sans CJK SC"/>
                        </a:rPr>
                        <a:t>Caro et al. (2018)</a:t>
                      </a:r>
                    </a:p>
                    <a:p>
                      <a:pPr algn="l">
                        <a:lnSpc>
                          <a:spcPct val="100000"/>
                        </a:lnSpc>
                        <a:buNone/>
                      </a:pPr>
                      <a:r>
                        <a:rPr sz="1700" b="0">
                          <a:solidFill>
                            <a:srgbClr val="243746"/>
                          </a:solidFill>
                          <a:latin typeface="Noto Sans CJK SC"/>
                          <a:ea typeface="Noto Sans CJK SC"/>
                          <a:cs typeface="Noto Sans CJK SC"/>
                        </a:rPr>
                        <a:t>Chen et al. (2020a)</a:t>
                      </a:r>
                    </a:p>
                  </a:txBody>
                  <a:tcPr marL="85725" marR="85725" marT="57150" marB="57150" anchor="ctr">
                    <a:solidFill>
                      <a:srgbClr val="F0F4F7"/>
                    </a:solidFill>
                  </a:tcPr>
                </a:tc>
                <a:tc>
                  <a:txBody>
                    <a:bodyPr wrap="square">
                      <a:noAutofit/>
                    </a:bodyPr>
                    <a:lstStyle/>
                    <a:p>
                      <a:pPr algn="l">
                        <a:lnSpc>
                          <a:spcPct val="100000"/>
                        </a:lnSpc>
                        <a:buNone/>
                      </a:pPr>
                      <a:r>
                        <a:rPr sz="1700" b="0">
                          <a:solidFill>
                            <a:srgbClr val="243746"/>
                          </a:solidFill>
                          <a:latin typeface="Noto Sans CJK SC"/>
                          <a:ea typeface="Noto Sans CJK SC"/>
                          <a:cs typeface="Noto Sans CJK SC"/>
                        </a:rPr>
                        <a:t>分析装配网络中的资源分配与覆盖</a:t>
                      </a:r>
                    </a:p>
                  </a:txBody>
                  <a:tcPr marL="85725" marR="85725" marT="57150" marB="57150" anchor="ctr">
                    <a:solidFill>
                      <a:srgbClr val="F0F4F7"/>
                    </a:solidFill>
                  </a:tcPr>
                </a:tc>
              </a:tr>
              <a:tr h="625450">
                <a:tc>
                  <a:txBody>
                    <a:bodyPr wrap="square">
                      <a:noAutofit/>
                    </a:bodyPr>
                    <a:lstStyle/>
                    <a:p>
                      <a:pPr algn="l">
                        <a:lnSpc>
                          <a:spcPct val="100000"/>
                        </a:lnSpc>
                        <a:buNone/>
                      </a:pPr>
                      <a:r>
                        <a:rPr sz="1700" b="0">
                          <a:solidFill>
                            <a:srgbClr val="243746"/>
                          </a:solidFill>
                          <a:latin typeface="Noto Sans CJK SC"/>
                          <a:ea typeface="Noto Sans CJK SC"/>
                          <a:cs typeface="Noto Sans CJK SC"/>
                        </a:rPr>
                        <a:t>不准确认证与分类</a:t>
                      </a:r>
                    </a:p>
                  </a:txBody>
                  <a:tcPr marL="85725" marR="85725" marT="57150" marB="57150" anchor="ctr">
                    <a:solidFill>
                      <a:srgbClr val="FFFFFF"/>
                    </a:solidFill>
                  </a:tcPr>
                </a:tc>
                <a:tc>
                  <a:txBody>
                    <a:bodyPr wrap="square">
                      <a:noAutofit/>
                    </a:bodyPr>
                    <a:lstStyle/>
                    <a:p>
                      <a:pPr algn="l">
                        <a:lnSpc>
                          <a:spcPct val="100000"/>
                        </a:lnSpc>
                        <a:buNone/>
                      </a:pPr>
                      <a:r>
                        <a:rPr sz="1700" b="0">
                          <a:solidFill>
                            <a:srgbClr val="243746"/>
                          </a:solidFill>
                          <a:latin typeface="Noto Sans CJK SC"/>
                          <a:ea typeface="Noto Sans CJK SC"/>
                          <a:cs typeface="Noto Sans CJK SC"/>
                        </a:rPr>
                        <a:t>Guo et al. (2017)</a:t>
                      </a:r>
                    </a:p>
                    <a:p>
                      <a:pPr algn="l">
                        <a:lnSpc>
                          <a:spcPct val="100000"/>
                        </a:lnSpc>
                        <a:buNone/>
                      </a:pPr>
                      <a:r>
                        <a:rPr sz="1700" b="0">
                          <a:solidFill>
                            <a:srgbClr val="243746"/>
                          </a:solidFill>
                          <a:latin typeface="Noto Sans CJK SC"/>
                          <a:ea typeface="Noto Sans CJK SC"/>
                          <a:cs typeface="Noto Sans CJK SC"/>
                        </a:rPr>
                        <a:t>Cezar et al. (2020)</a:t>
                      </a:r>
                    </a:p>
                  </a:txBody>
                  <a:tcPr marL="85725" marR="85725" marT="57150" marB="57150" anchor="ctr">
                    <a:solidFill>
                      <a:srgbClr val="FFFFFF"/>
                    </a:solidFill>
                  </a:tcPr>
                </a:tc>
                <a:tc>
                  <a:txBody>
                    <a:bodyPr wrap="square">
                      <a:noAutofit/>
                    </a:bodyPr>
                    <a:lstStyle/>
                    <a:p>
                      <a:pPr algn="l">
                        <a:lnSpc>
                          <a:spcPct val="100000"/>
                        </a:lnSpc>
                        <a:buNone/>
                      </a:pPr>
                      <a:r>
                        <a:rPr sz="1700" b="0">
                          <a:solidFill>
                            <a:srgbClr val="243746"/>
                          </a:solidFill>
                          <a:latin typeface="Noto Sans CJK SC"/>
                          <a:ea typeface="Noto Sans CJK SC"/>
                          <a:cs typeface="Noto Sans CJK SC"/>
                        </a:rPr>
                        <a:t>错误率内生，并评价社会筛查效果</a:t>
                      </a:r>
                    </a:p>
                  </a:txBody>
                  <a:tcPr marL="85725" marR="85725" marT="57150" marB="57150" anchor="ctr">
                    <a:solidFill>
                      <a:srgbClr val="FFFFFF"/>
                    </a:solidFill>
                  </a:tcPr>
                </a:tc>
              </a:tr>
            </a:tbl>
          </a:graphicData>
        </a:graphic>
      </p:graphicFrame>
      <p:sp>
        <p:nvSpPr>
          <p:cNvPr id="4" name="source-footer">
            <a:extLst xmlns:a="http://schemas.openxmlformats.org/drawingml/2006/main">
              <a:ext uri="{FF2B5EF4-FFF2-40B4-BE49-F238E27FC236}">
                <a16:creationId xmlns:a16="http://schemas.microsoft.com/office/drawing/2014/main" id="{9CCE84CE-8592-44E6-9F97-371A4C5FB70C}"/>
              </a:ext>
            </a:extLst>
          </p:cNvPr>
          <p:cNvSpPr>
            <a:spLocks xmlns:a="http://schemas.openxmlformats.org/drawingml/2006/main" noGrp="1"/>
          </p:cNvSpPr>
          <p:nvPr/>
        </p:nvSpPr>
        <p:spPr>
          <a:xfrm xmlns:a="http://schemas.openxmlformats.org/drawingml/2006/main">
            <a:off x="676656" y="6492240"/>
            <a:ext cx="10442448"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1040" b="0">
                <a:solidFill>
                  <a:srgbClr val="627281"/>
                </a:solidFill>
                <a:latin typeface="Noto Sans CJK SC"/>
                <a:ea typeface="Noto Sans CJK SC"/>
                <a:cs typeface="Noto Sans CJK SC"/>
              </a:defRPr>
            </a:defPPr>
          </a:lstStyle>
          <a:p xmlns:a="http://schemas.openxmlformats.org/drawingml/2006/main">
            <a:pPr algn="l">
              <a:lnSpc>
                <a:spcPct val="103000"/>
              </a:lnSpc>
              <a:buNone/>
              <a:defRPr sz="1040" b="0">
                <a:solidFill>
                  <a:srgbClr val="627281"/>
                </a:solidFill>
                <a:latin typeface="Noto Sans CJK SC"/>
                <a:ea typeface="Noto Sans CJK SC"/>
                <a:cs typeface="Noto Sans CJK SC"/>
              </a:defRPr>
            </a:pPr>
            <a:r>
              <a:rPr sz="1040" b="0">
                <a:solidFill>
                  <a:srgbClr val="627281"/>
                </a:solidFill>
                <a:latin typeface="Noto Sans CJK SC"/>
                <a:ea typeface="Noto Sans CJK SC"/>
                <a:cs typeface="Noto Sans CJK SC"/>
              </a:rPr>
              <a:t>§2，pp. 3–4；代表文献按原文整理</a:t>
            </a:r>
          </a:p>
        </p:txBody>
      </p:sp>
      <p:sp>
        <p:nvSpPr>
          <p:cNvPr id="5" name="page-number">
            <a:extLst xmlns:a="http://schemas.openxmlformats.org/drawingml/2006/main">
              <a:ext uri="{FF2B5EF4-FFF2-40B4-BE49-F238E27FC236}">
                <a16:creationId xmlns:a16="http://schemas.microsoft.com/office/drawing/2014/main" id="{1B0614AB-1664-4529-B215-4DCCF5C438D7}"/>
              </a:ext>
            </a:extLst>
          </p:cNvPr>
          <p:cNvSpPr>
            <a:spLocks xmlns:a="http://schemas.openxmlformats.org/drawingml/2006/main" noGrp="1"/>
          </p:cNvSpPr>
          <p:nvPr/>
        </p:nvSpPr>
        <p:spPr>
          <a:xfrm xmlns:a="http://schemas.openxmlformats.org/drawingml/2006/main">
            <a:off x="11000232" y="6492240"/>
            <a:ext cx="502920"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r">
              <a:defRPr sz="1050" b="0">
                <a:solidFill>
                  <a:srgbClr val="587C95"/>
                </a:solidFill>
                <a:latin typeface="Noto Sans CJK SC"/>
                <a:ea typeface="Noto Sans CJK SC"/>
                <a:cs typeface="Noto Sans CJK SC"/>
              </a:defRPr>
            </a:defPPr>
          </a:lstStyle>
          <a:p xmlns:a="http://schemas.openxmlformats.org/drawingml/2006/main">
            <a:pPr algn="r">
              <a:lnSpc>
                <a:spcPct val="103000"/>
              </a:lnSpc>
              <a:buNone/>
              <a:defRPr sz="1050" b="0">
                <a:solidFill>
                  <a:srgbClr val="587C95"/>
                </a:solidFill>
                <a:latin typeface="Noto Sans CJK SC"/>
                <a:ea typeface="Noto Sans CJK SC"/>
                <a:cs typeface="Noto Sans CJK SC"/>
              </a:defRPr>
            </a:pPr>
            <a:r>
              <a:rPr sz="1050" b="0">
                <a:solidFill>
                  <a:srgbClr val="587C95"/>
                </a:solidFill>
                <a:latin typeface="Noto Sans CJK SC"/>
                <a:ea typeface="Noto Sans CJK SC"/>
                <a:cs typeface="Noto Sans CJK SC"/>
              </a:rPr>
              <a:t>06</a:t>
            </a:r>
          </a:p>
        </p:txBody>
      </p:sp>
    </p:spTree>
    <p:extLst>
      <p:ext uri="{BB962C8B-B14F-4D97-AF65-F5344CB8AC3E}">
        <p14:creationId xmlns:p14="http://schemas.microsoft.com/office/powerpoint/2010/main" val="2007199007"/>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7" name="section-heading">
            <a:extLst xmlns:a="http://schemas.openxmlformats.org/drawingml/2006/main">
              <a:ext uri="{FF2B5EF4-FFF2-40B4-BE49-F238E27FC236}">
                <a16:creationId xmlns:a16="http://schemas.microsoft.com/office/drawing/2014/main" id="{01723BC4-A565-4380-A656-DD92368F5CEE}"/>
              </a:ext>
            </a:extLst>
          </p:cNvPr>
          <p:cNvSpPr>
            <a:spLocks xmlns:a="http://schemas.openxmlformats.org/drawingml/2006/main" noGrp="1"/>
          </p:cNvSpPr>
          <p:nvPr/>
        </p:nvSpPr>
        <p:spPr>
          <a:xfrm xmlns:a="http://schemas.openxmlformats.org/drawingml/2006/main">
            <a:off x="1499616" y="630936"/>
            <a:ext cx="9784080" cy="5486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2700" b="1">
                <a:solidFill>
                  <a:srgbClr val="243746"/>
                </a:solidFill>
                <a:latin typeface="Noto Sans CJK SC"/>
                <a:ea typeface="Noto Sans CJK SC"/>
                <a:cs typeface="Noto Sans CJK SC"/>
              </a:defRPr>
            </a:defPPr>
          </a:lstStyle>
          <a:p xmlns:a="http://schemas.openxmlformats.org/drawingml/2006/main">
            <a:pPr algn="l">
              <a:lnSpc>
                <a:spcPct val="103000"/>
              </a:lnSpc>
              <a:buNone/>
              <a:defRPr sz="2700" b="1">
                <a:solidFill>
                  <a:srgbClr val="243746"/>
                </a:solidFill>
                <a:latin typeface="Noto Sans CJK SC"/>
                <a:ea typeface="Noto Sans CJK SC"/>
                <a:cs typeface="Noto Sans CJK SC"/>
              </a:defRPr>
            </a:pPr>
            <a:r>
              <a:rPr sz="2700" b="1">
                <a:solidFill>
                  <a:srgbClr val="243746"/>
                </a:solidFill>
                <a:latin typeface="Noto Sans CJK SC"/>
                <a:ea typeface="Noto Sans CJK SC"/>
                <a:cs typeface="Noto Sans CJK SC"/>
              </a:rPr>
              <a:t>四、模型构建</a:t>
            </a:r>
          </a:p>
        </p:txBody>
      </p:sp>
      <p:sp>
        <p:nvSpPr>
          <p:cNvPr id="2" name="slide-topic">
            <a:extLst xmlns:a="http://schemas.openxmlformats.org/drawingml/2006/main">
              <a:ext uri="{FF2B5EF4-FFF2-40B4-BE49-F238E27FC236}">
                <a16:creationId xmlns:a16="http://schemas.microsoft.com/office/drawing/2014/main" id="{C5C1D8AF-A3B7-4AEF-9A46-400A27807354}"/>
              </a:ext>
            </a:extLst>
          </p:cNvPr>
          <p:cNvSpPr>
            <a:spLocks xmlns:a="http://schemas.openxmlformats.org/drawingml/2006/main" noGrp="1"/>
          </p:cNvSpPr>
          <p:nvPr/>
        </p:nvSpPr>
        <p:spPr>
          <a:xfrm xmlns:a="http://schemas.openxmlformats.org/drawingml/2006/main">
            <a:off x="658368" y="1709928"/>
            <a:ext cx="10881360" cy="5486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2400" b="1">
                <a:solidFill>
                  <a:srgbClr val="243746"/>
                </a:solidFill>
                <a:latin typeface="Noto Sans CJK SC"/>
                <a:ea typeface="Noto Sans CJK SC"/>
                <a:cs typeface="Noto Sans CJK SC"/>
              </a:defRPr>
            </a:defPPr>
          </a:lstStyle>
          <a:p xmlns:a="http://schemas.openxmlformats.org/drawingml/2006/main">
            <a:pPr algn="l">
              <a:lnSpc>
                <a:spcPct val="103000"/>
              </a:lnSpc>
              <a:buNone/>
              <a:defRPr sz="2400" b="1">
                <a:solidFill>
                  <a:srgbClr val="243746"/>
                </a:solidFill>
                <a:latin typeface="Noto Sans CJK SC"/>
                <a:ea typeface="Noto Sans CJK SC"/>
                <a:cs typeface="Noto Sans CJK SC"/>
              </a:defRPr>
            </a:pPr>
            <a:r>
              <a:rPr sz="2400" b="1">
                <a:solidFill>
                  <a:srgbClr val="243746"/>
                </a:solidFill>
                <a:latin typeface="Noto Sans CJK SC"/>
                <a:ea typeface="Noto Sans CJK SC"/>
                <a:cs typeface="Noto Sans CJK SC"/>
              </a:rPr>
              <a:t>装配网络与基准假设</a:t>
            </a:r>
          </a:p>
        </p:txBody>
      </p:sp>
      <p:graphicFrame>
        <p:nvGraphicFramePr>
          <p:cNvPr id="3" name="">
            <a:extLst xmlns:a="http://schemas.openxmlformats.org/drawingml/2006/main">
              <a:ext uri="{FF2B5EF4-FFF2-40B4-BE49-F238E27FC236}">
                <a16:creationId xmlns:a16="http://schemas.microsoft.com/office/drawing/2014/main" id="{B7619351-CC64-461E-92BA-ABDCF6D5ADE2}"/>
              </a:ext>
            </a:extLst>
          </p:cNvPr>
          <p:cNvGraphicFramePr/>
          <p:nvPr/>
        </p:nvGraphicFramePr>
        <p:xfrm>
          <a:off xmlns:a="http://schemas.openxmlformats.org/drawingml/2006/main" x="658368" y="2414016"/>
          <a:ext xmlns:a="http://schemas.openxmlformats.org/drawingml/2006/main" cx="10872216" cy="2743200"/>
        </p:xfrm>
        <a:graphic xmlns:a="http://schemas.openxmlformats.org/drawingml/2006/main">
          <a:graphicData uri="http://schemas.openxmlformats.org/drawingml/2006/table">
            <a:tbl>
              <a:tblPr firstRow="1" bandRow="0"/>
              <a:tblGrid>
                <a:gridCol w="4206240"/>
                <a:gridCol w="6665976"/>
              </a:tblGrid>
              <a:tr h="548640">
                <a:tc>
                  <a:txBody>
                    <a:bodyPr wrap="square">
                      <a:noAutofit/>
                    </a:bodyPr>
                    <a:lstStyle/>
                    <a:p>
                      <a:pPr algn="l">
                        <a:lnSpc>
                          <a:spcPct val="100000"/>
                        </a:lnSpc>
                        <a:buNone/>
                      </a:pPr>
                      <a:r>
                        <a:rPr sz="1950" b="1">
                          <a:solidFill>
                            <a:srgbClr val="FFFFFF"/>
                          </a:solidFill>
                          <a:latin typeface="Noto Sans CJK SC"/>
                          <a:ea typeface="Noto Sans CJK SC"/>
                          <a:cs typeface="Noto Sans CJK SC"/>
                        </a:rPr>
                        <a:t>构成／假设</a:t>
                      </a:r>
                    </a:p>
                  </a:txBody>
                  <a:tcPr marL="85725" marR="85725" marT="57150" marB="57150" anchor="ctr">
                    <a:solidFill>
                      <a:srgbClr val="587C95"/>
                    </a:solidFill>
                  </a:tcPr>
                </a:tc>
                <a:tc>
                  <a:txBody>
                    <a:bodyPr wrap="square">
                      <a:noAutofit/>
                    </a:bodyPr>
                    <a:lstStyle/>
                    <a:p>
                      <a:pPr algn="l">
                        <a:lnSpc>
                          <a:spcPct val="100000"/>
                        </a:lnSpc>
                        <a:buNone/>
                      </a:pPr>
                      <a:r>
                        <a:rPr sz="1950" b="1">
                          <a:solidFill>
                            <a:srgbClr val="FFFFFF"/>
                          </a:solidFill>
                          <a:latin typeface="Noto Sans CJK SC"/>
                          <a:ea typeface="Noto Sans CJK SC"/>
                          <a:cs typeface="Noto Sans CJK SC"/>
                        </a:rPr>
                        <a:t>模型含义</a:t>
                      </a:r>
                    </a:p>
                  </a:txBody>
                  <a:tcPr marL="85725" marR="85725" marT="57150" marB="57150" anchor="ctr">
                    <a:solidFill>
                      <a:srgbClr val="587C95"/>
                    </a:solidFill>
                  </a:tcPr>
                </a:tc>
              </a:tr>
              <a:tr h="548640">
                <a:tc>
                  <a:txBody>
                    <a:bodyPr wrap="square">
                      <a:noAutofit/>
                    </a:bodyPr>
                    <a:lstStyle/>
                    <a:p>
                      <a:pPr algn="l">
                        <a:lnSpc>
                          <a:spcPct val="100000"/>
                        </a:lnSpc>
                        <a:buNone/>
                      </a:pPr>
                      <a:r>
                        <a:rPr sz="1900" b="0">
                          <a:solidFill>
                            <a:srgbClr val="243746"/>
                          </a:solidFill>
                          <a:latin typeface="Noto Sans CJK SC"/>
                          <a:ea typeface="Noto Sans CJK SC"/>
                          <a:cs typeface="Noto Sans CJK SC"/>
                        </a:rPr>
                        <a:t>买方 + 供应商 i∈{1,2}</a:t>
                      </a:r>
                    </a:p>
                  </a:txBody>
                  <a:tcPr marL="85725" marR="85725" marT="57150" marB="57150" anchor="ctr">
                    <a:solidFill>
                      <a:srgbClr val="F0F4F7"/>
                    </a:solidFill>
                  </a:tcPr>
                </a:tc>
                <a:tc>
                  <a:txBody>
                    <a:bodyPr wrap="square">
                      <a:noAutofit/>
                    </a:bodyPr>
                    <a:lstStyle/>
                    <a:p>
                      <a:pPr algn="l">
                        <a:lnSpc>
                          <a:spcPct val="100000"/>
                        </a:lnSpc>
                        <a:buNone/>
                      </a:pPr>
                      <a:r>
                        <a:rPr sz="1900" b="0">
                          <a:solidFill>
                            <a:srgbClr val="243746"/>
                          </a:solidFill>
                          <a:latin typeface="Noto Sans CJK SC"/>
                          <a:ea typeface="Noto Sans CJK SC"/>
                          <a:cs typeface="Noto Sans CJK SC"/>
                        </a:rPr>
                        <a:t>每家提供一个不同投入品，买方进行装配</a:t>
                      </a:r>
                    </a:p>
                  </a:txBody>
                  <a:tcPr marL="85725" marR="85725" marT="57150" marB="57150" anchor="ctr">
                    <a:solidFill>
                      <a:srgbClr val="F0F4F7"/>
                    </a:solidFill>
                  </a:tcPr>
                </a:tc>
              </a:tr>
              <a:tr h="548640">
                <a:tc>
                  <a:txBody>
                    <a:bodyPr wrap="square">
                      <a:noAutofit/>
                    </a:bodyPr>
                    <a:lstStyle/>
                    <a:p>
                      <a:pPr algn="l">
                        <a:lnSpc>
                          <a:spcPct val="100000"/>
                        </a:lnSpc>
                        <a:buNone/>
                      </a:pPr>
                      <a:r>
                        <a:rPr sz="1900" b="0">
                          <a:solidFill>
                            <a:srgbClr val="243746"/>
                          </a:solidFill>
                          <a:latin typeface="Noto Sans CJK SC"/>
                          <a:ea typeface="Noto Sans CJK SC"/>
                          <a:cs typeface="Noto Sans CJK SC"/>
                        </a:rPr>
                        <a:t>供应商对称；合规概率 e∈[1/2,1]</a:t>
                      </a:r>
                    </a:p>
                  </a:txBody>
                  <a:tcPr marL="85725" marR="85725" marT="57150" marB="57150" anchor="ctr">
                    <a:solidFill>
                      <a:srgbClr val="FFFFFF"/>
                    </a:solidFill>
                  </a:tcPr>
                </a:tc>
                <a:tc>
                  <a:txBody>
                    <a:bodyPr wrap="square">
                      <a:noAutofit/>
                    </a:bodyPr>
                    <a:lstStyle/>
                    <a:p>
                      <a:pPr algn="l">
                        <a:lnSpc>
                          <a:spcPct val="100000"/>
                        </a:lnSpc>
                        <a:buNone/>
                      </a:pPr>
                      <a:r>
                        <a:rPr sz="1900" b="0">
                          <a:solidFill>
                            <a:srgbClr val="243746"/>
                          </a:solidFill>
                          <a:latin typeface="Noto Sans CJK SC"/>
                          <a:ea typeface="Noto Sans CJK SC"/>
                          <a:cs typeface="Noto Sans CJK SC"/>
                        </a:rPr>
                        <a:t>基准不主动选择合规努力</a:t>
                      </a:r>
                    </a:p>
                  </a:txBody>
                  <a:tcPr marL="85725" marR="85725" marT="57150" marB="57150" anchor="ctr">
                    <a:solidFill>
                      <a:srgbClr val="FFFFFF"/>
                    </a:solidFill>
                  </a:tcPr>
                </a:tc>
              </a:tr>
              <a:tr h="548640">
                <a:tc>
                  <a:txBody>
                    <a:bodyPr wrap="square">
                      <a:noAutofit/>
                    </a:bodyPr>
                    <a:lstStyle/>
                    <a:p>
                      <a:pPr algn="l">
                        <a:lnSpc>
                          <a:spcPct val="100000"/>
                        </a:lnSpc>
                        <a:buNone/>
                      </a:pPr>
                      <a:r>
                        <a:rPr sz="1900" b="0">
                          <a:solidFill>
                            <a:srgbClr val="243746"/>
                          </a:solidFill>
                          <a:latin typeface="Noto Sans CJK SC"/>
                          <a:ea typeface="Noto Sans CJK SC"/>
                          <a:cs typeface="Noto Sans CJK SC"/>
                        </a:rPr>
                        <a:t>审计未通过后整改或替换</a:t>
                      </a:r>
                    </a:p>
                  </a:txBody>
                  <a:tcPr marL="85725" marR="85725" marT="57150" marB="57150" anchor="ctr">
                    <a:solidFill>
                      <a:srgbClr val="F0F4F7"/>
                    </a:solidFill>
                  </a:tcPr>
                </a:tc>
                <a:tc>
                  <a:txBody>
                    <a:bodyPr wrap="square">
                      <a:noAutofit/>
                    </a:bodyPr>
                    <a:lstStyle/>
                    <a:p>
                      <a:pPr algn="l">
                        <a:lnSpc>
                          <a:spcPct val="100000"/>
                        </a:lnSpc>
                        <a:buNone/>
                      </a:pPr>
                      <a:r>
                        <a:rPr sz="1900" b="0">
                          <a:solidFill>
                            <a:srgbClr val="243746"/>
                          </a:solidFill>
                          <a:latin typeface="Noto Sans CJK SC"/>
                          <a:ea typeface="Noto Sans CJK SC"/>
                          <a:cs typeface="Noto Sans CJK SC"/>
                        </a:rPr>
                        <a:t>治理成功后，该投入品完全合规</a:t>
                      </a:r>
                    </a:p>
                  </a:txBody>
                  <a:tcPr marL="85725" marR="85725" marT="57150" marB="57150" anchor="ctr">
                    <a:solidFill>
                      <a:srgbClr val="F0F4F7"/>
                    </a:solidFill>
                  </a:tcPr>
                </a:tc>
              </a:tr>
              <a:tr h="548640">
                <a:tc>
                  <a:txBody>
                    <a:bodyPr wrap="square">
                      <a:noAutofit/>
                    </a:bodyPr>
                    <a:lstStyle/>
                    <a:p>
                      <a:pPr algn="l">
                        <a:lnSpc>
                          <a:spcPct val="100000"/>
                        </a:lnSpc>
                        <a:buNone/>
                      </a:pPr>
                      <a:r>
                        <a:rPr sz="1900" b="0">
                          <a:solidFill>
                            <a:srgbClr val="243746"/>
                          </a:solidFill>
                          <a:latin typeface="Noto Sans CJK SC"/>
                          <a:ea typeface="Noto Sans CJK SC"/>
                          <a:cs typeface="Noto Sans CJK SC"/>
                        </a:rPr>
                        <a:t>审计通过或未被审计</a:t>
                      </a:r>
                    </a:p>
                  </a:txBody>
                  <a:tcPr marL="85725" marR="85725" marT="57150" marB="57150" anchor="ctr">
                    <a:solidFill>
                      <a:srgbClr val="FFFFFF"/>
                    </a:solidFill>
                  </a:tcPr>
                </a:tc>
                <a:tc>
                  <a:txBody>
                    <a:bodyPr wrap="square">
                      <a:noAutofit/>
                    </a:bodyPr>
                    <a:lstStyle/>
                    <a:p>
                      <a:pPr algn="l">
                        <a:lnSpc>
                          <a:spcPct val="100000"/>
                        </a:lnSpc>
                        <a:buNone/>
                      </a:pPr>
                      <a:r>
                        <a:rPr sz="1900" b="0">
                          <a:solidFill>
                            <a:srgbClr val="243746"/>
                          </a:solidFill>
                          <a:latin typeface="Noto Sans CJK SC"/>
                          <a:ea typeface="Noto Sans CJK SC"/>
                          <a:cs typeface="Noto Sans CJK SC"/>
                        </a:rPr>
                        <a:t>不采取治理动作；可能留下违规风险</a:t>
                      </a:r>
                    </a:p>
                  </a:txBody>
                  <a:tcPr marL="85725" marR="85725" marT="57150" marB="57150" anchor="ctr">
                    <a:solidFill>
                      <a:srgbClr val="FFFFFF"/>
                    </a:solidFill>
                  </a:tcPr>
                </a:tc>
              </a:tr>
            </a:tbl>
          </a:graphicData>
        </a:graphic>
      </p:graphicFrame>
      <p:sp>
        <p:nvSpPr>
          <p:cNvPr id="4" name="text-2">
            <a:extLst xmlns:a="http://schemas.openxmlformats.org/drawingml/2006/main">
              <a:ext uri="{FF2B5EF4-FFF2-40B4-BE49-F238E27FC236}">
                <a16:creationId xmlns:a16="http://schemas.microsoft.com/office/drawing/2014/main" id="{2904116D-EF08-407C-BDD3-30E14BF960FF}"/>
              </a:ext>
            </a:extLst>
          </p:cNvPr>
          <p:cNvSpPr>
            <a:spLocks xmlns:a="http://schemas.openxmlformats.org/drawingml/2006/main" noGrp="1"/>
          </p:cNvSpPr>
          <p:nvPr/>
        </p:nvSpPr>
        <p:spPr>
          <a:xfrm xmlns:a="http://schemas.openxmlformats.org/drawingml/2006/main">
            <a:off x="731520" y="5907024"/>
            <a:ext cx="10725912" cy="4754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1800" b="1">
                <a:solidFill>
                  <a:srgbClr val="587C95"/>
                </a:solidFill>
                <a:latin typeface="Noto Sans CJK SC"/>
                <a:ea typeface="Noto Sans CJK SC"/>
                <a:cs typeface="Noto Sans CJK SC"/>
              </a:defRPr>
            </a:defPPr>
          </a:lstStyle>
          <a:p xmlns:a="http://schemas.openxmlformats.org/drawingml/2006/main">
            <a:pPr algn="l">
              <a:lnSpc>
                <a:spcPct val="103000"/>
              </a:lnSpc>
              <a:buNone/>
              <a:defRPr sz="1800" b="1">
                <a:solidFill>
                  <a:srgbClr val="587C95"/>
                </a:solidFill>
                <a:latin typeface="Noto Sans CJK SC"/>
                <a:ea typeface="Noto Sans CJK SC"/>
                <a:cs typeface="Noto Sans CJK SC"/>
              </a:defRPr>
            </a:pPr>
            <a:r>
              <a:rPr sz="1800" b="1">
                <a:solidFill>
                  <a:srgbClr val="587C95"/>
                </a:solidFill>
                <a:latin typeface="Noto Sans CJK SC"/>
                <a:ea typeface="Noto Sans CJK SC"/>
                <a:cs typeface="Noto Sans CJK SC"/>
              </a:rPr>
              <a:t>最终产品只要包含一个违规投入品，就被视为不合规。</a:t>
            </a:r>
          </a:p>
        </p:txBody>
      </p:sp>
      <p:sp>
        <p:nvSpPr>
          <p:cNvPr id="5" name="source-footer">
            <a:extLst xmlns:a="http://schemas.openxmlformats.org/drawingml/2006/main">
              <a:ext uri="{FF2B5EF4-FFF2-40B4-BE49-F238E27FC236}">
                <a16:creationId xmlns:a16="http://schemas.microsoft.com/office/drawing/2014/main" id="{EB2D2238-C97B-47C0-A0D7-EEEE57FF1FC5}"/>
              </a:ext>
            </a:extLst>
          </p:cNvPr>
          <p:cNvSpPr>
            <a:spLocks xmlns:a="http://schemas.openxmlformats.org/drawingml/2006/main" noGrp="1"/>
          </p:cNvSpPr>
          <p:nvPr/>
        </p:nvSpPr>
        <p:spPr>
          <a:xfrm xmlns:a="http://schemas.openxmlformats.org/drawingml/2006/main">
            <a:off x="676656" y="6492240"/>
            <a:ext cx="10442448"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1040" b="0">
                <a:solidFill>
                  <a:srgbClr val="627281"/>
                </a:solidFill>
                <a:latin typeface="Noto Sans CJK SC"/>
                <a:ea typeface="Noto Sans CJK SC"/>
                <a:cs typeface="Noto Sans CJK SC"/>
              </a:defRPr>
            </a:defPPr>
          </a:lstStyle>
          <a:p xmlns:a="http://schemas.openxmlformats.org/drawingml/2006/main">
            <a:pPr algn="l">
              <a:lnSpc>
                <a:spcPct val="103000"/>
              </a:lnSpc>
              <a:buNone/>
              <a:defRPr sz="1040" b="0">
                <a:solidFill>
                  <a:srgbClr val="627281"/>
                </a:solidFill>
                <a:latin typeface="Noto Sans CJK SC"/>
                <a:ea typeface="Noto Sans CJK SC"/>
                <a:cs typeface="Noto Sans CJK SC"/>
              </a:defRPr>
            </a:pPr>
            <a:r>
              <a:rPr sz="1040" b="0">
                <a:solidFill>
                  <a:srgbClr val="627281"/>
                </a:solidFill>
                <a:latin typeface="Noto Sans CJK SC"/>
                <a:ea typeface="Noto Sans CJK SC"/>
                <a:cs typeface="Noto Sans CJK SC"/>
              </a:rPr>
              <a:t>§3，p. 5</a:t>
            </a:r>
          </a:p>
        </p:txBody>
      </p:sp>
      <p:sp>
        <p:nvSpPr>
          <p:cNvPr id="6" name="page-number">
            <a:extLst xmlns:a="http://schemas.openxmlformats.org/drawingml/2006/main">
              <a:ext uri="{FF2B5EF4-FFF2-40B4-BE49-F238E27FC236}">
                <a16:creationId xmlns:a16="http://schemas.microsoft.com/office/drawing/2014/main" id="{A53F1E8F-4BFA-42C6-936F-C9443A1B4164}"/>
              </a:ext>
            </a:extLst>
          </p:cNvPr>
          <p:cNvSpPr>
            <a:spLocks xmlns:a="http://schemas.openxmlformats.org/drawingml/2006/main" noGrp="1"/>
          </p:cNvSpPr>
          <p:nvPr/>
        </p:nvSpPr>
        <p:spPr>
          <a:xfrm xmlns:a="http://schemas.openxmlformats.org/drawingml/2006/main">
            <a:off x="11000232" y="6492240"/>
            <a:ext cx="502920"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r">
              <a:defRPr sz="1050" b="0">
                <a:solidFill>
                  <a:srgbClr val="587C95"/>
                </a:solidFill>
                <a:latin typeface="Noto Sans CJK SC"/>
                <a:ea typeface="Noto Sans CJK SC"/>
                <a:cs typeface="Noto Sans CJK SC"/>
              </a:defRPr>
            </a:defPPr>
          </a:lstStyle>
          <a:p xmlns:a="http://schemas.openxmlformats.org/drawingml/2006/main">
            <a:pPr algn="r">
              <a:lnSpc>
                <a:spcPct val="103000"/>
              </a:lnSpc>
              <a:buNone/>
              <a:defRPr sz="1050" b="0">
                <a:solidFill>
                  <a:srgbClr val="587C95"/>
                </a:solidFill>
                <a:latin typeface="Noto Sans CJK SC"/>
                <a:ea typeface="Noto Sans CJK SC"/>
                <a:cs typeface="Noto Sans CJK SC"/>
              </a:defRPr>
            </a:pPr>
            <a:r>
              <a:rPr sz="1050" b="0">
                <a:solidFill>
                  <a:srgbClr val="587C95"/>
                </a:solidFill>
                <a:latin typeface="Noto Sans CJK SC"/>
                <a:ea typeface="Noto Sans CJK SC"/>
                <a:cs typeface="Noto Sans CJK SC"/>
              </a:rPr>
              <a:t>07</a:t>
            </a:r>
          </a:p>
        </p:txBody>
      </p:sp>
    </p:spTree>
    <p:extLst>
      <p:ext uri="{BB962C8B-B14F-4D97-AF65-F5344CB8AC3E}">
        <p14:creationId xmlns:p14="http://schemas.microsoft.com/office/powerpoint/2010/main" val="635922330"/>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7" name="section-heading">
            <a:extLst xmlns:a="http://schemas.openxmlformats.org/drawingml/2006/main">
              <a:ext uri="{FF2B5EF4-FFF2-40B4-BE49-F238E27FC236}">
                <a16:creationId xmlns:a16="http://schemas.microsoft.com/office/drawing/2014/main" id="{4A82F2FC-2B35-4649-8E16-D3E4ACF6AA94}"/>
              </a:ext>
            </a:extLst>
          </p:cNvPr>
          <p:cNvSpPr>
            <a:spLocks xmlns:a="http://schemas.openxmlformats.org/drawingml/2006/main" noGrp="1"/>
          </p:cNvSpPr>
          <p:nvPr/>
        </p:nvSpPr>
        <p:spPr>
          <a:xfrm xmlns:a="http://schemas.openxmlformats.org/drawingml/2006/main">
            <a:off x="1499616" y="630936"/>
            <a:ext cx="9784080" cy="5486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2700" b="1">
                <a:solidFill>
                  <a:srgbClr val="243746"/>
                </a:solidFill>
                <a:latin typeface="Noto Sans CJK SC"/>
                <a:ea typeface="Noto Sans CJK SC"/>
                <a:cs typeface="Noto Sans CJK SC"/>
              </a:defRPr>
            </a:defPPr>
          </a:lstStyle>
          <a:p xmlns:a="http://schemas.openxmlformats.org/drawingml/2006/main">
            <a:pPr algn="l">
              <a:lnSpc>
                <a:spcPct val="103000"/>
              </a:lnSpc>
              <a:buNone/>
              <a:defRPr sz="2700" b="1">
                <a:solidFill>
                  <a:srgbClr val="243746"/>
                </a:solidFill>
                <a:latin typeface="Noto Sans CJK SC"/>
                <a:ea typeface="Noto Sans CJK SC"/>
                <a:cs typeface="Noto Sans CJK SC"/>
              </a:defRPr>
            </a:pPr>
            <a:r>
              <a:rPr sz="2700" b="1">
                <a:solidFill>
                  <a:srgbClr val="243746"/>
                </a:solidFill>
                <a:latin typeface="Noto Sans CJK SC"/>
                <a:ea typeface="Noto Sans CJK SC"/>
                <a:cs typeface="Noto Sans CJK SC"/>
              </a:rPr>
              <a:t>四、模型构建</a:t>
            </a:r>
          </a:p>
        </p:txBody>
      </p:sp>
      <p:sp>
        <p:nvSpPr>
          <p:cNvPr id="2" name="slide-topic">
            <a:extLst xmlns:a="http://schemas.openxmlformats.org/drawingml/2006/main">
              <a:ext uri="{FF2B5EF4-FFF2-40B4-BE49-F238E27FC236}">
                <a16:creationId xmlns:a16="http://schemas.microsoft.com/office/drawing/2014/main" id="{713845F5-5E43-4754-9054-BA919F5ACF0D}"/>
              </a:ext>
            </a:extLst>
          </p:cNvPr>
          <p:cNvSpPr>
            <a:spLocks xmlns:a="http://schemas.openxmlformats.org/drawingml/2006/main" noGrp="1"/>
          </p:cNvSpPr>
          <p:nvPr/>
        </p:nvSpPr>
        <p:spPr>
          <a:xfrm xmlns:a="http://schemas.openxmlformats.org/drawingml/2006/main">
            <a:off x="658368" y="1709928"/>
            <a:ext cx="10881360" cy="5486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2400" b="1">
                <a:solidFill>
                  <a:srgbClr val="243746"/>
                </a:solidFill>
                <a:latin typeface="Noto Sans CJK SC"/>
                <a:ea typeface="Noto Sans CJK SC"/>
                <a:cs typeface="Noto Sans CJK SC"/>
              </a:defRPr>
            </a:defPPr>
          </a:lstStyle>
          <a:p xmlns:a="http://schemas.openxmlformats.org/drawingml/2006/main">
            <a:pPr algn="l">
              <a:lnSpc>
                <a:spcPct val="103000"/>
              </a:lnSpc>
              <a:buNone/>
              <a:defRPr sz="2400" b="1">
                <a:solidFill>
                  <a:srgbClr val="243746"/>
                </a:solidFill>
                <a:latin typeface="Noto Sans CJK SC"/>
                <a:ea typeface="Noto Sans CJK SC"/>
                <a:cs typeface="Noto Sans CJK SC"/>
              </a:defRPr>
            </a:pPr>
            <a:r>
              <a:rPr sz="2400" b="1">
                <a:solidFill>
                  <a:srgbClr val="243746"/>
                </a:solidFill>
                <a:latin typeface="Noto Sans CJK SC"/>
                <a:ea typeface="Noto Sans CJK SC"/>
                <a:cs typeface="Noto Sans CJK SC"/>
              </a:rPr>
              <a:t>核心符号：决策变量、成本与损害</a:t>
            </a:r>
          </a:p>
        </p:txBody>
      </p:sp>
      <p:graphicFrame>
        <p:nvGraphicFramePr>
          <p:cNvPr id="3" name="">
            <a:extLst xmlns:a="http://schemas.openxmlformats.org/drawingml/2006/main">
              <a:ext uri="{FF2B5EF4-FFF2-40B4-BE49-F238E27FC236}">
                <a16:creationId xmlns:a16="http://schemas.microsoft.com/office/drawing/2014/main" id="{7631DC9B-FC00-4C10-A845-494A6792EDDB}"/>
              </a:ext>
            </a:extLst>
          </p:cNvPr>
          <p:cNvGraphicFramePr/>
          <p:nvPr/>
        </p:nvGraphicFramePr>
        <p:xfrm>
          <a:off xmlns:a="http://schemas.openxmlformats.org/drawingml/2006/main" x="658368" y="2414016"/>
          <a:ext xmlns:a="http://schemas.openxmlformats.org/drawingml/2006/main" cx="10872216" cy="3017520"/>
        </p:xfrm>
        <a:graphic xmlns:a="http://schemas.openxmlformats.org/drawingml/2006/main">
          <a:graphicData uri="http://schemas.openxmlformats.org/drawingml/2006/table">
            <a:tbl>
              <a:tblPr firstRow="1" bandRow="0"/>
              <a:tblGrid>
                <a:gridCol w="2185416"/>
                <a:gridCol w="3163824"/>
                <a:gridCol w="2194560"/>
                <a:gridCol w="3328416"/>
              </a:tblGrid>
              <a:tr h="502920">
                <a:tc>
                  <a:txBody>
                    <a:bodyPr wrap="square">
                      <a:noAutofit/>
                    </a:bodyPr>
                    <a:lstStyle/>
                    <a:p>
                      <a:pPr algn="l">
                        <a:lnSpc>
                          <a:spcPct val="100000"/>
                        </a:lnSpc>
                        <a:buNone/>
                      </a:pPr>
                      <a:r>
                        <a:rPr sz="1750" b="1">
                          <a:solidFill>
                            <a:srgbClr val="FFFFFF"/>
                          </a:solidFill>
                          <a:latin typeface="Noto Sans CJK SC"/>
                          <a:ea typeface="Noto Sans CJK SC"/>
                          <a:cs typeface="Noto Sans CJK SC"/>
                        </a:rPr>
                        <a:t>符号</a:t>
                      </a:r>
                    </a:p>
                  </a:txBody>
                  <a:tcPr marL="85725" marR="85725" marT="57150" marB="57150" anchor="ctr">
                    <a:solidFill>
                      <a:srgbClr val="587C95"/>
                    </a:solidFill>
                  </a:tcPr>
                </a:tc>
                <a:tc>
                  <a:txBody>
                    <a:bodyPr wrap="square">
                      <a:noAutofit/>
                    </a:bodyPr>
                    <a:lstStyle/>
                    <a:p>
                      <a:pPr algn="l">
                        <a:lnSpc>
                          <a:spcPct val="100000"/>
                        </a:lnSpc>
                        <a:buNone/>
                      </a:pPr>
                      <a:r>
                        <a:rPr sz="1750" b="1">
                          <a:solidFill>
                            <a:srgbClr val="FFFFFF"/>
                          </a:solidFill>
                          <a:latin typeface="Noto Sans CJK SC"/>
                          <a:ea typeface="Noto Sans CJK SC"/>
                          <a:cs typeface="Noto Sans CJK SC"/>
                        </a:rPr>
                        <a:t>定义</a:t>
                      </a:r>
                    </a:p>
                  </a:txBody>
                  <a:tcPr marL="85725" marR="85725" marT="57150" marB="57150" anchor="ctr">
                    <a:solidFill>
                      <a:srgbClr val="587C95"/>
                    </a:solidFill>
                  </a:tcPr>
                </a:tc>
                <a:tc>
                  <a:txBody>
                    <a:bodyPr wrap="square">
                      <a:noAutofit/>
                    </a:bodyPr>
                    <a:lstStyle/>
                    <a:p>
                      <a:pPr algn="l">
                        <a:lnSpc>
                          <a:spcPct val="100000"/>
                        </a:lnSpc>
                        <a:buNone/>
                      </a:pPr>
                      <a:r>
                        <a:rPr sz="1750" b="1">
                          <a:solidFill>
                            <a:srgbClr val="FFFFFF"/>
                          </a:solidFill>
                          <a:latin typeface="Noto Sans CJK SC"/>
                          <a:ea typeface="Noto Sans CJK SC"/>
                          <a:cs typeface="Noto Sans CJK SC"/>
                        </a:rPr>
                        <a:t>符号</a:t>
                      </a:r>
                    </a:p>
                  </a:txBody>
                  <a:tcPr marL="85725" marR="85725" marT="57150" marB="57150" anchor="ctr">
                    <a:solidFill>
                      <a:srgbClr val="587C95"/>
                    </a:solidFill>
                  </a:tcPr>
                </a:tc>
                <a:tc>
                  <a:txBody>
                    <a:bodyPr wrap="square">
                      <a:noAutofit/>
                    </a:bodyPr>
                    <a:lstStyle/>
                    <a:p>
                      <a:pPr algn="l">
                        <a:lnSpc>
                          <a:spcPct val="100000"/>
                        </a:lnSpc>
                        <a:buNone/>
                      </a:pPr>
                      <a:r>
                        <a:rPr sz="1750" b="1">
                          <a:solidFill>
                            <a:srgbClr val="FFFFFF"/>
                          </a:solidFill>
                          <a:latin typeface="Noto Sans CJK SC"/>
                          <a:ea typeface="Noto Sans CJK SC"/>
                          <a:cs typeface="Noto Sans CJK SC"/>
                        </a:rPr>
                        <a:t>定义</a:t>
                      </a:r>
                    </a:p>
                  </a:txBody>
                  <a:tcPr marL="85725" marR="85725" marT="57150" marB="57150" anchor="ctr">
                    <a:solidFill>
                      <a:srgbClr val="587C95"/>
                    </a:solidFill>
                  </a:tcPr>
                </a:tc>
              </a:tr>
              <a:tr h="502920">
                <a:tc>
                  <a:txBody>
                    <a:bodyPr wrap="square">
                      <a:noAutofit/>
                    </a:bodyPr>
                    <a:lstStyle/>
                    <a:p>
                      <a:pPr algn="l">
                        <a:lnSpc>
                          <a:spcPct val="100000"/>
                        </a:lnSpc>
                        <a:buNone/>
                      </a:pPr>
                      <a:r>
                        <a:rPr sz="1700" b="0">
                          <a:solidFill>
                            <a:srgbClr val="243746"/>
                          </a:solidFill>
                          <a:latin typeface="Noto Sans CJK SC"/>
                          <a:ea typeface="Noto Sans CJK SC"/>
                          <a:cs typeface="Noto Sans CJK SC"/>
                        </a:rPr>
                        <a:t>xᵢ∈{0,1}</a:t>
                      </a:r>
                    </a:p>
                  </a:txBody>
                  <a:tcPr marL="85725" marR="85725" marT="57150" marB="57150" anchor="ctr">
                    <a:solidFill>
                      <a:srgbClr val="F0F4F7"/>
                    </a:solidFill>
                  </a:tcPr>
                </a:tc>
                <a:tc>
                  <a:txBody>
                    <a:bodyPr wrap="square">
                      <a:noAutofit/>
                    </a:bodyPr>
                    <a:lstStyle/>
                    <a:p>
                      <a:pPr algn="l">
                        <a:lnSpc>
                          <a:spcPct val="100000"/>
                        </a:lnSpc>
                        <a:buNone/>
                      </a:pPr>
                      <a:r>
                        <a:rPr sz="1700" b="0">
                          <a:solidFill>
                            <a:srgbClr val="243746"/>
                          </a:solidFill>
                          <a:latin typeface="Noto Sans CJK SC"/>
                          <a:ea typeface="Noto Sans CJK SC"/>
                          <a:cs typeface="Noto Sans CJK SC"/>
                        </a:rPr>
                        <a:t>是否审计供应商 i</a:t>
                      </a:r>
                    </a:p>
                  </a:txBody>
                  <a:tcPr marL="85725" marR="85725" marT="57150" marB="57150" anchor="ctr">
                    <a:solidFill>
                      <a:srgbClr val="F0F4F7"/>
                    </a:solidFill>
                  </a:tcPr>
                </a:tc>
                <a:tc>
                  <a:txBody>
                    <a:bodyPr wrap="square">
                      <a:noAutofit/>
                    </a:bodyPr>
                    <a:lstStyle/>
                    <a:p>
                      <a:pPr algn="l">
                        <a:lnSpc>
                          <a:spcPct val="100000"/>
                        </a:lnSpc>
                        <a:buNone/>
                      </a:pPr>
                      <a:r>
                        <a:rPr sz="1700" b="0">
                          <a:solidFill>
                            <a:srgbClr val="243746"/>
                          </a:solidFill>
                          <a:latin typeface="Noto Sans CJK SC"/>
                          <a:ea typeface="Noto Sans CJK SC"/>
                          <a:cs typeface="Noto Sans CJK SC"/>
                        </a:rPr>
                        <a:t>oᵢ∈{0,1,∅}</a:t>
                      </a:r>
                    </a:p>
                  </a:txBody>
                  <a:tcPr marL="85725" marR="85725" marT="57150" marB="57150" anchor="ctr">
                    <a:solidFill>
                      <a:srgbClr val="F0F4F7"/>
                    </a:solidFill>
                  </a:tcPr>
                </a:tc>
                <a:tc>
                  <a:txBody>
                    <a:bodyPr wrap="square">
                      <a:noAutofit/>
                    </a:bodyPr>
                    <a:lstStyle/>
                    <a:p>
                      <a:pPr algn="l">
                        <a:lnSpc>
                          <a:spcPct val="100000"/>
                        </a:lnSpc>
                        <a:buNone/>
                      </a:pPr>
                      <a:r>
                        <a:rPr sz="1700" b="0">
                          <a:solidFill>
                            <a:srgbClr val="243746"/>
                          </a:solidFill>
                          <a:latin typeface="Noto Sans CJK SC"/>
                          <a:ea typeface="Noto Sans CJK SC"/>
                          <a:cs typeface="Noto Sans CJK SC"/>
                        </a:rPr>
                        <a:t>通过／未通过／未审计</a:t>
                      </a:r>
                    </a:p>
                  </a:txBody>
                  <a:tcPr marL="85725" marR="85725" marT="57150" marB="57150" anchor="ctr">
                    <a:solidFill>
                      <a:srgbClr val="F0F4F7"/>
                    </a:solidFill>
                  </a:tcPr>
                </a:tc>
              </a:tr>
              <a:tr h="502920">
                <a:tc>
                  <a:txBody>
                    <a:bodyPr wrap="square">
                      <a:noAutofit/>
                    </a:bodyPr>
                    <a:lstStyle/>
                    <a:p>
                      <a:pPr algn="l">
                        <a:lnSpc>
                          <a:spcPct val="100000"/>
                        </a:lnSpc>
                        <a:buNone/>
                      </a:pPr>
                      <a:r>
                        <a:rPr sz="1700" b="0">
                          <a:solidFill>
                            <a:srgbClr val="243746"/>
                          </a:solidFill>
                          <a:latin typeface="Noto Sans CJK SC"/>
                          <a:ea typeface="Noto Sans CJK SC"/>
                          <a:cs typeface="Noto Sans CJK SC"/>
                        </a:rPr>
                        <a:t>αᵢ，βᵢ</a:t>
                      </a:r>
                    </a:p>
                  </a:txBody>
                  <a:tcPr marL="85725" marR="85725" marT="57150" marB="57150" anchor="ctr">
                    <a:solidFill>
                      <a:srgbClr val="FFFFFF"/>
                    </a:solidFill>
                  </a:tcPr>
                </a:tc>
                <a:tc>
                  <a:txBody>
                    <a:bodyPr wrap="square">
                      <a:noAutofit/>
                    </a:bodyPr>
                    <a:lstStyle/>
                    <a:p>
                      <a:pPr algn="l">
                        <a:lnSpc>
                          <a:spcPct val="100000"/>
                        </a:lnSpc>
                        <a:buNone/>
                      </a:pPr>
                      <a:r>
                        <a:rPr sz="1700" b="0">
                          <a:solidFill>
                            <a:srgbClr val="243746"/>
                          </a:solidFill>
                          <a:latin typeface="Noto Sans CJK SC"/>
                          <a:ea typeface="Noto Sans CJK SC"/>
                          <a:cs typeface="Noto Sans CJK SC"/>
                        </a:rPr>
                        <a:t>误报率，漏报率</a:t>
                      </a:r>
                    </a:p>
                  </a:txBody>
                  <a:tcPr marL="85725" marR="85725" marT="57150" marB="57150" anchor="ctr">
                    <a:solidFill>
                      <a:srgbClr val="FFFFFF"/>
                    </a:solidFill>
                  </a:tcPr>
                </a:tc>
                <a:tc>
                  <a:txBody>
                    <a:bodyPr wrap="square">
                      <a:noAutofit/>
                    </a:bodyPr>
                    <a:lstStyle/>
                    <a:p>
                      <a:pPr algn="l">
                        <a:lnSpc>
                          <a:spcPct val="100000"/>
                        </a:lnSpc>
                        <a:buNone/>
                      </a:pPr>
                      <a:r>
                        <a:rPr sz="1700" b="0">
                          <a:solidFill>
                            <a:srgbClr val="243746"/>
                          </a:solidFill>
                          <a:latin typeface="Noto Sans CJK SC"/>
                          <a:ea typeface="Noto Sans CJK SC"/>
                          <a:cs typeface="Noto Sans CJK SC"/>
                        </a:rPr>
                        <a:t>Aᵢ，bᵢ</a:t>
                      </a:r>
                    </a:p>
                  </a:txBody>
                  <a:tcPr marL="85725" marR="85725" marT="57150" marB="57150" anchor="ctr">
                    <a:solidFill>
                      <a:srgbClr val="FFFFFF"/>
                    </a:solidFill>
                  </a:tcPr>
                </a:tc>
                <a:tc>
                  <a:txBody>
                    <a:bodyPr wrap="square">
                      <a:noAutofit/>
                    </a:bodyPr>
                    <a:lstStyle/>
                    <a:p>
                      <a:pPr algn="l">
                        <a:lnSpc>
                          <a:spcPct val="100000"/>
                        </a:lnSpc>
                        <a:buNone/>
                      </a:pPr>
                      <a:r>
                        <a:rPr sz="1700" b="0">
                          <a:solidFill>
                            <a:srgbClr val="243746"/>
                          </a:solidFill>
                          <a:latin typeface="Noto Sans CJK SC"/>
                          <a:ea typeface="Noto Sans CJK SC"/>
                          <a:cs typeface="Noto Sans CJK SC"/>
                        </a:rPr>
                        <a:t>实际准确度，可达准确度</a:t>
                      </a:r>
                    </a:p>
                  </a:txBody>
                  <a:tcPr marL="85725" marR="85725" marT="57150" marB="57150" anchor="ctr">
                    <a:solidFill>
                      <a:srgbClr val="FFFFFF"/>
                    </a:solidFill>
                  </a:tcPr>
                </a:tc>
              </a:tr>
              <a:tr h="502920">
                <a:tc>
                  <a:txBody>
                    <a:bodyPr wrap="square">
                      <a:noAutofit/>
                    </a:bodyPr>
                    <a:lstStyle/>
                    <a:p>
                      <a:pPr algn="l">
                        <a:lnSpc>
                          <a:spcPct val="100000"/>
                        </a:lnSpc>
                        <a:buNone/>
                      </a:pPr>
                      <a:r>
                        <a:rPr sz="1700" b="0">
                          <a:solidFill>
                            <a:srgbClr val="243746"/>
                          </a:solidFill>
                          <a:latin typeface="Noto Sans CJK SC"/>
                          <a:ea typeface="Noto Sans CJK SC"/>
                          <a:cs typeface="Noto Sans CJK SC"/>
                        </a:rPr>
                        <a:t>fᵢ∈{s,r,∅}</a:t>
                      </a:r>
                    </a:p>
                  </a:txBody>
                  <a:tcPr marL="85725" marR="85725" marT="57150" marB="57150" anchor="ctr">
                    <a:solidFill>
                      <a:srgbClr val="F0F4F7"/>
                    </a:solidFill>
                  </a:tcPr>
                </a:tc>
                <a:tc>
                  <a:txBody>
                    <a:bodyPr wrap="square">
                      <a:noAutofit/>
                    </a:bodyPr>
                    <a:lstStyle/>
                    <a:p>
                      <a:pPr algn="l">
                        <a:lnSpc>
                          <a:spcPct val="100000"/>
                        </a:lnSpc>
                        <a:buNone/>
                      </a:pPr>
                      <a:r>
                        <a:rPr sz="1700" b="0">
                          <a:solidFill>
                            <a:srgbClr val="243746"/>
                          </a:solidFill>
                          <a:latin typeface="Noto Sans CJK SC"/>
                          <a:ea typeface="Noto Sans CJK SC"/>
                          <a:cs typeface="Noto Sans CJK SC"/>
                        </a:rPr>
                        <a:t>替换／整改／无行动</a:t>
                      </a:r>
                    </a:p>
                  </a:txBody>
                  <a:tcPr marL="85725" marR="85725" marT="57150" marB="57150" anchor="ctr">
                    <a:solidFill>
                      <a:srgbClr val="F0F4F7"/>
                    </a:solidFill>
                  </a:tcPr>
                </a:tc>
                <a:tc>
                  <a:txBody>
                    <a:bodyPr wrap="square">
                      <a:noAutofit/>
                    </a:bodyPr>
                    <a:lstStyle/>
                    <a:p>
                      <a:pPr algn="l">
                        <a:lnSpc>
                          <a:spcPct val="100000"/>
                        </a:lnSpc>
                        <a:buNone/>
                      </a:pPr>
                      <a:r>
                        <a:rPr sz="1700" b="0">
                          <a:solidFill>
                            <a:srgbClr val="243746"/>
                          </a:solidFill>
                          <a:latin typeface="Noto Sans CJK SC"/>
                          <a:ea typeface="Noto Sans CJK SC"/>
                          <a:cs typeface="Noto Sans CJK SC"/>
                        </a:rPr>
                        <a:t>B，c</a:t>
                      </a:r>
                    </a:p>
                  </a:txBody>
                  <a:tcPr marL="85725" marR="85725" marT="57150" marB="57150" anchor="ctr">
                    <a:solidFill>
                      <a:srgbClr val="F0F4F7"/>
                    </a:solidFill>
                  </a:tcPr>
                </a:tc>
                <a:tc>
                  <a:txBody>
                    <a:bodyPr wrap="square">
                      <a:noAutofit/>
                    </a:bodyPr>
                    <a:lstStyle/>
                    <a:p>
                      <a:pPr algn="l">
                        <a:lnSpc>
                          <a:spcPct val="100000"/>
                        </a:lnSpc>
                        <a:buNone/>
                      </a:pPr>
                      <a:r>
                        <a:rPr sz="1700" b="0">
                          <a:solidFill>
                            <a:srgbClr val="243746"/>
                          </a:solidFill>
                          <a:latin typeface="Noto Sans CJK SC"/>
                          <a:ea typeface="Noto Sans CJK SC"/>
                          <a:cs typeface="Noto Sans CJK SC"/>
                        </a:rPr>
                        <a:t>预算，审计成本系数</a:t>
                      </a:r>
                    </a:p>
                  </a:txBody>
                  <a:tcPr marL="85725" marR="85725" marT="57150" marB="57150" anchor="ctr">
                    <a:solidFill>
                      <a:srgbClr val="F0F4F7"/>
                    </a:solidFill>
                  </a:tcPr>
                </a:tc>
              </a:tr>
              <a:tr h="502920">
                <a:tc>
                  <a:txBody>
                    <a:bodyPr wrap="square">
                      <a:noAutofit/>
                    </a:bodyPr>
                    <a:lstStyle/>
                    <a:p>
                      <a:pPr algn="l">
                        <a:lnSpc>
                          <a:spcPct val="100000"/>
                        </a:lnSpc>
                        <a:buNone/>
                      </a:pPr>
                      <a:r>
                        <a:rPr sz="1700" b="0">
                          <a:solidFill>
                            <a:srgbClr val="243746"/>
                          </a:solidFill>
                          <a:latin typeface="Noto Sans CJK SC"/>
                          <a:ea typeface="Noto Sans CJK SC"/>
                          <a:cs typeface="Noto Sans CJK SC"/>
                        </a:rPr>
                        <a:t>Δs，Δr</a:t>
                      </a:r>
                    </a:p>
                  </a:txBody>
                  <a:tcPr marL="85725" marR="85725" marT="57150" marB="57150" anchor="ctr">
                    <a:solidFill>
                      <a:srgbClr val="FFFFFF"/>
                    </a:solidFill>
                  </a:tcPr>
                </a:tc>
                <a:tc>
                  <a:txBody>
                    <a:bodyPr wrap="square">
                      <a:noAutofit/>
                    </a:bodyPr>
                    <a:lstStyle/>
                    <a:p>
                      <a:pPr algn="l">
                        <a:lnSpc>
                          <a:spcPct val="100000"/>
                        </a:lnSpc>
                        <a:buNone/>
                      </a:pPr>
                      <a:r>
                        <a:rPr sz="1700" b="0">
                          <a:solidFill>
                            <a:srgbClr val="243746"/>
                          </a:solidFill>
                          <a:latin typeface="Noto Sans CJK SC"/>
                          <a:ea typeface="Noto Sans CJK SC"/>
                          <a:cs typeface="Noto Sans CJK SC"/>
                        </a:rPr>
                        <a:t>买方替换、整改成本</a:t>
                      </a:r>
                    </a:p>
                  </a:txBody>
                  <a:tcPr marL="85725" marR="85725" marT="57150" marB="57150" anchor="ctr">
                    <a:solidFill>
                      <a:srgbClr val="FFFFFF"/>
                    </a:solidFill>
                  </a:tcPr>
                </a:tc>
                <a:tc>
                  <a:txBody>
                    <a:bodyPr wrap="square">
                      <a:noAutofit/>
                    </a:bodyPr>
                    <a:lstStyle/>
                    <a:p>
                      <a:pPr algn="l">
                        <a:lnSpc>
                          <a:spcPct val="100000"/>
                        </a:lnSpc>
                        <a:buNone/>
                      </a:pPr>
                      <a:r>
                        <a:rPr sz="1700" b="0">
                          <a:solidFill>
                            <a:srgbClr val="243746"/>
                          </a:solidFill>
                          <a:latin typeface="Noto Sans CJK SC"/>
                          <a:ea typeface="Noto Sans CJK SC"/>
                          <a:cs typeface="Noto Sans CJK SC"/>
                        </a:rPr>
                        <a:t>Π</a:t>
                      </a:r>
                    </a:p>
                  </a:txBody>
                  <a:tcPr marL="85725" marR="85725" marT="57150" marB="57150" anchor="ctr">
                    <a:solidFill>
                      <a:srgbClr val="FFFFFF"/>
                    </a:solidFill>
                  </a:tcPr>
                </a:tc>
                <a:tc>
                  <a:txBody>
                    <a:bodyPr wrap="square">
                      <a:noAutofit/>
                    </a:bodyPr>
                    <a:lstStyle/>
                    <a:p>
                      <a:pPr algn="l">
                        <a:lnSpc>
                          <a:spcPct val="100000"/>
                        </a:lnSpc>
                        <a:buNone/>
                      </a:pPr>
                      <a:r>
                        <a:rPr sz="1700" b="0">
                          <a:solidFill>
                            <a:srgbClr val="243746"/>
                          </a:solidFill>
                          <a:latin typeface="Noto Sans CJK SC"/>
                          <a:ea typeface="Noto Sans CJK SC"/>
                          <a:cs typeface="Noto Sans CJK SC"/>
                        </a:rPr>
                        <a:t>无治理及损害时的交易利润</a:t>
                      </a:r>
                    </a:p>
                  </a:txBody>
                  <a:tcPr marL="85725" marR="85725" marT="57150" marB="57150" anchor="ctr">
                    <a:solidFill>
                      <a:srgbClr val="FFFFFF"/>
                    </a:solidFill>
                  </a:tcPr>
                </a:tc>
              </a:tr>
              <a:tr h="502920">
                <a:tc>
                  <a:txBody>
                    <a:bodyPr wrap="square">
                      <a:noAutofit/>
                    </a:bodyPr>
                    <a:lstStyle/>
                    <a:p>
                      <a:pPr algn="l">
                        <a:lnSpc>
                          <a:spcPct val="100000"/>
                        </a:lnSpc>
                        <a:buNone/>
                      </a:pPr>
                      <a:r>
                        <a:rPr sz="1700" b="0">
                          <a:solidFill>
                            <a:srgbClr val="243746"/>
                          </a:solidFill>
                          <a:latin typeface="Noto Sans CJK SC"/>
                          <a:ea typeface="Noto Sans CJK SC"/>
                          <a:cs typeface="Noto Sans CJK SC"/>
                        </a:rPr>
                        <a:t>Dα=rαD̃α</a:t>
                      </a:r>
                    </a:p>
                  </a:txBody>
                  <a:tcPr marL="85725" marR="85725" marT="57150" marB="57150" anchor="ctr">
                    <a:solidFill>
                      <a:srgbClr val="F0F4F7"/>
                    </a:solidFill>
                  </a:tcPr>
                </a:tc>
                <a:tc>
                  <a:txBody>
                    <a:bodyPr wrap="square">
                      <a:noAutofit/>
                    </a:bodyPr>
                    <a:lstStyle/>
                    <a:p>
                      <a:pPr algn="l">
                        <a:lnSpc>
                          <a:spcPct val="100000"/>
                        </a:lnSpc>
                        <a:buNone/>
                      </a:pPr>
                      <a:r>
                        <a:rPr sz="1700" b="0">
                          <a:solidFill>
                            <a:srgbClr val="243746"/>
                          </a:solidFill>
                          <a:latin typeface="Noto Sans CJK SC"/>
                          <a:ea typeface="Noto Sans CJK SC"/>
                          <a:cs typeface="Noto Sans CJK SC"/>
                        </a:rPr>
                        <a:t>错误替换的预期损害</a:t>
                      </a:r>
                    </a:p>
                  </a:txBody>
                  <a:tcPr marL="85725" marR="85725" marT="57150" marB="57150" anchor="ctr">
                    <a:solidFill>
                      <a:srgbClr val="F0F4F7"/>
                    </a:solidFill>
                  </a:tcPr>
                </a:tc>
                <a:tc>
                  <a:txBody>
                    <a:bodyPr wrap="square">
                      <a:noAutofit/>
                    </a:bodyPr>
                    <a:lstStyle/>
                    <a:p>
                      <a:pPr algn="l">
                        <a:lnSpc>
                          <a:spcPct val="100000"/>
                        </a:lnSpc>
                        <a:buNone/>
                      </a:pPr>
                      <a:r>
                        <a:rPr sz="1700" b="0">
                          <a:solidFill>
                            <a:srgbClr val="243746"/>
                          </a:solidFill>
                          <a:latin typeface="Noto Sans CJK SC"/>
                          <a:ea typeface="Noto Sans CJK SC"/>
                          <a:cs typeface="Noto Sans CJK SC"/>
                        </a:rPr>
                        <a:t>Dβ=rβD̃β</a:t>
                      </a:r>
                    </a:p>
                  </a:txBody>
                  <a:tcPr marL="85725" marR="85725" marT="57150" marB="57150" anchor="ctr">
                    <a:solidFill>
                      <a:srgbClr val="F0F4F7"/>
                    </a:solidFill>
                  </a:tcPr>
                </a:tc>
                <a:tc>
                  <a:txBody>
                    <a:bodyPr wrap="square">
                      <a:noAutofit/>
                    </a:bodyPr>
                    <a:lstStyle/>
                    <a:p>
                      <a:pPr algn="l">
                        <a:lnSpc>
                          <a:spcPct val="100000"/>
                        </a:lnSpc>
                        <a:buNone/>
                      </a:pPr>
                      <a:r>
                        <a:rPr sz="1700" b="0">
                          <a:solidFill>
                            <a:srgbClr val="243746"/>
                          </a:solidFill>
                          <a:latin typeface="Noto Sans CJK SC"/>
                          <a:ea typeface="Noto Sans CJK SC"/>
                          <a:cs typeface="Noto Sans CJK SC"/>
                        </a:rPr>
                        <a:t>遗漏违规的预期损害</a:t>
                      </a:r>
                    </a:p>
                  </a:txBody>
                  <a:tcPr marL="85725" marR="85725" marT="57150" marB="57150" anchor="ctr">
                    <a:solidFill>
                      <a:srgbClr val="F0F4F7"/>
                    </a:solidFill>
                  </a:tcPr>
                </a:tc>
              </a:tr>
            </a:tbl>
          </a:graphicData>
        </a:graphic>
      </p:graphicFrame>
      <p:sp>
        <p:nvSpPr>
          <p:cNvPr id="4" name="text-2">
            <a:extLst xmlns:a="http://schemas.openxmlformats.org/drawingml/2006/main">
              <a:ext uri="{FF2B5EF4-FFF2-40B4-BE49-F238E27FC236}">
                <a16:creationId xmlns:a16="http://schemas.microsoft.com/office/drawing/2014/main" id="{28BCBED4-C42C-45DA-B069-C456CC488F5A}"/>
              </a:ext>
            </a:extLst>
          </p:cNvPr>
          <p:cNvSpPr>
            <a:spLocks xmlns:a="http://schemas.openxmlformats.org/drawingml/2006/main" noGrp="1"/>
          </p:cNvSpPr>
          <p:nvPr/>
        </p:nvSpPr>
        <p:spPr>
          <a:xfrm xmlns:a="http://schemas.openxmlformats.org/drawingml/2006/main">
            <a:off x="731520" y="5907024"/>
            <a:ext cx="10725912" cy="4754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1800" b="1">
                <a:solidFill>
                  <a:srgbClr val="587C95"/>
                </a:solidFill>
                <a:latin typeface="Noto Sans CJK SC"/>
                <a:ea typeface="Noto Sans CJK SC"/>
                <a:cs typeface="Noto Sans CJK SC"/>
              </a:defRPr>
            </a:defPPr>
          </a:lstStyle>
          <a:p xmlns:a="http://schemas.openxmlformats.org/drawingml/2006/main">
            <a:pPr algn="l">
              <a:lnSpc>
                <a:spcPct val="103000"/>
              </a:lnSpc>
              <a:buNone/>
              <a:defRPr sz="1800" b="1">
                <a:solidFill>
                  <a:srgbClr val="587C95"/>
                </a:solidFill>
                <a:latin typeface="Noto Sans CJK SC"/>
                <a:ea typeface="Noto Sans CJK SC"/>
                <a:cs typeface="Noto Sans CJK SC"/>
              </a:defRPr>
            </a:pPr>
            <a:r>
              <a:rPr sz="1800" b="1">
                <a:solidFill>
                  <a:srgbClr val="587C95"/>
                </a:solidFill>
                <a:latin typeface="Noto Sans CJK SC"/>
                <a:ea typeface="Noto Sans CJK SC"/>
                <a:cs typeface="Noto Sans CJK SC"/>
              </a:rPr>
              <a:t>错误类型、治理成本和外部暴露损害是三个不同的概念。</a:t>
            </a:r>
          </a:p>
        </p:txBody>
      </p:sp>
      <p:sp>
        <p:nvSpPr>
          <p:cNvPr id="5" name="source-footer">
            <a:extLst xmlns:a="http://schemas.openxmlformats.org/drawingml/2006/main">
              <a:ext uri="{FF2B5EF4-FFF2-40B4-BE49-F238E27FC236}">
                <a16:creationId xmlns:a16="http://schemas.microsoft.com/office/drawing/2014/main" id="{588765B5-0AA1-450B-B66A-ADB32AB12E74}"/>
              </a:ext>
            </a:extLst>
          </p:cNvPr>
          <p:cNvSpPr>
            <a:spLocks xmlns:a="http://schemas.openxmlformats.org/drawingml/2006/main" noGrp="1"/>
          </p:cNvSpPr>
          <p:nvPr/>
        </p:nvSpPr>
        <p:spPr>
          <a:xfrm xmlns:a="http://schemas.openxmlformats.org/drawingml/2006/main">
            <a:off x="676656" y="6492240"/>
            <a:ext cx="10442448"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1040" b="0">
                <a:solidFill>
                  <a:srgbClr val="627281"/>
                </a:solidFill>
                <a:latin typeface="Noto Sans CJK SC"/>
                <a:ea typeface="Noto Sans CJK SC"/>
                <a:cs typeface="Noto Sans CJK SC"/>
              </a:defRPr>
            </a:defPPr>
          </a:lstStyle>
          <a:p xmlns:a="http://schemas.openxmlformats.org/drawingml/2006/main">
            <a:pPr algn="l">
              <a:lnSpc>
                <a:spcPct val="103000"/>
              </a:lnSpc>
              <a:buNone/>
              <a:defRPr sz="1040" b="0">
                <a:solidFill>
                  <a:srgbClr val="627281"/>
                </a:solidFill>
                <a:latin typeface="Noto Sans CJK SC"/>
                <a:ea typeface="Noto Sans CJK SC"/>
                <a:cs typeface="Noto Sans CJK SC"/>
              </a:defRPr>
            </a:pPr>
            <a:r>
              <a:rPr sz="1040" b="0">
                <a:solidFill>
                  <a:srgbClr val="627281"/>
                </a:solidFill>
                <a:latin typeface="Noto Sans CJK SC"/>
                <a:ea typeface="Noto Sans CJK SC"/>
                <a:cs typeface="Noto Sans CJK SC"/>
              </a:rPr>
              <a:t>§3，pp. 5–6；完整符号表见附录 A</a:t>
            </a:r>
          </a:p>
        </p:txBody>
      </p:sp>
      <p:sp>
        <p:nvSpPr>
          <p:cNvPr id="6" name="page-number">
            <a:extLst xmlns:a="http://schemas.openxmlformats.org/drawingml/2006/main">
              <a:ext uri="{FF2B5EF4-FFF2-40B4-BE49-F238E27FC236}">
                <a16:creationId xmlns:a16="http://schemas.microsoft.com/office/drawing/2014/main" id="{5AA5927D-ACEC-4F55-9F8E-3889392F2647}"/>
              </a:ext>
            </a:extLst>
          </p:cNvPr>
          <p:cNvSpPr>
            <a:spLocks xmlns:a="http://schemas.openxmlformats.org/drawingml/2006/main" noGrp="1"/>
          </p:cNvSpPr>
          <p:nvPr/>
        </p:nvSpPr>
        <p:spPr>
          <a:xfrm xmlns:a="http://schemas.openxmlformats.org/drawingml/2006/main">
            <a:off x="11000232" y="6492240"/>
            <a:ext cx="502920"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r">
              <a:defRPr sz="1050" b="0">
                <a:solidFill>
                  <a:srgbClr val="587C95"/>
                </a:solidFill>
                <a:latin typeface="Noto Sans CJK SC"/>
                <a:ea typeface="Noto Sans CJK SC"/>
                <a:cs typeface="Noto Sans CJK SC"/>
              </a:defRPr>
            </a:defPPr>
          </a:lstStyle>
          <a:p xmlns:a="http://schemas.openxmlformats.org/drawingml/2006/main">
            <a:pPr algn="r">
              <a:lnSpc>
                <a:spcPct val="103000"/>
              </a:lnSpc>
              <a:buNone/>
              <a:defRPr sz="1050" b="0">
                <a:solidFill>
                  <a:srgbClr val="587C95"/>
                </a:solidFill>
                <a:latin typeface="Noto Sans CJK SC"/>
                <a:ea typeface="Noto Sans CJK SC"/>
                <a:cs typeface="Noto Sans CJK SC"/>
              </a:defRPr>
            </a:pPr>
            <a:r>
              <a:rPr sz="1050" b="0">
                <a:solidFill>
                  <a:srgbClr val="587C95"/>
                </a:solidFill>
                <a:latin typeface="Noto Sans CJK SC"/>
                <a:ea typeface="Noto Sans CJK SC"/>
                <a:cs typeface="Noto Sans CJK SC"/>
              </a:rPr>
              <a:t>08</a:t>
            </a:r>
          </a:p>
        </p:txBody>
      </p:sp>
    </p:spTree>
    <p:extLst>
      <p:ext uri="{BB962C8B-B14F-4D97-AF65-F5344CB8AC3E}">
        <p14:creationId xmlns:p14="http://schemas.microsoft.com/office/powerpoint/2010/main" val="1238242102"/>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8" name="section-heading">
            <a:extLst xmlns:a="http://schemas.openxmlformats.org/drawingml/2006/main">
              <a:ext uri="{FF2B5EF4-FFF2-40B4-BE49-F238E27FC236}">
                <a16:creationId xmlns:a16="http://schemas.microsoft.com/office/drawing/2014/main" id="{F910F606-A7E4-4BA1-969D-FB328A680A11}"/>
              </a:ext>
            </a:extLst>
          </p:cNvPr>
          <p:cNvSpPr>
            <a:spLocks xmlns:a="http://schemas.openxmlformats.org/drawingml/2006/main" noGrp="1"/>
          </p:cNvSpPr>
          <p:nvPr/>
        </p:nvSpPr>
        <p:spPr>
          <a:xfrm xmlns:a="http://schemas.openxmlformats.org/drawingml/2006/main">
            <a:off x="1499616" y="630936"/>
            <a:ext cx="9784080" cy="5486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2700" b="1">
                <a:solidFill>
                  <a:srgbClr val="243746"/>
                </a:solidFill>
                <a:latin typeface="Noto Sans CJK SC"/>
                <a:ea typeface="Noto Sans CJK SC"/>
                <a:cs typeface="Noto Sans CJK SC"/>
              </a:defRPr>
            </a:defPPr>
          </a:lstStyle>
          <a:p xmlns:a="http://schemas.openxmlformats.org/drawingml/2006/main">
            <a:pPr algn="l">
              <a:lnSpc>
                <a:spcPct val="103000"/>
              </a:lnSpc>
              <a:buNone/>
              <a:defRPr sz="2700" b="1">
                <a:solidFill>
                  <a:srgbClr val="243746"/>
                </a:solidFill>
                <a:latin typeface="Noto Sans CJK SC"/>
                <a:ea typeface="Noto Sans CJK SC"/>
                <a:cs typeface="Noto Sans CJK SC"/>
              </a:defRPr>
            </a:pPr>
            <a:r>
              <a:rPr sz="2700" b="1">
                <a:solidFill>
                  <a:srgbClr val="243746"/>
                </a:solidFill>
                <a:latin typeface="Noto Sans CJK SC"/>
                <a:ea typeface="Noto Sans CJK SC"/>
                <a:cs typeface="Noto Sans CJK SC"/>
              </a:rPr>
              <a:t>四、模型构建</a:t>
            </a:r>
          </a:p>
        </p:txBody>
      </p:sp>
      <p:sp>
        <p:nvSpPr>
          <p:cNvPr id="2" name="slide-topic">
            <a:extLst xmlns:a="http://schemas.openxmlformats.org/drawingml/2006/main">
              <a:ext uri="{FF2B5EF4-FFF2-40B4-BE49-F238E27FC236}">
                <a16:creationId xmlns:a16="http://schemas.microsoft.com/office/drawing/2014/main" id="{0BDB1DF8-7BBB-4E0E-94F0-A16EFF3D1CB2}"/>
              </a:ext>
            </a:extLst>
          </p:cNvPr>
          <p:cNvSpPr>
            <a:spLocks xmlns:a="http://schemas.openxmlformats.org/drawingml/2006/main" noGrp="1"/>
          </p:cNvSpPr>
          <p:nvPr/>
        </p:nvSpPr>
        <p:spPr>
          <a:xfrm xmlns:a="http://schemas.openxmlformats.org/drawingml/2006/main">
            <a:off x="658368" y="1709928"/>
            <a:ext cx="10881360" cy="5486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2400" b="1">
                <a:solidFill>
                  <a:srgbClr val="243746"/>
                </a:solidFill>
                <a:latin typeface="Noto Sans CJK SC"/>
                <a:ea typeface="Noto Sans CJK SC"/>
                <a:cs typeface="Noto Sans CJK SC"/>
              </a:defRPr>
            </a:defPPr>
          </a:lstStyle>
          <a:p xmlns:a="http://schemas.openxmlformats.org/drawingml/2006/main">
            <a:pPr algn="l">
              <a:lnSpc>
                <a:spcPct val="103000"/>
              </a:lnSpc>
              <a:buNone/>
              <a:defRPr sz="2400" b="1">
                <a:solidFill>
                  <a:srgbClr val="243746"/>
                </a:solidFill>
                <a:latin typeface="Noto Sans CJK SC"/>
                <a:ea typeface="Noto Sans CJK SC"/>
                <a:cs typeface="Noto Sans CJK SC"/>
              </a:defRPr>
            </a:pPr>
            <a:r>
              <a:rPr sz="2400" b="1">
                <a:solidFill>
                  <a:srgbClr val="243746"/>
                </a:solidFill>
                <a:latin typeface="Noto Sans CJK SC"/>
                <a:ea typeface="Noto Sans CJK SC"/>
                <a:cs typeface="Noto Sans CJK SC"/>
              </a:rPr>
              <a:t>审计误差与整体准确度</a:t>
            </a:r>
          </a:p>
        </p:txBody>
      </p:sp>
      <p:graphicFrame>
        <p:nvGraphicFramePr>
          <p:cNvPr id="3" name="">
            <a:extLst xmlns:a="http://schemas.openxmlformats.org/drawingml/2006/main">
              <a:ext uri="{FF2B5EF4-FFF2-40B4-BE49-F238E27FC236}">
                <a16:creationId xmlns:a16="http://schemas.microsoft.com/office/drawing/2014/main" id="{DB135E13-CE41-4521-89F9-C7C61E01F3E0}"/>
              </a:ext>
            </a:extLst>
          </p:cNvPr>
          <p:cNvGraphicFramePr/>
          <p:nvPr/>
        </p:nvGraphicFramePr>
        <p:xfrm>
          <a:off xmlns:a="http://schemas.openxmlformats.org/drawingml/2006/main" x="658368" y="2414016"/>
          <a:ext xmlns:a="http://schemas.openxmlformats.org/drawingml/2006/main" cx="10872216" cy="1618488"/>
        </p:xfrm>
        <a:graphic xmlns:a="http://schemas.openxmlformats.org/drawingml/2006/main">
          <a:graphicData uri="http://schemas.openxmlformats.org/drawingml/2006/table">
            <a:tbl>
              <a:tblPr firstRow="1" bandRow="0"/>
              <a:tblGrid>
                <a:gridCol w="3328416"/>
                <a:gridCol w="3767328"/>
                <a:gridCol w="3776472"/>
              </a:tblGrid>
              <a:tr h="539496">
                <a:tc>
                  <a:txBody>
                    <a:bodyPr wrap="square">
                      <a:noAutofit/>
                    </a:bodyPr>
                    <a:lstStyle/>
                    <a:p>
                      <a:pPr algn="l">
                        <a:lnSpc>
                          <a:spcPct val="100000"/>
                        </a:lnSpc>
                        <a:buNone/>
                      </a:pPr>
                      <a:r>
                        <a:rPr sz="2050" b="1">
                          <a:solidFill>
                            <a:srgbClr val="FFFFFF"/>
                          </a:solidFill>
                          <a:latin typeface="Noto Sans CJK SC"/>
                          <a:ea typeface="Noto Sans CJK SC"/>
                          <a:cs typeface="Noto Sans CJK SC"/>
                        </a:rPr>
                        <a:t>真实状态</a:t>
                      </a:r>
                    </a:p>
                  </a:txBody>
                  <a:tcPr marL="85725" marR="85725" marT="57150" marB="57150" anchor="ctr">
                    <a:solidFill>
                      <a:srgbClr val="587C95"/>
                    </a:solidFill>
                  </a:tcPr>
                </a:tc>
                <a:tc>
                  <a:txBody>
                    <a:bodyPr wrap="square">
                      <a:noAutofit/>
                    </a:bodyPr>
                    <a:lstStyle/>
                    <a:p>
                      <a:pPr algn="l">
                        <a:lnSpc>
                          <a:spcPct val="100000"/>
                        </a:lnSpc>
                        <a:buNone/>
                      </a:pPr>
                      <a:r>
                        <a:rPr sz="2050" b="1">
                          <a:solidFill>
                            <a:srgbClr val="FFFFFF"/>
                          </a:solidFill>
                          <a:latin typeface="Noto Sans CJK SC"/>
                          <a:ea typeface="Noto Sans CJK SC"/>
                          <a:cs typeface="Noto Sans CJK SC"/>
                        </a:rPr>
                        <a:t>通过 oᵢ=0</a:t>
                      </a:r>
                    </a:p>
                  </a:txBody>
                  <a:tcPr marL="85725" marR="85725" marT="57150" marB="57150" anchor="ctr">
                    <a:solidFill>
                      <a:srgbClr val="587C95"/>
                    </a:solidFill>
                  </a:tcPr>
                </a:tc>
                <a:tc>
                  <a:txBody>
                    <a:bodyPr wrap="square">
                      <a:noAutofit/>
                    </a:bodyPr>
                    <a:lstStyle/>
                    <a:p>
                      <a:pPr algn="l">
                        <a:lnSpc>
                          <a:spcPct val="100000"/>
                        </a:lnSpc>
                        <a:buNone/>
                      </a:pPr>
                      <a:r>
                        <a:rPr sz="2050" b="1">
                          <a:solidFill>
                            <a:srgbClr val="FFFFFF"/>
                          </a:solidFill>
                          <a:latin typeface="Noto Sans CJK SC"/>
                          <a:ea typeface="Noto Sans CJK SC"/>
                          <a:cs typeface="Noto Sans CJK SC"/>
                        </a:rPr>
                        <a:t>未通过 oᵢ=1</a:t>
                      </a:r>
                    </a:p>
                  </a:txBody>
                  <a:tcPr marL="85725" marR="85725" marT="57150" marB="57150" anchor="ctr">
                    <a:solidFill>
                      <a:srgbClr val="587C95"/>
                    </a:solidFill>
                  </a:tcPr>
                </a:tc>
              </a:tr>
              <a:tr h="539496">
                <a:tc>
                  <a:txBody>
                    <a:bodyPr wrap="square">
                      <a:noAutofit/>
                    </a:bodyPr>
                    <a:lstStyle/>
                    <a:p>
                      <a:pPr algn="l">
                        <a:lnSpc>
                          <a:spcPct val="100000"/>
                        </a:lnSpc>
                        <a:buNone/>
                      </a:pPr>
                      <a:r>
                        <a:rPr sz="2000" b="0">
                          <a:solidFill>
                            <a:srgbClr val="243746"/>
                          </a:solidFill>
                          <a:latin typeface="Noto Sans CJK SC"/>
                          <a:ea typeface="Noto Sans CJK SC"/>
                          <a:cs typeface="Noto Sans CJK SC"/>
                        </a:rPr>
                        <a:t>合规，概率 e</a:t>
                      </a:r>
                    </a:p>
                  </a:txBody>
                  <a:tcPr marL="85725" marR="85725" marT="57150" marB="57150" anchor="ctr">
                    <a:solidFill>
                      <a:srgbClr val="F0F4F7"/>
                    </a:solidFill>
                  </a:tcPr>
                </a:tc>
                <a:tc>
                  <a:txBody>
                    <a:bodyPr wrap="square">
                      <a:noAutofit/>
                    </a:bodyPr>
                    <a:lstStyle/>
                    <a:p>
                      <a:pPr algn="l">
                        <a:lnSpc>
                          <a:spcPct val="100000"/>
                        </a:lnSpc>
                        <a:buNone/>
                      </a:pPr>
                      <a:r>
                        <a:rPr sz="2000" b="0">
                          <a:solidFill>
                            <a:srgbClr val="243746"/>
                          </a:solidFill>
                          <a:latin typeface="Noto Sans CJK SC"/>
                          <a:ea typeface="Noto Sans CJK SC"/>
                          <a:cs typeface="Noto Sans CJK SC"/>
                        </a:rPr>
                        <a:t>正确通过：1−αᵢ</a:t>
                      </a:r>
                    </a:p>
                  </a:txBody>
                  <a:tcPr marL="85725" marR="85725" marT="57150" marB="57150" anchor="ctr">
                    <a:solidFill>
                      <a:srgbClr val="F0F4F7"/>
                    </a:solidFill>
                  </a:tcPr>
                </a:tc>
                <a:tc>
                  <a:txBody>
                    <a:bodyPr wrap="square">
                      <a:noAutofit/>
                    </a:bodyPr>
                    <a:lstStyle/>
                    <a:p>
                      <a:pPr algn="l">
                        <a:lnSpc>
                          <a:spcPct val="100000"/>
                        </a:lnSpc>
                        <a:buNone/>
                      </a:pPr>
                      <a:r>
                        <a:rPr sz="2000" b="0">
                          <a:solidFill>
                            <a:srgbClr val="243746"/>
                          </a:solidFill>
                          <a:latin typeface="Noto Sans CJK SC"/>
                          <a:ea typeface="Noto Sans CJK SC"/>
                          <a:cs typeface="Noto Sans CJK SC"/>
                        </a:rPr>
                        <a:t>误报：αᵢ</a:t>
                      </a:r>
                    </a:p>
                  </a:txBody>
                  <a:tcPr marL="85725" marR="85725" marT="57150" marB="57150" anchor="ctr">
                    <a:solidFill>
                      <a:srgbClr val="F0F4F7"/>
                    </a:solidFill>
                  </a:tcPr>
                </a:tc>
              </a:tr>
              <a:tr h="539496">
                <a:tc>
                  <a:txBody>
                    <a:bodyPr wrap="square">
                      <a:noAutofit/>
                    </a:bodyPr>
                    <a:lstStyle/>
                    <a:p>
                      <a:pPr algn="l">
                        <a:lnSpc>
                          <a:spcPct val="100000"/>
                        </a:lnSpc>
                        <a:buNone/>
                      </a:pPr>
                      <a:r>
                        <a:rPr sz="2000" b="0">
                          <a:solidFill>
                            <a:srgbClr val="243746"/>
                          </a:solidFill>
                          <a:latin typeface="Noto Sans CJK SC"/>
                          <a:ea typeface="Noto Sans CJK SC"/>
                          <a:cs typeface="Noto Sans CJK SC"/>
                        </a:rPr>
                        <a:t>违规，概率 1−e</a:t>
                      </a:r>
                    </a:p>
                  </a:txBody>
                  <a:tcPr marL="85725" marR="85725" marT="57150" marB="57150" anchor="ctr">
                    <a:solidFill>
                      <a:srgbClr val="FFFFFF"/>
                    </a:solidFill>
                  </a:tcPr>
                </a:tc>
                <a:tc>
                  <a:txBody>
                    <a:bodyPr wrap="square">
                      <a:noAutofit/>
                    </a:bodyPr>
                    <a:lstStyle/>
                    <a:p>
                      <a:pPr algn="l">
                        <a:lnSpc>
                          <a:spcPct val="100000"/>
                        </a:lnSpc>
                        <a:buNone/>
                      </a:pPr>
                      <a:r>
                        <a:rPr sz="2000" b="0">
                          <a:solidFill>
                            <a:srgbClr val="243746"/>
                          </a:solidFill>
                          <a:latin typeface="Noto Sans CJK SC"/>
                          <a:ea typeface="Noto Sans CJK SC"/>
                          <a:cs typeface="Noto Sans CJK SC"/>
                        </a:rPr>
                        <a:t>漏报：βᵢ</a:t>
                      </a:r>
                    </a:p>
                  </a:txBody>
                  <a:tcPr marL="85725" marR="85725" marT="57150" marB="57150" anchor="ctr">
                    <a:solidFill>
                      <a:srgbClr val="FFFFFF"/>
                    </a:solidFill>
                  </a:tcPr>
                </a:tc>
                <a:tc>
                  <a:txBody>
                    <a:bodyPr wrap="square">
                      <a:noAutofit/>
                    </a:bodyPr>
                    <a:lstStyle/>
                    <a:p>
                      <a:pPr algn="l">
                        <a:lnSpc>
                          <a:spcPct val="100000"/>
                        </a:lnSpc>
                        <a:buNone/>
                      </a:pPr>
                      <a:r>
                        <a:rPr sz="2000" b="0">
                          <a:solidFill>
                            <a:srgbClr val="243746"/>
                          </a:solidFill>
                          <a:latin typeface="Noto Sans CJK SC"/>
                          <a:ea typeface="Noto Sans CJK SC"/>
                          <a:cs typeface="Noto Sans CJK SC"/>
                        </a:rPr>
                        <a:t>正确发现：1−βᵢ</a:t>
                      </a:r>
                    </a:p>
                  </a:txBody>
                  <a:tcPr marL="85725" marR="85725" marT="57150" marB="57150" anchor="ctr">
                    <a:solidFill>
                      <a:srgbClr val="FFFFFF"/>
                    </a:solidFill>
                  </a:tcPr>
                </a:tc>
              </a:tr>
            </a:tbl>
          </a:graphicData>
        </a:graphic>
      </p:graphicFrame>
      <p:pic>
        <p:nvPicPr>
          <p:cNvPr id="4" name="">
            <a:extLst xmlns:a="http://schemas.openxmlformats.org/drawingml/2006/main">
              <a:ext uri="{FF2B5EF4-FFF2-40B4-BE49-F238E27FC236}">
                <a16:creationId xmlns:a16="http://schemas.microsoft.com/office/drawing/2014/main" id="{0D8ACF0B-63B2-4069-98E4-701D03523BF3}"/>
              </a:ext>
            </a:extLst>
          </p:cNvPr>
          <p:cNvPicPr>
            <a:picLocks xmlns:a="http://schemas.openxmlformats.org/drawingml/2006/main" noChangeAspect="1"/>
          </p:cNvPicPr>
          <p:nvPr/>
        </p:nvPicPr>
        <p:blipFill>
          <a:blip xmlns:r="http://schemas.openxmlformats.org/officeDocument/2006/relationships" xmlns:a="http://schemas.openxmlformats.org/drawingml/2006/main" r:embed="R3e09b49583c44611"/>
          <a:stretch xmlns:a="http://schemas.openxmlformats.org/drawingml/2006/main"/>
        </p:blipFill>
        <p:spPr>
          <a:xfrm xmlns:a="http://schemas.openxmlformats.org/drawingml/2006/main">
            <a:off x="749808" y="4263995"/>
            <a:ext cx="10698480" cy="542858"/>
          </a:xfrm>
          <a:prstGeom xmlns:a="http://schemas.openxmlformats.org/drawingml/2006/main" prst="rect">
            <a:avLst/>
          </a:prstGeom>
        </p:spPr>
      </p:pic>
      <p:sp>
        <p:nvSpPr>
          <p:cNvPr id="5" name="text-2">
            <a:extLst xmlns:a="http://schemas.openxmlformats.org/drawingml/2006/main">
              <a:ext uri="{FF2B5EF4-FFF2-40B4-BE49-F238E27FC236}">
                <a16:creationId xmlns:a16="http://schemas.microsoft.com/office/drawing/2014/main" id="{08EB16C2-8F80-41A4-B8AD-21574CBA14E8}"/>
              </a:ext>
            </a:extLst>
          </p:cNvPr>
          <p:cNvSpPr>
            <a:spLocks xmlns:a="http://schemas.openxmlformats.org/drawingml/2006/main" noGrp="1"/>
          </p:cNvSpPr>
          <p:nvPr/>
        </p:nvSpPr>
        <p:spPr>
          <a:xfrm xmlns:a="http://schemas.openxmlformats.org/drawingml/2006/main">
            <a:off x="813816" y="5010912"/>
            <a:ext cx="10524744" cy="8686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2000" b="0">
                <a:solidFill>
                  <a:srgbClr val="243746"/>
                </a:solidFill>
                <a:latin typeface="Noto Sans CJK SC"/>
                <a:ea typeface="Noto Sans CJK SC"/>
                <a:cs typeface="Noto Sans CJK SC"/>
              </a:defRPr>
            </a:defPPr>
          </a:lstStyle>
          <a:p xmlns:a="http://schemas.openxmlformats.org/drawingml/2006/main">
            <a:pPr algn="l">
              <a:lnSpc>
                <a:spcPct val="103000"/>
              </a:lnSpc>
              <a:buNone/>
              <a:defRPr sz="2000" b="0">
                <a:solidFill>
                  <a:srgbClr val="243746"/>
                </a:solidFill>
                <a:latin typeface="Noto Sans CJK SC"/>
                <a:ea typeface="Noto Sans CJK SC"/>
                <a:cs typeface="Noto Sans CJK SC"/>
              </a:defRPr>
            </a:pPr>
            <a:r>
              <a:rPr sz="2000" b="0">
                <a:solidFill>
                  <a:srgbClr val="243746"/>
                </a:solidFill>
                <a:latin typeface="Noto Sans CJK SC"/>
                <a:ea typeface="Noto Sans CJK SC"/>
                <a:cs typeface="Noto Sans CJK SC"/>
              </a:rPr>
              <a:t>固定 Aᵢ：降低 αᵢ 必须增加 βᵢ，反之亦然。</a:t>
            </a:r>
          </a:p>
          <a:p xmlns:a="http://schemas.openxmlformats.org/drawingml/2006/main">
            <a:pPr algn="l">
              <a:lnSpc>
                <a:spcPct val="103000"/>
              </a:lnSpc>
              <a:buNone/>
              <a:defRPr sz="2000" b="0">
                <a:solidFill>
                  <a:srgbClr val="243746"/>
                </a:solidFill>
                <a:latin typeface="Noto Sans CJK SC"/>
                <a:ea typeface="Noto Sans CJK SC"/>
                <a:cs typeface="Noto Sans CJK SC"/>
              </a:defRPr>
            </a:pPr>
            <a:r>
              <a:rPr sz="2000" b="0">
                <a:solidFill>
                  <a:srgbClr val="243746"/>
                </a:solidFill>
                <a:latin typeface="Noto Sans CJK SC"/>
                <a:ea typeface="Noto Sans CJK SC"/>
                <a:cs typeface="Noto Sans CJK SC"/>
              </a:rPr>
              <a:t>有效审计的正式约束：Aᵢ ≥ e。</a:t>
            </a:r>
          </a:p>
        </p:txBody>
      </p:sp>
      <p:sp>
        <p:nvSpPr>
          <p:cNvPr id="6" name="source-footer">
            <a:extLst xmlns:a="http://schemas.openxmlformats.org/drawingml/2006/main">
              <a:ext uri="{FF2B5EF4-FFF2-40B4-BE49-F238E27FC236}">
                <a16:creationId xmlns:a16="http://schemas.microsoft.com/office/drawing/2014/main" id="{BA9685B9-B3AC-4C95-A0C5-859A8DDCDF6E}"/>
              </a:ext>
            </a:extLst>
          </p:cNvPr>
          <p:cNvSpPr>
            <a:spLocks xmlns:a="http://schemas.openxmlformats.org/drawingml/2006/main" noGrp="1"/>
          </p:cNvSpPr>
          <p:nvPr/>
        </p:nvSpPr>
        <p:spPr>
          <a:xfrm xmlns:a="http://schemas.openxmlformats.org/drawingml/2006/main">
            <a:off x="676656" y="6492240"/>
            <a:ext cx="10442448"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1040" b="0">
                <a:solidFill>
                  <a:srgbClr val="627281"/>
                </a:solidFill>
                <a:latin typeface="Noto Sans CJK SC"/>
                <a:ea typeface="Noto Sans CJK SC"/>
                <a:cs typeface="Noto Sans CJK SC"/>
              </a:defRPr>
            </a:defPPr>
          </a:lstStyle>
          <a:p xmlns:a="http://schemas.openxmlformats.org/drawingml/2006/main">
            <a:pPr algn="l">
              <a:lnSpc>
                <a:spcPct val="103000"/>
              </a:lnSpc>
              <a:buNone/>
              <a:defRPr sz="1040" b="0">
                <a:solidFill>
                  <a:srgbClr val="627281"/>
                </a:solidFill>
                <a:latin typeface="Noto Sans CJK SC"/>
                <a:ea typeface="Noto Sans CJK SC"/>
                <a:cs typeface="Noto Sans CJK SC"/>
              </a:defRPr>
            </a:pPr>
            <a:r>
              <a:rPr sz="1040" b="0">
                <a:solidFill>
                  <a:srgbClr val="627281"/>
                </a:solidFill>
                <a:latin typeface="Noto Sans CJK SC"/>
                <a:ea typeface="Noto Sans CJK SC"/>
                <a:cs typeface="Noto Sans CJK SC"/>
              </a:rPr>
              <a:t>§3，p. 5</a:t>
            </a:r>
          </a:p>
        </p:txBody>
      </p:sp>
      <p:sp>
        <p:nvSpPr>
          <p:cNvPr id="7" name="page-number">
            <a:extLst xmlns:a="http://schemas.openxmlformats.org/drawingml/2006/main">
              <a:ext uri="{FF2B5EF4-FFF2-40B4-BE49-F238E27FC236}">
                <a16:creationId xmlns:a16="http://schemas.microsoft.com/office/drawing/2014/main" id="{2E7F4210-5946-4067-AB92-81131B907580}"/>
              </a:ext>
            </a:extLst>
          </p:cNvPr>
          <p:cNvSpPr>
            <a:spLocks xmlns:a="http://schemas.openxmlformats.org/drawingml/2006/main" noGrp="1"/>
          </p:cNvSpPr>
          <p:nvPr/>
        </p:nvSpPr>
        <p:spPr>
          <a:xfrm xmlns:a="http://schemas.openxmlformats.org/drawingml/2006/main">
            <a:off x="11000232" y="6492240"/>
            <a:ext cx="502920"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r">
              <a:defRPr sz="1050" b="0">
                <a:solidFill>
                  <a:srgbClr val="587C95"/>
                </a:solidFill>
                <a:latin typeface="Noto Sans CJK SC"/>
                <a:ea typeface="Noto Sans CJK SC"/>
                <a:cs typeface="Noto Sans CJK SC"/>
              </a:defRPr>
            </a:defPPr>
          </a:lstStyle>
          <a:p xmlns:a="http://schemas.openxmlformats.org/drawingml/2006/main">
            <a:pPr algn="r">
              <a:lnSpc>
                <a:spcPct val="103000"/>
              </a:lnSpc>
              <a:buNone/>
              <a:defRPr sz="1050" b="0">
                <a:solidFill>
                  <a:srgbClr val="587C95"/>
                </a:solidFill>
                <a:latin typeface="Noto Sans CJK SC"/>
                <a:ea typeface="Noto Sans CJK SC"/>
                <a:cs typeface="Noto Sans CJK SC"/>
              </a:defRPr>
            </a:pPr>
            <a:r>
              <a:rPr sz="1050" b="0">
                <a:solidFill>
                  <a:srgbClr val="587C95"/>
                </a:solidFill>
                <a:latin typeface="Noto Sans CJK SC"/>
                <a:ea typeface="Noto Sans CJK SC"/>
                <a:cs typeface="Noto Sans CJK SC"/>
              </a:rPr>
              <a:t>09</a:t>
            </a:r>
          </a:p>
        </p:txBody>
      </p:sp>
    </p:spTree>
    <p:extLst>
      <p:ext uri="{BB962C8B-B14F-4D97-AF65-F5344CB8AC3E}">
        <p14:creationId xmlns:p14="http://schemas.microsoft.com/office/powerpoint/2010/main" val="1934393405"/>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9" name="section-heading">
            <a:extLst xmlns:a="http://schemas.openxmlformats.org/drawingml/2006/main">
              <a:ext uri="{FF2B5EF4-FFF2-40B4-BE49-F238E27FC236}">
                <a16:creationId xmlns:a16="http://schemas.microsoft.com/office/drawing/2014/main" id="{1FC9D284-7A29-4F1A-8F16-D97AC0DF3B93}"/>
              </a:ext>
            </a:extLst>
          </p:cNvPr>
          <p:cNvSpPr>
            <a:spLocks xmlns:a="http://schemas.openxmlformats.org/drawingml/2006/main" noGrp="1"/>
          </p:cNvSpPr>
          <p:nvPr/>
        </p:nvSpPr>
        <p:spPr>
          <a:xfrm xmlns:a="http://schemas.openxmlformats.org/drawingml/2006/main">
            <a:off x="1499616" y="630936"/>
            <a:ext cx="9784080" cy="5486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2700" b="1">
                <a:solidFill>
                  <a:srgbClr val="243746"/>
                </a:solidFill>
                <a:latin typeface="Noto Sans CJK SC"/>
                <a:ea typeface="Noto Sans CJK SC"/>
                <a:cs typeface="Noto Sans CJK SC"/>
              </a:defRPr>
            </a:defPPr>
          </a:lstStyle>
          <a:p xmlns:a="http://schemas.openxmlformats.org/drawingml/2006/main">
            <a:pPr algn="l">
              <a:lnSpc>
                <a:spcPct val="103000"/>
              </a:lnSpc>
              <a:buNone/>
              <a:defRPr sz="2700" b="1">
                <a:solidFill>
                  <a:srgbClr val="243746"/>
                </a:solidFill>
                <a:latin typeface="Noto Sans CJK SC"/>
                <a:ea typeface="Noto Sans CJK SC"/>
                <a:cs typeface="Noto Sans CJK SC"/>
              </a:defRPr>
            </a:pPr>
            <a:r>
              <a:rPr sz="2700" b="1">
                <a:solidFill>
                  <a:srgbClr val="243746"/>
                </a:solidFill>
                <a:latin typeface="Noto Sans CJK SC"/>
                <a:ea typeface="Noto Sans CJK SC"/>
                <a:cs typeface="Noto Sans CJK SC"/>
              </a:rPr>
              <a:t>四、模型构建</a:t>
            </a:r>
          </a:p>
        </p:txBody>
      </p:sp>
      <p:sp>
        <p:nvSpPr>
          <p:cNvPr id="2" name="slide-topic">
            <a:extLst xmlns:a="http://schemas.openxmlformats.org/drawingml/2006/main">
              <a:ext uri="{FF2B5EF4-FFF2-40B4-BE49-F238E27FC236}">
                <a16:creationId xmlns:a16="http://schemas.microsoft.com/office/drawing/2014/main" id="{CE418130-8F00-4B9B-A20C-CC8A9AA926E6}"/>
              </a:ext>
            </a:extLst>
          </p:cNvPr>
          <p:cNvSpPr>
            <a:spLocks xmlns:a="http://schemas.openxmlformats.org/drawingml/2006/main" noGrp="1"/>
          </p:cNvSpPr>
          <p:nvPr/>
        </p:nvSpPr>
        <p:spPr>
          <a:xfrm xmlns:a="http://schemas.openxmlformats.org/drawingml/2006/main">
            <a:off x="658368" y="1709928"/>
            <a:ext cx="10881360" cy="5486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2400" b="1">
                <a:solidFill>
                  <a:srgbClr val="243746"/>
                </a:solidFill>
                <a:latin typeface="Noto Sans CJK SC"/>
                <a:ea typeface="Noto Sans CJK SC"/>
                <a:cs typeface="Noto Sans CJK SC"/>
              </a:defRPr>
            </a:defPPr>
          </a:lstStyle>
          <a:p xmlns:a="http://schemas.openxmlformats.org/drawingml/2006/main">
            <a:pPr algn="l">
              <a:lnSpc>
                <a:spcPct val="103000"/>
              </a:lnSpc>
              <a:buNone/>
              <a:defRPr sz="2400" b="1">
                <a:solidFill>
                  <a:srgbClr val="243746"/>
                </a:solidFill>
                <a:latin typeface="Noto Sans CJK SC"/>
                <a:ea typeface="Noto Sans CJK SC"/>
                <a:cs typeface="Noto Sans CJK SC"/>
              </a:defRPr>
            </a:pPr>
            <a:r>
              <a:rPr sz="2400" b="1">
                <a:solidFill>
                  <a:srgbClr val="243746"/>
                </a:solidFill>
                <a:latin typeface="Noto Sans CJK SC"/>
                <a:ea typeface="Noto Sans CJK SC"/>
                <a:cs typeface="Noto Sans CJK SC"/>
              </a:rPr>
              <a:t>审计成本与实现状态利润</a:t>
            </a:r>
          </a:p>
        </p:txBody>
      </p:sp>
      <p:pic>
        <p:nvPicPr>
          <p:cNvPr id="3" name="">
            <a:extLst xmlns:a="http://schemas.openxmlformats.org/drawingml/2006/main">
              <a:ext uri="{FF2B5EF4-FFF2-40B4-BE49-F238E27FC236}">
                <a16:creationId xmlns:a16="http://schemas.microsoft.com/office/drawing/2014/main" id="{0D24414F-DBB3-4F9D-B6CD-5BB2AFF18B51}"/>
              </a:ext>
            </a:extLst>
          </p:cNvPr>
          <p:cNvPicPr>
            <a:picLocks xmlns:a="http://schemas.openxmlformats.org/drawingml/2006/main" noChangeAspect="1"/>
          </p:cNvPicPr>
          <p:nvPr/>
        </p:nvPicPr>
        <p:blipFill>
          <a:blip xmlns:r="http://schemas.openxmlformats.org/officeDocument/2006/relationships" xmlns:a="http://schemas.openxmlformats.org/drawingml/2006/main" r:embed="R2340d267e9a84eb2"/>
          <a:stretch xmlns:a="http://schemas.openxmlformats.org/drawingml/2006/main"/>
        </p:blipFill>
        <p:spPr>
          <a:xfrm xmlns:a="http://schemas.openxmlformats.org/drawingml/2006/main">
            <a:off x="3566452" y="2432304"/>
            <a:ext cx="5065192" cy="676656"/>
          </a:xfrm>
          <a:prstGeom xmlns:a="http://schemas.openxmlformats.org/drawingml/2006/main" prst="rect">
            <a:avLst/>
          </a:prstGeom>
        </p:spPr>
      </p:pic>
      <p:pic>
        <p:nvPicPr>
          <p:cNvPr id="4" name="">
            <a:extLst xmlns:a="http://schemas.openxmlformats.org/drawingml/2006/main">
              <a:ext uri="{FF2B5EF4-FFF2-40B4-BE49-F238E27FC236}">
                <a16:creationId xmlns:a16="http://schemas.microsoft.com/office/drawing/2014/main" id="{B7B42BE9-D20D-4371-9338-E61F04CAC5BD}"/>
              </a:ext>
            </a:extLst>
          </p:cNvPr>
          <p:cNvPicPr>
            <a:picLocks xmlns:a="http://schemas.openxmlformats.org/drawingml/2006/main" noChangeAspect="1"/>
          </p:cNvPicPr>
          <p:nvPr/>
        </p:nvPicPr>
        <p:blipFill>
          <a:blip xmlns:r="http://schemas.openxmlformats.org/officeDocument/2006/relationships" xmlns:a="http://schemas.openxmlformats.org/drawingml/2006/main" r:embed="R82239442d9b44ff7"/>
          <a:stretch xmlns:a="http://schemas.openxmlformats.org/drawingml/2006/main"/>
        </p:blipFill>
        <p:spPr>
          <a:xfrm xmlns:a="http://schemas.openxmlformats.org/drawingml/2006/main">
            <a:off x="2327704" y="3538728"/>
            <a:ext cx="7542689" cy="704088"/>
          </a:xfrm>
          <a:prstGeom xmlns:a="http://schemas.openxmlformats.org/drawingml/2006/main" prst="rect">
            <a:avLst/>
          </a:prstGeom>
        </p:spPr>
      </p:pic>
      <p:sp>
        <p:nvSpPr>
          <p:cNvPr id="5" name="text-2">
            <a:extLst xmlns:a="http://schemas.openxmlformats.org/drawingml/2006/main">
              <a:ext uri="{FF2B5EF4-FFF2-40B4-BE49-F238E27FC236}">
                <a16:creationId xmlns:a16="http://schemas.microsoft.com/office/drawing/2014/main" id="{8664C35D-AD02-4AA8-B345-ACA106BF563C}"/>
              </a:ext>
            </a:extLst>
          </p:cNvPr>
          <p:cNvSpPr>
            <a:spLocks xmlns:a="http://schemas.openxmlformats.org/drawingml/2006/main" noGrp="1"/>
          </p:cNvSpPr>
          <p:nvPr/>
        </p:nvSpPr>
        <p:spPr>
          <a:xfrm xmlns:a="http://schemas.openxmlformats.org/drawingml/2006/main">
            <a:off x="795528" y="4544568"/>
            <a:ext cx="10543032" cy="11887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2000" b="0">
                <a:solidFill>
                  <a:srgbClr val="243746"/>
                </a:solidFill>
                <a:latin typeface="Noto Sans CJK SC"/>
                <a:ea typeface="Noto Sans CJK SC"/>
                <a:cs typeface="Noto Sans CJK SC"/>
              </a:defRPr>
            </a:defPPr>
          </a:lstStyle>
          <a:p xmlns:a="http://schemas.openxmlformats.org/drawingml/2006/main">
            <a:pPr algn="l">
              <a:lnSpc>
                <a:spcPct val="103000"/>
              </a:lnSpc>
              <a:buNone/>
              <a:defRPr sz="2000" b="0">
                <a:solidFill>
                  <a:srgbClr val="243746"/>
                </a:solidFill>
                <a:latin typeface="Noto Sans CJK SC"/>
                <a:ea typeface="Noto Sans CJK SC"/>
                <a:cs typeface="Noto Sans CJK SC"/>
              </a:defRPr>
            </a:pPr>
            <a:r>
              <a:rPr sz="2000" b="0">
                <a:solidFill>
                  <a:srgbClr val="243746"/>
                </a:solidFill>
                <a:latin typeface="Noto Sans CJK SC"/>
                <a:ea typeface="Noto Sans CJK SC"/>
                <a:cs typeface="Noto Sans CJK SC"/>
              </a:rPr>
              <a:t>ns、nr：被替换与整改的供应商数量。</a:t>
            </a:r>
          </a:p>
          <a:p xmlns:a="http://schemas.openxmlformats.org/drawingml/2006/main">
            <a:pPr algn="l">
              <a:lnSpc>
                <a:spcPct val="103000"/>
              </a:lnSpc>
              <a:buNone/>
              <a:defRPr sz="2000" b="0">
                <a:solidFill>
                  <a:srgbClr val="243746"/>
                </a:solidFill>
                <a:latin typeface="Noto Sans CJK SC"/>
                <a:ea typeface="Noto Sans CJK SC"/>
                <a:cs typeface="Noto Sans CJK SC"/>
              </a:defRPr>
            </a:pPr>
            <a:r>
              <a:rPr sz="2000" b="0">
                <a:solidFill>
                  <a:srgbClr val="243746"/>
                </a:solidFill>
                <a:latin typeface="Noto Sans CJK SC"/>
                <a:ea typeface="Noto Sans CJK SC"/>
                <a:cs typeface="Noto Sans CJK SC"/>
              </a:rPr>
              <a:t>nα、nβ：第一类与第二类损害实际发生次数。</a:t>
            </a:r>
          </a:p>
          <a:p xmlns:a="http://schemas.openxmlformats.org/drawingml/2006/main">
            <a:pPr algn="l">
              <a:lnSpc>
                <a:spcPct val="103000"/>
              </a:lnSpc>
              <a:buNone/>
              <a:defRPr sz="2000" b="0">
                <a:solidFill>
                  <a:srgbClr val="243746"/>
                </a:solidFill>
                <a:latin typeface="Noto Sans CJK SC"/>
                <a:ea typeface="Noto Sans CJK SC"/>
                <a:cs typeface="Noto Sans CJK SC"/>
              </a:defRPr>
            </a:pPr>
            <a:r>
              <a:rPr sz="2000" b="0">
                <a:solidFill>
                  <a:srgbClr val="243746"/>
                </a:solidFill>
                <a:latin typeface="Noto Sans CJK SC"/>
                <a:ea typeface="Noto Sans CJK SC"/>
                <a:cs typeface="Noto Sans CJK SC"/>
              </a:rPr>
              <a:t>期望损害：Dα = rαD̃α，Dβ = rβD̃β。</a:t>
            </a:r>
          </a:p>
        </p:txBody>
      </p:sp>
      <p:sp>
        <p:nvSpPr>
          <p:cNvPr id="6" name="text-3">
            <a:extLst xmlns:a="http://schemas.openxmlformats.org/drawingml/2006/main">
              <a:ext uri="{FF2B5EF4-FFF2-40B4-BE49-F238E27FC236}">
                <a16:creationId xmlns:a16="http://schemas.microsoft.com/office/drawing/2014/main" id="{52EBD770-62ED-4F0E-881D-A2CD140A2276}"/>
              </a:ext>
            </a:extLst>
          </p:cNvPr>
          <p:cNvSpPr>
            <a:spLocks xmlns:a="http://schemas.openxmlformats.org/drawingml/2006/main" noGrp="1"/>
          </p:cNvSpPr>
          <p:nvPr/>
        </p:nvSpPr>
        <p:spPr>
          <a:xfrm xmlns:a="http://schemas.openxmlformats.org/drawingml/2006/main">
            <a:off x="731520" y="5907024"/>
            <a:ext cx="10725912" cy="4754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1800" b="1">
                <a:solidFill>
                  <a:srgbClr val="587C95"/>
                </a:solidFill>
                <a:latin typeface="Noto Sans CJK SC"/>
                <a:ea typeface="Noto Sans CJK SC"/>
                <a:cs typeface="Noto Sans CJK SC"/>
              </a:defRPr>
            </a:defPPr>
          </a:lstStyle>
          <a:p xmlns:a="http://schemas.openxmlformats.org/drawingml/2006/main">
            <a:pPr algn="l">
              <a:lnSpc>
                <a:spcPct val="103000"/>
              </a:lnSpc>
              <a:buNone/>
              <a:defRPr sz="1800" b="1">
                <a:solidFill>
                  <a:srgbClr val="587C95"/>
                </a:solidFill>
                <a:latin typeface="Noto Sans CJK SC"/>
                <a:ea typeface="Noto Sans CJK SC"/>
                <a:cs typeface="Noto Sans CJK SC"/>
              </a:defRPr>
            </a:pPr>
            <a:r>
              <a:rPr sz="1800" b="1">
                <a:solidFill>
                  <a:srgbClr val="587C95"/>
                </a:solidFill>
                <a:latin typeface="Noto Sans CJK SC"/>
                <a:ea typeface="Noto Sans CJK SC"/>
                <a:cs typeface="Noto Sans CJK SC"/>
              </a:rPr>
              <a:t>基准审计成本只约束预算；净利润减去审计成本的情形在拓展 2 讨论。</a:t>
            </a:r>
          </a:p>
        </p:txBody>
      </p:sp>
      <p:sp>
        <p:nvSpPr>
          <p:cNvPr id="7" name="source-footer">
            <a:extLst xmlns:a="http://schemas.openxmlformats.org/drawingml/2006/main">
              <a:ext uri="{FF2B5EF4-FFF2-40B4-BE49-F238E27FC236}">
                <a16:creationId xmlns:a16="http://schemas.microsoft.com/office/drawing/2014/main" id="{960AB84F-CD00-4DEB-844F-CF15BFB92F17}"/>
              </a:ext>
            </a:extLst>
          </p:cNvPr>
          <p:cNvSpPr>
            <a:spLocks xmlns:a="http://schemas.openxmlformats.org/drawingml/2006/main" noGrp="1"/>
          </p:cNvSpPr>
          <p:nvPr/>
        </p:nvSpPr>
        <p:spPr>
          <a:xfrm xmlns:a="http://schemas.openxmlformats.org/drawingml/2006/main">
            <a:off x="676656" y="6492240"/>
            <a:ext cx="10442448"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1040" b="0">
                <a:solidFill>
                  <a:srgbClr val="627281"/>
                </a:solidFill>
                <a:latin typeface="Noto Sans CJK SC"/>
                <a:ea typeface="Noto Sans CJK SC"/>
                <a:cs typeface="Noto Sans CJK SC"/>
              </a:defRPr>
            </a:defPPr>
          </a:lstStyle>
          <a:p xmlns:a="http://schemas.openxmlformats.org/drawingml/2006/main">
            <a:pPr algn="l">
              <a:lnSpc>
                <a:spcPct val="103000"/>
              </a:lnSpc>
              <a:buNone/>
              <a:defRPr sz="1040" b="0">
                <a:solidFill>
                  <a:srgbClr val="627281"/>
                </a:solidFill>
                <a:latin typeface="Noto Sans CJK SC"/>
                <a:ea typeface="Noto Sans CJK SC"/>
                <a:cs typeface="Noto Sans CJK SC"/>
              </a:defRPr>
            </a:pPr>
            <a:r>
              <a:rPr sz="1040" b="0">
                <a:solidFill>
                  <a:srgbClr val="627281"/>
                </a:solidFill>
                <a:latin typeface="Noto Sans CJK SC"/>
                <a:ea typeface="Noto Sans CJK SC"/>
                <a:cs typeface="Noto Sans CJK SC"/>
              </a:rPr>
              <a:t>§3，eq. (1)，pp. 5–6</a:t>
            </a:r>
          </a:p>
        </p:txBody>
      </p:sp>
      <p:sp>
        <p:nvSpPr>
          <p:cNvPr id="8" name="page-number">
            <a:extLst xmlns:a="http://schemas.openxmlformats.org/drawingml/2006/main">
              <a:ext uri="{FF2B5EF4-FFF2-40B4-BE49-F238E27FC236}">
                <a16:creationId xmlns:a16="http://schemas.microsoft.com/office/drawing/2014/main" id="{6535B8EB-734A-4CA8-9C94-936941CE5396}"/>
              </a:ext>
            </a:extLst>
          </p:cNvPr>
          <p:cNvSpPr>
            <a:spLocks xmlns:a="http://schemas.openxmlformats.org/drawingml/2006/main" noGrp="1"/>
          </p:cNvSpPr>
          <p:nvPr/>
        </p:nvSpPr>
        <p:spPr>
          <a:xfrm xmlns:a="http://schemas.openxmlformats.org/drawingml/2006/main">
            <a:off x="11000232" y="6492240"/>
            <a:ext cx="502920"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r">
              <a:defRPr sz="1050" b="0">
                <a:solidFill>
                  <a:srgbClr val="587C95"/>
                </a:solidFill>
                <a:latin typeface="Noto Sans CJK SC"/>
                <a:ea typeface="Noto Sans CJK SC"/>
                <a:cs typeface="Noto Sans CJK SC"/>
              </a:defRPr>
            </a:defPPr>
          </a:lstStyle>
          <a:p xmlns:a="http://schemas.openxmlformats.org/drawingml/2006/main">
            <a:pPr algn="r">
              <a:lnSpc>
                <a:spcPct val="103000"/>
              </a:lnSpc>
              <a:buNone/>
              <a:defRPr sz="1050" b="0">
                <a:solidFill>
                  <a:srgbClr val="587C95"/>
                </a:solidFill>
                <a:latin typeface="Noto Sans CJK SC"/>
                <a:ea typeface="Noto Sans CJK SC"/>
                <a:cs typeface="Noto Sans CJK SC"/>
              </a:defRPr>
            </a:pPr>
            <a:r>
              <a:rPr sz="1050" b="0">
                <a:solidFill>
                  <a:srgbClr val="587C95"/>
                </a:solidFill>
                <a:latin typeface="Noto Sans CJK SC"/>
                <a:ea typeface="Noto Sans CJK SC"/>
                <a:cs typeface="Noto Sans CJK SC"/>
              </a:rPr>
              <a:t>10</a:t>
            </a:r>
          </a:p>
        </p:txBody>
      </p:sp>
    </p:spTree>
    <p:extLst>
      <p:ext uri="{BB962C8B-B14F-4D97-AF65-F5344CB8AC3E}">
        <p14:creationId xmlns:p14="http://schemas.microsoft.com/office/powerpoint/2010/main" val="58915185"/>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7" name="section-heading">
            <a:extLst xmlns:a="http://schemas.openxmlformats.org/drawingml/2006/main">
              <a:ext uri="{FF2B5EF4-FFF2-40B4-BE49-F238E27FC236}">
                <a16:creationId xmlns:a16="http://schemas.microsoft.com/office/drawing/2014/main" id="{24474771-40E6-495D-BBFF-2D3CA0F701D5}"/>
              </a:ext>
            </a:extLst>
          </p:cNvPr>
          <p:cNvSpPr>
            <a:spLocks xmlns:a="http://schemas.openxmlformats.org/drawingml/2006/main" noGrp="1"/>
          </p:cNvSpPr>
          <p:nvPr/>
        </p:nvSpPr>
        <p:spPr>
          <a:xfrm xmlns:a="http://schemas.openxmlformats.org/drawingml/2006/main">
            <a:off x="1499616" y="630936"/>
            <a:ext cx="9784080" cy="5486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2700" b="1">
                <a:solidFill>
                  <a:srgbClr val="243746"/>
                </a:solidFill>
                <a:latin typeface="Noto Sans CJK SC"/>
                <a:ea typeface="Noto Sans CJK SC"/>
                <a:cs typeface="Noto Sans CJK SC"/>
              </a:defRPr>
            </a:defPPr>
          </a:lstStyle>
          <a:p xmlns:a="http://schemas.openxmlformats.org/drawingml/2006/main">
            <a:pPr algn="l">
              <a:lnSpc>
                <a:spcPct val="103000"/>
              </a:lnSpc>
              <a:buNone/>
              <a:defRPr sz="2700" b="1">
                <a:solidFill>
                  <a:srgbClr val="243746"/>
                </a:solidFill>
                <a:latin typeface="Noto Sans CJK SC"/>
                <a:ea typeface="Noto Sans CJK SC"/>
                <a:cs typeface="Noto Sans CJK SC"/>
              </a:defRPr>
            </a:pPr>
            <a:r>
              <a:rPr sz="2700" b="1">
                <a:solidFill>
                  <a:srgbClr val="243746"/>
                </a:solidFill>
                <a:latin typeface="Noto Sans CJK SC"/>
                <a:ea typeface="Noto Sans CJK SC"/>
                <a:cs typeface="Noto Sans CJK SC"/>
              </a:rPr>
              <a:t>四、模型构建</a:t>
            </a:r>
          </a:p>
        </p:txBody>
      </p:sp>
      <p:sp>
        <p:nvSpPr>
          <p:cNvPr id="2" name="slide-topic">
            <a:extLst xmlns:a="http://schemas.openxmlformats.org/drawingml/2006/main">
              <a:ext uri="{FF2B5EF4-FFF2-40B4-BE49-F238E27FC236}">
                <a16:creationId xmlns:a16="http://schemas.microsoft.com/office/drawing/2014/main" id="{59E794F5-0670-4779-903F-A5CE031FD0C6}"/>
              </a:ext>
            </a:extLst>
          </p:cNvPr>
          <p:cNvSpPr>
            <a:spLocks xmlns:a="http://schemas.openxmlformats.org/drawingml/2006/main" noGrp="1"/>
          </p:cNvSpPr>
          <p:nvPr/>
        </p:nvSpPr>
        <p:spPr>
          <a:xfrm xmlns:a="http://schemas.openxmlformats.org/drawingml/2006/main">
            <a:off x="658368" y="1709928"/>
            <a:ext cx="10881360" cy="5486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2400" b="1">
                <a:solidFill>
                  <a:srgbClr val="243746"/>
                </a:solidFill>
                <a:latin typeface="Noto Sans CJK SC"/>
                <a:ea typeface="Noto Sans CJK SC"/>
                <a:cs typeface="Noto Sans CJK SC"/>
              </a:defRPr>
            </a:defPPr>
          </a:lstStyle>
          <a:p xmlns:a="http://schemas.openxmlformats.org/drawingml/2006/main">
            <a:pPr algn="l">
              <a:lnSpc>
                <a:spcPct val="103000"/>
              </a:lnSpc>
              <a:buNone/>
              <a:defRPr sz="2400" b="1">
                <a:solidFill>
                  <a:srgbClr val="243746"/>
                </a:solidFill>
                <a:latin typeface="Noto Sans CJK SC"/>
                <a:ea typeface="Noto Sans CJK SC"/>
                <a:cs typeface="Noto Sans CJK SC"/>
              </a:defRPr>
            </a:pPr>
            <a:r>
              <a:rPr sz="2400" b="1">
                <a:solidFill>
                  <a:srgbClr val="243746"/>
                </a:solidFill>
                <a:latin typeface="Noto Sans CJK SC"/>
                <a:ea typeface="Noto Sans CJK SC"/>
                <a:cs typeface="Noto Sans CJK SC"/>
              </a:rPr>
              <a:t>事件顺序与后向归纳</a:t>
            </a:r>
          </a:p>
        </p:txBody>
      </p:sp>
      <p:pic>
        <p:nvPicPr>
          <p:cNvPr id="3" name="">
            <a:extLst xmlns:a="http://schemas.openxmlformats.org/drawingml/2006/main">
              <a:ext uri="{FF2B5EF4-FFF2-40B4-BE49-F238E27FC236}">
                <a16:creationId xmlns:a16="http://schemas.microsoft.com/office/drawing/2014/main" id="{6C0CBEE4-59C2-43B1-9462-5A9E7B43180B}"/>
              </a:ext>
            </a:extLst>
          </p:cNvPr>
          <p:cNvPicPr>
            <a:picLocks xmlns:a="http://schemas.openxmlformats.org/drawingml/2006/main" noChangeAspect="1"/>
          </p:cNvPicPr>
          <p:nvPr/>
        </p:nvPicPr>
        <p:blipFill>
          <a:blip xmlns:r="http://schemas.openxmlformats.org/officeDocument/2006/relationships" xmlns:a="http://schemas.openxmlformats.org/drawingml/2006/main" r:embed="Rdc737234f9c74667"/>
          <a:stretch xmlns:a="http://schemas.openxmlformats.org/drawingml/2006/main"/>
        </p:blipFill>
        <p:spPr>
          <a:xfrm xmlns:a="http://schemas.openxmlformats.org/drawingml/2006/main">
            <a:off x="941419" y="2340864"/>
            <a:ext cx="6904545" cy="3794760"/>
          </a:xfrm>
          <a:prstGeom xmlns:a="http://schemas.openxmlformats.org/drawingml/2006/main" prst="rect">
            <a:avLst/>
          </a:prstGeom>
        </p:spPr>
      </p:pic>
      <p:sp>
        <p:nvSpPr>
          <p:cNvPr id="4" name="text-2">
            <a:extLst xmlns:a="http://schemas.openxmlformats.org/drawingml/2006/main">
              <a:ext uri="{FF2B5EF4-FFF2-40B4-BE49-F238E27FC236}">
                <a16:creationId xmlns:a16="http://schemas.microsoft.com/office/drawing/2014/main" id="{086DE8F2-FB86-4568-9164-BD984EE39610}"/>
              </a:ext>
            </a:extLst>
          </p:cNvPr>
          <p:cNvSpPr>
            <a:spLocks xmlns:a="http://schemas.openxmlformats.org/drawingml/2006/main" noGrp="1"/>
          </p:cNvSpPr>
          <p:nvPr/>
        </p:nvSpPr>
        <p:spPr>
          <a:xfrm xmlns:a="http://schemas.openxmlformats.org/drawingml/2006/main">
            <a:off x="8339328" y="2514600"/>
            <a:ext cx="3127248" cy="360273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1900" b="0">
                <a:solidFill>
                  <a:srgbClr val="243746"/>
                </a:solidFill>
                <a:latin typeface="Noto Sans CJK SC"/>
                <a:ea typeface="Noto Sans CJK SC"/>
                <a:cs typeface="Noto Sans CJK SC"/>
              </a:defRPr>
            </a:defPPr>
          </a:lstStyle>
          <a:p xmlns:a="http://schemas.openxmlformats.org/drawingml/2006/main">
            <a:pPr algn="l">
              <a:lnSpc>
                <a:spcPct val="103000"/>
              </a:lnSpc>
              <a:buNone/>
              <a:defRPr sz="1900" b="0">
                <a:solidFill>
                  <a:srgbClr val="243746"/>
                </a:solidFill>
                <a:latin typeface="Noto Sans CJK SC"/>
                <a:ea typeface="Noto Sans CJK SC"/>
                <a:cs typeface="Noto Sans CJK SC"/>
              </a:defRPr>
            </a:pPr>
            <a:r>
              <a:rPr sz="1900" b="0">
                <a:solidFill>
                  <a:srgbClr val="243746"/>
                </a:solidFill>
                <a:latin typeface="Noto Sans CJK SC"/>
                <a:ea typeface="Noto Sans CJK SC"/>
                <a:cs typeface="Noto Sans CJK SC"/>
              </a:rPr>
              <a:t>1  审计</a:t>
            </a:r>
          </a:p>
          <a:p xmlns:a="http://schemas.openxmlformats.org/drawingml/2006/main">
            <a:pPr algn="l">
              <a:lnSpc>
                <a:spcPct val="103000"/>
              </a:lnSpc>
              <a:buNone/>
              <a:defRPr sz="1900" b="0">
                <a:solidFill>
                  <a:srgbClr val="243746"/>
                </a:solidFill>
                <a:latin typeface="Noto Sans CJK SC"/>
                <a:ea typeface="Noto Sans CJK SC"/>
                <a:cs typeface="Noto Sans CJK SC"/>
              </a:defRPr>
            </a:pPr>
            <a:r>
              <a:rPr sz="1900" b="0">
                <a:solidFill>
                  <a:srgbClr val="243746"/>
                </a:solidFill>
                <a:latin typeface="Noto Sans CJK SC"/>
                <a:ea typeface="Noto Sans CJK SC"/>
                <a:cs typeface="Noto Sans CJK SC"/>
              </a:rPr>
              <a:t>选择 xᵢ、αᵢ、βᵢ。</a:t>
            </a:r>
          </a:p>
          <a:p xmlns:a="http://schemas.openxmlformats.org/drawingml/2006/main">
            <a:pPr algn="l">
              <a:lnSpc>
                <a:spcPct val="103000"/>
              </a:lnSpc>
              <a:buNone/>
              <a:defRPr sz="1900" b="0">
                <a:solidFill>
                  <a:srgbClr val="243746"/>
                </a:solidFill>
                <a:latin typeface="Noto Sans CJK SC"/>
                <a:ea typeface="Noto Sans CJK SC"/>
                <a:cs typeface="Noto Sans CJK SC"/>
              </a:defRPr>
            </a:pPr>
            <a:r>
              <a:rPr sz="1900" b="0">
                <a:solidFill>
                  <a:srgbClr val="243746"/>
                </a:solidFill>
                <a:latin typeface="Noto Sans CJK SC"/>
                <a:ea typeface="Noto Sans CJK SC"/>
                <a:cs typeface="Noto Sans CJK SC"/>
              </a:rPr>
              <a:t>总支出不超过 B。</a:t>
            </a:r>
          </a:p>
          <a:p xmlns:a="http://schemas.openxmlformats.org/drawingml/2006/main">
            <a:r>
              <a:t/>
            </a:r>
          </a:p>
          <a:p xmlns:a="http://schemas.openxmlformats.org/drawingml/2006/main">
            <a:pPr algn="l">
              <a:lnSpc>
                <a:spcPct val="103000"/>
              </a:lnSpc>
              <a:buNone/>
              <a:defRPr sz="1900" b="0">
                <a:solidFill>
                  <a:srgbClr val="243746"/>
                </a:solidFill>
                <a:latin typeface="Noto Sans CJK SC"/>
                <a:ea typeface="Noto Sans CJK SC"/>
                <a:cs typeface="Noto Sans CJK SC"/>
              </a:defRPr>
            </a:pPr>
            <a:r>
              <a:rPr sz="1900" b="0">
                <a:solidFill>
                  <a:srgbClr val="243746"/>
                </a:solidFill>
                <a:latin typeface="Noto Sans CJK SC"/>
                <a:ea typeface="Noto Sans CJK SC"/>
                <a:cs typeface="Noto Sans CJK SC"/>
              </a:rPr>
              <a:t>2  治理</a:t>
            </a:r>
          </a:p>
          <a:p xmlns:a="http://schemas.openxmlformats.org/drawingml/2006/main">
            <a:pPr algn="l">
              <a:lnSpc>
                <a:spcPct val="103000"/>
              </a:lnSpc>
              <a:buNone/>
              <a:defRPr sz="1900" b="0">
                <a:solidFill>
                  <a:srgbClr val="243746"/>
                </a:solidFill>
                <a:latin typeface="Noto Sans CJK SC"/>
                <a:ea typeface="Noto Sans CJK SC"/>
                <a:cs typeface="Noto Sans CJK SC"/>
              </a:defRPr>
            </a:pPr>
            <a:r>
              <a:rPr sz="1900" b="0">
                <a:solidFill>
                  <a:srgbClr val="243746"/>
                </a:solidFill>
                <a:latin typeface="Noto Sans CJK SC"/>
                <a:ea typeface="Noto Sans CJK SC"/>
                <a:cs typeface="Noto Sans CJK SC"/>
              </a:rPr>
              <a:t>观察 oᵢ，整改或替换。</a:t>
            </a:r>
          </a:p>
          <a:p xmlns:a="http://schemas.openxmlformats.org/drawingml/2006/main">
            <a:r>
              <a:t/>
            </a:r>
          </a:p>
          <a:p xmlns:a="http://schemas.openxmlformats.org/drawingml/2006/main">
            <a:pPr algn="l">
              <a:lnSpc>
                <a:spcPct val="103000"/>
              </a:lnSpc>
              <a:buNone/>
              <a:defRPr sz="1900" b="0">
                <a:solidFill>
                  <a:srgbClr val="243746"/>
                </a:solidFill>
                <a:latin typeface="Noto Sans CJK SC"/>
                <a:ea typeface="Noto Sans CJK SC"/>
                <a:cs typeface="Noto Sans CJK SC"/>
              </a:defRPr>
            </a:pPr>
            <a:r>
              <a:rPr sz="1900" b="0">
                <a:solidFill>
                  <a:srgbClr val="243746"/>
                </a:solidFill>
                <a:latin typeface="Noto Sans CJK SC"/>
                <a:ea typeface="Noto Sans CJK SC"/>
                <a:cs typeface="Noto Sans CJK SC"/>
              </a:rPr>
              <a:t>3  交易与损害</a:t>
            </a:r>
          </a:p>
          <a:p xmlns:a="http://schemas.openxmlformats.org/drawingml/2006/main">
            <a:pPr algn="l">
              <a:lnSpc>
                <a:spcPct val="103000"/>
              </a:lnSpc>
              <a:buNone/>
              <a:defRPr sz="1900" b="0">
                <a:solidFill>
                  <a:srgbClr val="243746"/>
                </a:solidFill>
                <a:latin typeface="Noto Sans CJK SC"/>
                <a:ea typeface="Noto Sans CJK SC"/>
                <a:cs typeface="Noto Sans CJK SC"/>
              </a:defRPr>
            </a:pPr>
            <a:r>
              <a:rPr sz="1900" b="0">
                <a:solidFill>
                  <a:srgbClr val="243746"/>
                </a:solidFill>
                <a:latin typeface="Noto Sans CJK SC"/>
                <a:ea typeface="Noto Sans CJK SC"/>
                <a:cs typeface="Noto Sans CJK SC"/>
              </a:rPr>
              <a:t>装配销售，外部发现损害。</a:t>
            </a:r>
          </a:p>
        </p:txBody>
      </p:sp>
      <p:sp>
        <p:nvSpPr>
          <p:cNvPr id="5" name="source-footer">
            <a:extLst xmlns:a="http://schemas.openxmlformats.org/drawingml/2006/main">
              <a:ext uri="{FF2B5EF4-FFF2-40B4-BE49-F238E27FC236}">
                <a16:creationId xmlns:a16="http://schemas.microsoft.com/office/drawing/2014/main" id="{39C23A71-2278-4942-9998-83C76DEDC4C3}"/>
              </a:ext>
            </a:extLst>
          </p:cNvPr>
          <p:cNvSpPr>
            <a:spLocks xmlns:a="http://schemas.openxmlformats.org/drawingml/2006/main" noGrp="1"/>
          </p:cNvSpPr>
          <p:nvPr/>
        </p:nvSpPr>
        <p:spPr>
          <a:xfrm xmlns:a="http://schemas.openxmlformats.org/drawingml/2006/main">
            <a:off x="676656" y="6492240"/>
            <a:ext cx="10442448"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1040" b="0">
                <a:solidFill>
                  <a:srgbClr val="627281"/>
                </a:solidFill>
                <a:latin typeface="Noto Sans CJK SC"/>
                <a:ea typeface="Noto Sans CJK SC"/>
                <a:cs typeface="Noto Sans CJK SC"/>
              </a:defRPr>
            </a:defPPr>
          </a:lstStyle>
          <a:p xmlns:a="http://schemas.openxmlformats.org/drawingml/2006/main">
            <a:pPr algn="l">
              <a:lnSpc>
                <a:spcPct val="103000"/>
              </a:lnSpc>
              <a:buNone/>
              <a:defRPr sz="1040" b="0">
                <a:solidFill>
                  <a:srgbClr val="627281"/>
                </a:solidFill>
                <a:latin typeface="Noto Sans CJK SC"/>
                <a:ea typeface="Noto Sans CJK SC"/>
                <a:cs typeface="Noto Sans CJK SC"/>
              </a:defRPr>
            </a:pPr>
            <a:r>
              <a:rPr sz="1040" b="0">
                <a:solidFill>
                  <a:srgbClr val="627281"/>
                </a:solidFill>
                <a:latin typeface="Noto Sans CJK SC"/>
                <a:ea typeface="Noto Sans CJK SC"/>
                <a:cs typeface="Noto Sans CJK SC"/>
              </a:rPr>
              <a:t>原文 Figure 1，p. 7；事件顺序见 §3，p. 6</a:t>
            </a:r>
          </a:p>
        </p:txBody>
      </p:sp>
      <p:sp>
        <p:nvSpPr>
          <p:cNvPr id="6" name="page-number">
            <a:extLst xmlns:a="http://schemas.openxmlformats.org/drawingml/2006/main">
              <a:ext uri="{FF2B5EF4-FFF2-40B4-BE49-F238E27FC236}">
                <a16:creationId xmlns:a16="http://schemas.microsoft.com/office/drawing/2014/main" id="{BF7DF7CC-7997-461D-BF83-4E7CCB4878D1}"/>
              </a:ext>
            </a:extLst>
          </p:cNvPr>
          <p:cNvSpPr>
            <a:spLocks xmlns:a="http://schemas.openxmlformats.org/drawingml/2006/main" noGrp="1"/>
          </p:cNvSpPr>
          <p:nvPr/>
        </p:nvSpPr>
        <p:spPr>
          <a:xfrm xmlns:a="http://schemas.openxmlformats.org/drawingml/2006/main">
            <a:off x="11000232" y="6492240"/>
            <a:ext cx="502920"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r">
              <a:defRPr sz="1050" b="0">
                <a:solidFill>
                  <a:srgbClr val="587C95"/>
                </a:solidFill>
                <a:latin typeface="Noto Sans CJK SC"/>
                <a:ea typeface="Noto Sans CJK SC"/>
                <a:cs typeface="Noto Sans CJK SC"/>
              </a:defRPr>
            </a:defPPr>
          </a:lstStyle>
          <a:p xmlns:a="http://schemas.openxmlformats.org/drawingml/2006/main">
            <a:pPr algn="r">
              <a:lnSpc>
                <a:spcPct val="103000"/>
              </a:lnSpc>
              <a:buNone/>
              <a:defRPr sz="1050" b="0">
                <a:solidFill>
                  <a:srgbClr val="587C95"/>
                </a:solidFill>
                <a:latin typeface="Noto Sans CJK SC"/>
                <a:ea typeface="Noto Sans CJK SC"/>
                <a:cs typeface="Noto Sans CJK SC"/>
              </a:defRPr>
            </a:pPr>
            <a:r>
              <a:rPr sz="1050" b="0">
                <a:solidFill>
                  <a:srgbClr val="587C95"/>
                </a:solidFill>
                <a:latin typeface="Noto Sans CJK SC"/>
                <a:ea typeface="Noto Sans CJK SC"/>
                <a:cs typeface="Noto Sans CJK SC"/>
              </a:rPr>
              <a:t>11</a:t>
            </a:r>
          </a:p>
        </p:txBody>
      </p:sp>
    </p:spTree>
    <p:extLst>
      <p:ext uri="{BB962C8B-B14F-4D97-AF65-F5344CB8AC3E}">
        <p14:creationId xmlns:p14="http://schemas.microsoft.com/office/powerpoint/2010/main" val="1257824627"/>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8" name="section-heading">
            <a:extLst xmlns:a="http://schemas.openxmlformats.org/drawingml/2006/main">
              <a:ext uri="{FF2B5EF4-FFF2-40B4-BE49-F238E27FC236}">
                <a16:creationId xmlns:a16="http://schemas.microsoft.com/office/drawing/2014/main" id="{CFBAFBB3-2A07-46F7-A583-32A4B2C19B1F}"/>
              </a:ext>
            </a:extLst>
          </p:cNvPr>
          <p:cNvSpPr>
            <a:spLocks xmlns:a="http://schemas.openxmlformats.org/drawingml/2006/main" noGrp="1"/>
          </p:cNvSpPr>
          <p:nvPr/>
        </p:nvSpPr>
        <p:spPr>
          <a:xfrm xmlns:a="http://schemas.openxmlformats.org/drawingml/2006/main">
            <a:off x="1499616" y="630936"/>
            <a:ext cx="9784080" cy="5486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2700" b="1">
                <a:solidFill>
                  <a:srgbClr val="243746"/>
                </a:solidFill>
                <a:latin typeface="Noto Sans CJK SC"/>
                <a:ea typeface="Noto Sans CJK SC"/>
                <a:cs typeface="Noto Sans CJK SC"/>
              </a:defRPr>
            </a:defPPr>
          </a:lstStyle>
          <a:p xmlns:a="http://schemas.openxmlformats.org/drawingml/2006/main">
            <a:pPr algn="l">
              <a:lnSpc>
                <a:spcPct val="103000"/>
              </a:lnSpc>
              <a:buNone/>
              <a:defRPr sz="2700" b="1">
                <a:solidFill>
                  <a:srgbClr val="243746"/>
                </a:solidFill>
                <a:latin typeface="Noto Sans CJK SC"/>
                <a:ea typeface="Noto Sans CJK SC"/>
                <a:cs typeface="Noto Sans CJK SC"/>
              </a:defRPr>
            </a:pPr>
            <a:r>
              <a:rPr sz="2700" b="1">
                <a:solidFill>
                  <a:srgbClr val="243746"/>
                </a:solidFill>
                <a:latin typeface="Noto Sans CJK SC"/>
                <a:ea typeface="Noto Sans CJK SC"/>
                <a:cs typeface="Noto Sans CJK SC"/>
              </a:rPr>
              <a:t>五、模型分析：一对一基准</a:t>
            </a:r>
          </a:p>
        </p:txBody>
      </p:sp>
      <p:sp>
        <p:nvSpPr>
          <p:cNvPr id="2" name="slide-topic">
            <a:extLst xmlns:a="http://schemas.openxmlformats.org/drawingml/2006/main">
              <a:ext uri="{FF2B5EF4-FFF2-40B4-BE49-F238E27FC236}">
                <a16:creationId xmlns:a16="http://schemas.microsoft.com/office/drawing/2014/main" id="{9AC21D15-A64C-431C-B24C-A93EA3A9DEFB}"/>
              </a:ext>
            </a:extLst>
          </p:cNvPr>
          <p:cNvSpPr>
            <a:spLocks xmlns:a="http://schemas.openxmlformats.org/drawingml/2006/main" noGrp="1"/>
          </p:cNvSpPr>
          <p:nvPr/>
        </p:nvSpPr>
        <p:spPr>
          <a:xfrm xmlns:a="http://schemas.openxmlformats.org/drawingml/2006/main">
            <a:off x="658368" y="1709928"/>
            <a:ext cx="10881360" cy="5486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2400" b="1">
                <a:solidFill>
                  <a:srgbClr val="243746"/>
                </a:solidFill>
                <a:latin typeface="Noto Sans CJK SC"/>
                <a:ea typeface="Noto Sans CJK SC"/>
                <a:cs typeface="Noto Sans CJK SC"/>
              </a:defRPr>
            </a:defPPr>
          </a:lstStyle>
          <a:p xmlns:a="http://schemas.openxmlformats.org/drawingml/2006/main">
            <a:pPr algn="l">
              <a:lnSpc>
                <a:spcPct val="103000"/>
              </a:lnSpc>
              <a:buNone/>
              <a:defRPr sz="2400" b="1">
                <a:solidFill>
                  <a:srgbClr val="243746"/>
                </a:solidFill>
                <a:latin typeface="Noto Sans CJK SC"/>
                <a:ea typeface="Noto Sans CJK SC"/>
                <a:cs typeface="Noto Sans CJK SC"/>
              </a:defRPr>
            </a:pPr>
            <a:r>
              <a:rPr sz="2400" b="1">
                <a:solidFill>
                  <a:srgbClr val="243746"/>
                </a:solidFill>
                <a:latin typeface="Noto Sans CJK SC"/>
                <a:ea typeface="Noto Sans CJK SC"/>
                <a:cs typeface="Noto Sans CJK SC"/>
              </a:rPr>
              <a:t>引理 1：失败后的贝叶斯更新与治理阈值</a:t>
            </a:r>
          </a:p>
        </p:txBody>
      </p:sp>
      <p:pic>
        <p:nvPicPr>
          <p:cNvPr id="3" name="">
            <a:extLst xmlns:a="http://schemas.openxmlformats.org/drawingml/2006/main">
              <a:ext uri="{FF2B5EF4-FFF2-40B4-BE49-F238E27FC236}">
                <a16:creationId xmlns:a16="http://schemas.microsoft.com/office/drawing/2014/main" id="{CF8E8C48-37CA-4FE7-9C07-B9BD82019EE6}"/>
              </a:ext>
            </a:extLst>
          </p:cNvPr>
          <p:cNvPicPr>
            <a:picLocks xmlns:a="http://schemas.openxmlformats.org/drawingml/2006/main" noChangeAspect="1"/>
          </p:cNvPicPr>
          <p:nvPr/>
        </p:nvPicPr>
        <p:blipFill>
          <a:blip xmlns:r="http://schemas.openxmlformats.org/officeDocument/2006/relationships" xmlns:a="http://schemas.openxmlformats.org/drawingml/2006/main" r:embed="R162e2e60a26e409b"/>
          <a:stretch xmlns:a="http://schemas.openxmlformats.org/drawingml/2006/main"/>
        </p:blipFill>
        <p:spPr>
          <a:xfrm xmlns:a="http://schemas.openxmlformats.org/drawingml/2006/main">
            <a:off x="1257531" y="2404872"/>
            <a:ext cx="9683033" cy="676656"/>
          </a:xfrm>
          <a:prstGeom xmlns:a="http://schemas.openxmlformats.org/drawingml/2006/main" prst="rect">
            <a:avLst/>
          </a:prstGeom>
        </p:spPr>
      </p:pic>
      <p:pic>
        <p:nvPicPr>
          <p:cNvPr id="4" name="">
            <a:extLst xmlns:a="http://schemas.openxmlformats.org/drawingml/2006/main">
              <a:ext uri="{FF2B5EF4-FFF2-40B4-BE49-F238E27FC236}">
                <a16:creationId xmlns:a16="http://schemas.microsoft.com/office/drawing/2014/main" id="{E5BC68E6-03E2-45E8-88F0-B3CC4AC7E747}"/>
              </a:ext>
            </a:extLst>
          </p:cNvPr>
          <p:cNvPicPr>
            <a:picLocks xmlns:a="http://schemas.openxmlformats.org/drawingml/2006/main" noChangeAspect="1"/>
          </p:cNvPicPr>
          <p:nvPr/>
        </p:nvPicPr>
        <p:blipFill>
          <a:blip xmlns:r="http://schemas.openxmlformats.org/officeDocument/2006/relationships" xmlns:a="http://schemas.openxmlformats.org/drawingml/2006/main" r:embed="R5304f7ffa6b74766"/>
          <a:stretch xmlns:a="http://schemas.openxmlformats.org/drawingml/2006/main"/>
        </p:blipFill>
        <p:spPr>
          <a:xfrm xmlns:a="http://schemas.openxmlformats.org/drawingml/2006/main">
            <a:off x="3960187" y="3383280"/>
            <a:ext cx="4277721" cy="731520"/>
          </a:xfrm>
          <a:prstGeom xmlns:a="http://schemas.openxmlformats.org/drawingml/2006/main" prst="rect">
            <a:avLst/>
          </a:prstGeom>
        </p:spPr>
      </p:pic>
      <p:graphicFrame>
        <p:nvGraphicFramePr>
          <p:cNvPr id="5" name="">
            <a:extLst xmlns:a="http://schemas.openxmlformats.org/drawingml/2006/main">
              <a:ext uri="{FF2B5EF4-FFF2-40B4-BE49-F238E27FC236}">
                <a16:creationId xmlns:a16="http://schemas.microsoft.com/office/drawing/2014/main" id="{D842B94D-0CB5-4A43-AAF2-2DDDF0AD3081}"/>
              </a:ext>
            </a:extLst>
          </p:cNvPr>
          <p:cNvGraphicFramePr/>
          <p:nvPr/>
        </p:nvGraphicFramePr>
        <p:xfrm>
          <a:off xmlns:a="http://schemas.openxmlformats.org/drawingml/2006/main" x="658368" y="4489704"/>
          <a:ext xmlns:a="http://schemas.openxmlformats.org/drawingml/2006/main" cx="10872216" cy="1371600"/>
        </p:xfrm>
        <a:graphic xmlns:a="http://schemas.openxmlformats.org/drawingml/2006/main">
          <a:graphicData uri="http://schemas.openxmlformats.org/drawingml/2006/table">
            <a:tbl>
              <a:tblPr firstRow="1" bandRow="0"/>
              <a:tblGrid>
                <a:gridCol w="2322576"/>
                <a:gridCol w="3977640"/>
                <a:gridCol w="4572000"/>
              </a:tblGrid>
              <a:tr h="457200">
                <a:tc>
                  <a:txBody>
                    <a:bodyPr wrap="square">
                      <a:noAutofit/>
                    </a:bodyPr>
                    <a:lstStyle/>
                    <a:p>
                      <a:pPr algn="l">
                        <a:lnSpc>
                          <a:spcPct val="100000"/>
                        </a:lnSpc>
                        <a:buNone/>
                      </a:pPr>
                      <a:r>
                        <a:rPr sz="1950" b="1">
                          <a:solidFill>
                            <a:srgbClr val="FFFFFF"/>
                          </a:solidFill>
                          <a:latin typeface="Noto Sans CJK SC"/>
                          <a:ea typeface="Noto Sans CJK SC"/>
                          <a:cs typeface="Noto Sans CJK SC"/>
                        </a:rPr>
                        <a:t>失败后动作</a:t>
                      </a:r>
                    </a:p>
                  </a:txBody>
                  <a:tcPr marL="85725" marR="85725" marT="57150" marB="57150" anchor="ctr">
                    <a:solidFill>
                      <a:srgbClr val="587C95"/>
                    </a:solidFill>
                  </a:tcPr>
                </a:tc>
                <a:tc>
                  <a:txBody>
                    <a:bodyPr wrap="square">
                      <a:noAutofit/>
                    </a:bodyPr>
                    <a:lstStyle/>
                    <a:p>
                      <a:pPr algn="l">
                        <a:lnSpc>
                          <a:spcPct val="100000"/>
                        </a:lnSpc>
                        <a:buNone/>
                      </a:pPr>
                      <a:r>
                        <a:rPr sz="1950" b="1">
                          <a:solidFill>
                            <a:srgbClr val="FFFFFF"/>
                          </a:solidFill>
                          <a:latin typeface="Noto Sans CJK SC"/>
                          <a:ea typeface="Noto Sans CJK SC"/>
                          <a:cs typeface="Noto Sans CJK SC"/>
                        </a:rPr>
                        <a:t>条件期望成本</a:t>
                      </a:r>
                    </a:p>
                  </a:txBody>
                  <a:tcPr marL="85725" marR="85725" marT="57150" marB="57150" anchor="ctr">
                    <a:solidFill>
                      <a:srgbClr val="587C95"/>
                    </a:solidFill>
                  </a:tcPr>
                </a:tc>
                <a:tc>
                  <a:txBody>
                    <a:bodyPr wrap="square">
                      <a:noAutofit/>
                    </a:bodyPr>
                    <a:lstStyle/>
                    <a:p>
                      <a:pPr algn="l">
                        <a:lnSpc>
                          <a:spcPct val="100000"/>
                        </a:lnSpc>
                        <a:buNone/>
                      </a:pPr>
                      <a:r>
                        <a:rPr sz="1950" b="1">
                          <a:solidFill>
                            <a:srgbClr val="FFFFFF"/>
                          </a:solidFill>
                          <a:latin typeface="Noto Sans CJK SC"/>
                          <a:ea typeface="Noto Sans CJK SC"/>
                          <a:cs typeface="Noto Sans CJK SC"/>
                        </a:rPr>
                        <a:t>最优条件</a:t>
                      </a:r>
                    </a:p>
                  </a:txBody>
                  <a:tcPr marL="85725" marR="85725" marT="57150" marB="57150" anchor="ctr">
                    <a:solidFill>
                      <a:srgbClr val="587C95"/>
                    </a:solidFill>
                  </a:tcPr>
                </a:tc>
              </a:tr>
              <a:tr h="457200">
                <a:tc>
                  <a:txBody>
                    <a:bodyPr wrap="square">
                      <a:noAutofit/>
                    </a:bodyPr>
                    <a:lstStyle/>
                    <a:p>
                      <a:pPr algn="l">
                        <a:lnSpc>
                          <a:spcPct val="100000"/>
                        </a:lnSpc>
                        <a:buNone/>
                      </a:pPr>
                      <a:r>
                        <a:rPr sz="1900" b="0">
                          <a:solidFill>
                            <a:srgbClr val="243746"/>
                          </a:solidFill>
                          <a:latin typeface="Noto Sans CJK SC"/>
                          <a:ea typeface="Noto Sans CJK SC"/>
                          <a:cs typeface="Noto Sans CJK SC"/>
                        </a:rPr>
                        <a:t>替换 s</a:t>
                      </a:r>
                    </a:p>
                  </a:txBody>
                  <a:tcPr marL="85725" marR="85725" marT="57150" marB="57150" anchor="ctr">
                    <a:solidFill>
                      <a:srgbClr val="F0F4F7"/>
                    </a:solidFill>
                  </a:tcPr>
                </a:tc>
                <a:tc>
                  <a:txBody>
                    <a:bodyPr wrap="square">
                      <a:noAutofit/>
                    </a:bodyPr>
                    <a:lstStyle/>
                    <a:p>
                      <a:pPr algn="l">
                        <a:lnSpc>
                          <a:spcPct val="100000"/>
                        </a:lnSpc>
                        <a:buNone/>
                      </a:pPr>
                      <a:r>
                        <a:rPr sz="1900" b="0">
                          <a:solidFill>
                            <a:srgbClr val="243746"/>
                          </a:solidFill>
                          <a:latin typeface="Noto Sans CJK SC"/>
                          <a:ea typeface="Noto Sans CJK SC"/>
                          <a:cs typeface="Noto Sans CJK SC"/>
                        </a:rPr>
                        <a:t>Δs + δ(α,β)</a:t>
                      </a:r>
                    </a:p>
                  </a:txBody>
                  <a:tcPr marL="85725" marR="85725" marT="57150" marB="57150" anchor="ctr">
                    <a:solidFill>
                      <a:srgbClr val="F0F4F7"/>
                    </a:solidFill>
                  </a:tcPr>
                </a:tc>
                <a:tc>
                  <a:txBody>
                    <a:bodyPr wrap="square">
                      <a:noAutofit/>
                    </a:bodyPr>
                    <a:lstStyle/>
                    <a:p>
                      <a:pPr algn="l">
                        <a:lnSpc>
                          <a:spcPct val="100000"/>
                        </a:lnSpc>
                        <a:buNone/>
                      </a:pPr>
                      <a:r>
                        <a:rPr sz="1900" b="0">
                          <a:solidFill>
                            <a:srgbClr val="243746"/>
                          </a:solidFill>
                          <a:latin typeface="Noto Sans CJK SC"/>
                          <a:ea typeface="Noto Sans CJK SC"/>
                          <a:cs typeface="Noto Sans CJK SC"/>
                        </a:rPr>
                        <a:t>Δr−Δs &gt; δ(α,β)</a:t>
                      </a:r>
                    </a:p>
                  </a:txBody>
                  <a:tcPr marL="85725" marR="85725" marT="57150" marB="57150" anchor="ctr">
                    <a:solidFill>
                      <a:srgbClr val="F0F4F7"/>
                    </a:solidFill>
                  </a:tcPr>
                </a:tc>
              </a:tr>
              <a:tr h="457200">
                <a:tc>
                  <a:txBody>
                    <a:bodyPr wrap="square">
                      <a:noAutofit/>
                    </a:bodyPr>
                    <a:lstStyle/>
                    <a:p>
                      <a:pPr algn="l">
                        <a:lnSpc>
                          <a:spcPct val="100000"/>
                        </a:lnSpc>
                        <a:buNone/>
                      </a:pPr>
                      <a:r>
                        <a:rPr sz="1900" b="0">
                          <a:solidFill>
                            <a:srgbClr val="243746"/>
                          </a:solidFill>
                          <a:latin typeface="Noto Sans CJK SC"/>
                          <a:ea typeface="Noto Sans CJK SC"/>
                          <a:cs typeface="Noto Sans CJK SC"/>
                        </a:rPr>
                        <a:t>整改 r</a:t>
                      </a:r>
                    </a:p>
                  </a:txBody>
                  <a:tcPr marL="85725" marR="85725" marT="57150" marB="57150" anchor="ctr">
                    <a:solidFill>
                      <a:srgbClr val="FFFFFF"/>
                    </a:solidFill>
                  </a:tcPr>
                </a:tc>
                <a:tc>
                  <a:txBody>
                    <a:bodyPr wrap="square">
                      <a:noAutofit/>
                    </a:bodyPr>
                    <a:lstStyle/>
                    <a:p>
                      <a:pPr algn="l">
                        <a:lnSpc>
                          <a:spcPct val="100000"/>
                        </a:lnSpc>
                        <a:buNone/>
                      </a:pPr>
                      <a:r>
                        <a:rPr sz="1900" b="0">
                          <a:solidFill>
                            <a:srgbClr val="243746"/>
                          </a:solidFill>
                          <a:latin typeface="Noto Sans CJK SC"/>
                          <a:ea typeface="Noto Sans CJK SC"/>
                          <a:cs typeface="Noto Sans CJK SC"/>
                        </a:rPr>
                        <a:t>Δr</a:t>
                      </a:r>
                    </a:p>
                  </a:txBody>
                  <a:tcPr marL="85725" marR="85725" marT="57150" marB="57150" anchor="ctr">
                    <a:solidFill>
                      <a:srgbClr val="FFFFFF"/>
                    </a:solidFill>
                  </a:tcPr>
                </a:tc>
                <a:tc>
                  <a:txBody>
                    <a:bodyPr wrap="square">
                      <a:noAutofit/>
                    </a:bodyPr>
                    <a:lstStyle/>
                    <a:p>
                      <a:pPr algn="l">
                        <a:lnSpc>
                          <a:spcPct val="100000"/>
                        </a:lnSpc>
                        <a:buNone/>
                      </a:pPr>
                      <a:r>
                        <a:rPr sz="1900" b="0">
                          <a:solidFill>
                            <a:srgbClr val="243746"/>
                          </a:solidFill>
                          <a:latin typeface="Noto Sans CJK SC"/>
                          <a:ea typeface="Noto Sans CJK SC"/>
                          <a:cs typeface="Noto Sans CJK SC"/>
                        </a:rPr>
                        <a:t>Δr−Δs &lt; δ(α,β)</a:t>
                      </a:r>
                    </a:p>
                  </a:txBody>
                  <a:tcPr marL="85725" marR="85725" marT="57150" marB="57150" anchor="ctr">
                    <a:solidFill>
                      <a:srgbClr val="FFFFFF"/>
                    </a:solidFill>
                  </a:tcPr>
                </a:tc>
              </a:tr>
            </a:tbl>
          </a:graphicData>
        </a:graphic>
      </p:graphicFrame>
      <p:sp>
        <p:nvSpPr>
          <p:cNvPr id="6" name="source-footer">
            <a:extLst xmlns:a="http://schemas.openxmlformats.org/drawingml/2006/main">
              <a:ext uri="{FF2B5EF4-FFF2-40B4-BE49-F238E27FC236}">
                <a16:creationId xmlns:a16="http://schemas.microsoft.com/office/drawing/2014/main" id="{936058E3-A07D-411A-8929-66C4B9F8375F}"/>
              </a:ext>
            </a:extLst>
          </p:cNvPr>
          <p:cNvSpPr>
            <a:spLocks xmlns:a="http://schemas.openxmlformats.org/drawingml/2006/main" noGrp="1"/>
          </p:cNvSpPr>
          <p:nvPr/>
        </p:nvSpPr>
        <p:spPr>
          <a:xfrm xmlns:a="http://schemas.openxmlformats.org/drawingml/2006/main">
            <a:off x="676656" y="6492240"/>
            <a:ext cx="10442448"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1040" b="0">
                <a:solidFill>
                  <a:srgbClr val="627281"/>
                </a:solidFill>
                <a:latin typeface="Noto Sans CJK SC"/>
                <a:ea typeface="Noto Sans CJK SC"/>
                <a:cs typeface="Noto Sans CJK SC"/>
              </a:defRPr>
            </a:defPPr>
          </a:lstStyle>
          <a:p xmlns:a="http://schemas.openxmlformats.org/drawingml/2006/main">
            <a:pPr algn="l">
              <a:lnSpc>
                <a:spcPct val="103000"/>
              </a:lnSpc>
              <a:buNone/>
              <a:defRPr sz="1040" b="0">
                <a:solidFill>
                  <a:srgbClr val="627281"/>
                </a:solidFill>
                <a:latin typeface="Noto Sans CJK SC"/>
                <a:ea typeface="Noto Sans CJK SC"/>
                <a:cs typeface="Noto Sans CJK SC"/>
              </a:defRPr>
            </a:pPr>
            <a:r>
              <a:rPr sz="1040" b="0">
                <a:solidFill>
                  <a:srgbClr val="627281"/>
                </a:solidFill>
                <a:latin typeface="Noto Sans CJK SC"/>
                <a:ea typeface="Noto Sans CJK SC"/>
                <a:cs typeface="Noto Sans CJK SC"/>
              </a:rPr>
              <a:t>Lemma 1，pp. 6–7</a:t>
            </a:r>
          </a:p>
        </p:txBody>
      </p:sp>
      <p:sp>
        <p:nvSpPr>
          <p:cNvPr id="7" name="page-number">
            <a:extLst xmlns:a="http://schemas.openxmlformats.org/drawingml/2006/main">
              <a:ext uri="{FF2B5EF4-FFF2-40B4-BE49-F238E27FC236}">
                <a16:creationId xmlns:a16="http://schemas.microsoft.com/office/drawing/2014/main" id="{2BDF583A-3EA1-412D-AA77-4890345D2F44}"/>
              </a:ext>
            </a:extLst>
          </p:cNvPr>
          <p:cNvSpPr>
            <a:spLocks xmlns:a="http://schemas.openxmlformats.org/drawingml/2006/main" noGrp="1"/>
          </p:cNvSpPr>
          <p:nvPr/>
        </p:nvSpPr>
        <p:spPr>
          <a:xfrm xmlns:a="http://schemas.openxmlformats.org/drawingml/2006/main">
            <a:off x="11000232" y="6492240"/>
            <a:ext cx="502920"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r">
              <a:defRPr sz="1050" b="0">
                <a:solidFill>
                  <a:srgbClr val="587C95"/>
                </a:solidFill>
                <a:latin typeface="Noto Sans CJK SC"/>
                <a:ea typeface="Noto Sans CJK SC"/>
                <a:cs typeface="Noto Sans CJK SC"/>
              </a:defRPr>
            </a:defPPr>
          </a:lstStyle>
          <a:p xmlns:a="http://schemas.openxmlformats.org/drawingml/2006/main">
            <a:pPr algn="r">
              <a:lnSpc>
                <a:spcPct val="103000"/>
              </a:lnSpc>
              <a:buNone/>
              <a:defRPr sz="1050" b="0">
                <a:solidFill>
                  <a:srgbClr val="587C95"/>
                </a:solidFill>
                <a:latin typeface="Noto Sans CJK SC"/>
                <a:ea typeface="Noto Sans CJK SC"/>
                <a:cs typeface="Noto Sans CJK SC"/>
              </a:defRPr>
            </a:pPr>
            <a:r>
              <a:rPr sz="1050" b="0">
                <a:solidFill>
                  <a:srgbClr val="587C95"/>
                </a:solidFill>
                <a:latin typeface="Noto Sans CJK SC"/>
                <a:ea typeface="Noto Sans CJK SC"/>
                <a:cs typeface="Noto Sans CJK SC"/>
              </a:rPr>
              <a:t>12</a:t>
            </a:r>
          </a:p>
        </p:txBody>
      </p:sp>
    </p:spTree>
    <p:extLst>
      <p:ext uri="{BB962C8B-B14F-4D97-AF65-F5344CB8AC3E}">
        <p14:creationId xmlns:p14="http://schemas.microsoft.com/office/powerpoint/2010/main" val="267705740"/>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sp>
        <p:nvSpPr>
          <p:cNvPr id="9" name="section-heading">
            <a:extLst xmlns:a="http://schemas.openxmlformats.org/drawingml/2006/main">
              <a:ext uri="{FF2B5EF4-FFF2-40B4-BE49-F238E27FC236}">
                <a16:creationId xmlns:a16="http://schemas.microsoft.com/office/drawing/2014/main" id="{B24D58B4-3A6A-4491-9DFB-9822865C8609}"/>
              </a:ext>
            </a:extLst>
          </p:cNvPr>
          <p:cNvSpPr>
            <a:spLocks xmlns:a="http://schemas.openxmlformats.org/drawingml/2006/main" noGrp="1"/>
          </p:cNvSpPr>
          <p:nvPr/>
        </p:nvSpPr>
        <p:spPr>
          <a:xfrm xmlns:a="http://schemas.openxmlformats.org/drawingml/2006/main">
            <a:off x="1499616" y="630936"/>
            <a:ext cx="9784080" cy="5486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2700" b="1">
                <a:solidFill>
                  <a:srgbClr val="243746"/>
                </a:solidFill>
                <a:latin typeface="Noto Sans CJK SC"/>
                <a:ea typeface="Noto Sans CJK SC"/>
                <a:cs typeface="Noto Sans CJK SC"/>
              </a:defRPr>
            </a:defPPr>
          </a:lstStyle>
          <a:p xmlns:a="http://schemas.openxmlformats.org/drawingml/2006/main">
            <a:pPr algn="l">
              <a:lnSpc>
                <a:spcPct val="103000"/>
              </a:lnSpc>
              <a:buNone/>
              <a:defRPr sz="2700" b="1">
                <a:solidFill>
                  <a:srgbClr val="243746"/>
                </a:solidFill>
                <a:latin typeface="Noto Sans CJK SC"/>
                <a:ea typeface="Noto Sans CJK SC"/>
                <a:cs typeface="Noto Sans CJK SC"/>
              </a:defRPr>
            </a:pPr>
            <a:r>
              <a:rPr sz="2700" b="1">
                <a:solidFill>
                  <a:srgbClr val="243746"/>
                </a:solidFill>
                <a:latin typeface="Noto Sans CJK SC"/>
                <a:ea typeface="Noto Sans CJK SC"/>
                <a:cs typeface="Noto Sans CJK SC"/>
              </a:rPr>
              <a:t>五、模型分析：一对一基准</a:t>
            </a:r>
          </a:p>
        </p:txBody>
      </p:sp>
      <p:sp>
        <p:nvSpPr>
          <p:cNvPr id="2" name="slide-topic">
            <a:extLst xmlns:a="http://schemas.openxmlformats.org/drawingml/2006/main">
              <a:ext uri="{FF2B5EF4-FFF2-40B4-BE49-F238E27FC236}">
                <a16:creationId xmlns:a16="http://schemas.microsoft.com/office/drawing/2014/main" id="{BA5263BB-6669-4825-9917-9F7E6971F3CA}"/>
              </a:ext>
            </a:extLst>
          </p:cNvPr>
          <p:cNvSpPr>
            <a:spLocks xmlns:a="http://schemas.openxmlformats.org/drawingml/2006/main" noGrp="1"/>
          </p:cNvSpPr>
          <p:nvPr/>
        </p:nvSpPr>
        <p:spPr>
          <a:xfrm xmlns:a="http://schemas.openxmlformats.org/drawingml/2006/main">
            <a:off x="658368" y="1709928"/>
            <a:ext cx="10881360" cy="5486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2400" b="1">
                <a:solidFill>
                  <a:srgbClr val="243746"/>
                </a:solidFill>
                <a:latin typeface="Noto Sans CJK SC"/>
                <a:ea typeface="Noto Sans CJK SC"/>
                <a:cs typeface="Noto Sans CJK SC"/>
              </a:defRPr>
            </a:defPPr>
          </a:lstStyle>
          <a:p xmlns:a="http://schemas.openxmlformats.org/drawingml/2006/main">
            <a:pPr algn="l">
              <a:lnSpc>
                <a:spcPct val="103000"/>
              </a:lnSpc>
              <a:buNone/>
              <a:defRPr sz="2400" b="1">
                <a:solidFill>
                  <a:srgbClr val="243746"/>
                </a:solidFill>
                <a:latin typeface="Noto Sans CJK SC"/>
                <a:ea typeface="Noto Sans CJK SC"/>
                <a:cs typeface="Noto Sans CJK SC"/>
              </a:defRPr>
            </a:pPr>
            <a:r>
              <a:rPr sz="2400" b="1">
                <a:solidFill>
                  <a:srgbClr val="243746"/>
                </a:solidFill>
                <a:latin typeface="Noto Sans CJK SC"/>
                <a:ea typeface="Noto Sans CJK SC"/>
                <a:cs typeface="Noto Sans CJK SC"/>
              </a:rPr>
              <a:t>审计优化问题与引理 2：是否启动审计</a:t>
            </a:r>
          </a:p>
        </p:txBody>
      </p:sp>
      <p:pic>
        <p:nvPicPr>
          <p:cNvPr id="3" name="">
            <a:extLst xmlns:a="http://schemas.openxmlformats.org/drawingml/2006/main">
              <a:ext uri="{FF2B5EF4-FFF2-40B4-BE49-F238E27FC236}">
                <a16:creationId xmlns:a16="http://schemas.microsoft.com/office/drawing/2014/main" id="{46F80607-42A2-436A-9EFB-0930164D4449}"/>
              </a:ext>
            </a:extLst>
          </p:cNvPr>
          <p:cNvPicPr>
            <a:picLocks xmlns:a="http://schemas.openxmlformats.org/drawingml/2006/main" noChangeAspect="1"/>
          </p:cNvPicPr>
          <p:nvPr/>
        </p:nvPicPr>
        <p:blipFill>
          <a:blip xmlns:r="http://schemas.openxmlformats.org/officeDocument/2006/relationships" xmlns:a="http://schemas.openxmlformats.org/drawingml/2006/main" r:embed="Rcffeecc9d45c434f"/>
          <a:stretch xmlns:a="http://schemas.openxmlformats.org/drawingml/2006/main"/>
        </p:blipFill>
        <p:spPr>
          <a:xfrm xmlns:a="http://schemas.openxmlformats.org/drawingml/2006/main">
            <a:off x="3336364" y="2340864"/>
            <a:ext cx="5525369" cy="658368"/>
          </a:xfrm>
          <a:prstGeom xmlns:a="http://schemas.openxmlformats.org/drawingml/2006/main" prst="rect">
            <a:avLst/>
          </a:prstGeom>
        </p:spPr>
      </p:pic>
      <p:pic>
        <p:nvPicPr>
          <p:cNvPr id="4" name="">
            <a:extLst xmlns:a="http://schemas.openxmlformats.org/drawingml/2006/main">
              <a:ext uri="{FF2B5EF4-FFF2-40B4-BE49-F238E27FC236}">
                <a16:creationId xmlns:a16="http://schemas.microsoft.com/office/drawing/2014/main" id="{0FD3B488-4F5E-4972-BFB3-D7C7D9C584C6}"/>
              </a:ext>
            </a:extLst>
          </p:cNvPr>
          <p:cNvPicPr>
            <a:picLocks xmlns:a="http://schemas.openxmlformats.org/drawingml/2006/main" noChangeAspect="1"/>
          </p:cNvPicPr>
          <p:nvPr/>
        </p:nvPicPr>
        <p:blipFill>
          <a:blip xmlns:r="http://schemas.openxmlformats.org/officeDocument/2006/relationships" xmlns:a="http://schemas.openxmlformats.org/drawingml/2006/main" r:embed="R8eca219885cf40d3"/>
          <a:stretch xmlns:a="http://schemas.openxmlformats.org/drawingml/2006/main"/>
        </p:blipFill>
        <p:spPr>
          <a:xfrm xmlns:a="http://schemas.openxmlformats.org/drawingml/2006/main">
            <a:off x="749808" y="3353431"/>
            <a:ext cx="10698480" cy="626625"/>
          </a:xfrm>
          <a:prstGeom xmlns:a="http://schemas.openxmlformats.org/drawingml/2006/main" prst="rect">
            <a:avLst/>
          </a:prstGeom>
        </p:spPr>
      </p:pic>
      <p:pic>
        <p:nvPicPr>
          <p:cNvPr id="5" name="">
            <a:extLst xmlns:a="http://schemas.openxmlformats.org/drawingml/2006/main">
              <a:ext uri="{FF2B5EF4-FFF2-40B4-BE49-F238E27FC236}">
                <a16:creationId xmlns:a16="http://schemas.microsoft.com/office/drawing/2014/main" id="{7E40C0F0-3541-4072-B3FF-8E2D8B6AE4F7}"/>
              </a:ext>
            </a:extLst>
          </p:cNvPr>
          <p:cNvPicPr>
            <a:picLocks xmlns:a="http://schemas.openxmlformats.org/drawingml/2006/main" noChangeAspect="1"/>
          </p:cNvPicPr>
          <p:nvPr/>
        </p:nvPicPr>
        <p:blipFill>
          <a:blip xmlns:r="http://schemas.openxmlformats.org/officeDocument/2006/relationships" xmlns:a="http://schemas.openxmlformats.org/drawingml/2006/main" r:embed="R41f417aecc1e4a7b"/>
          <a:stretch xmlns:a="http://schemas.openxmlformats.org/drawingml/2006/main"/>
        </p:blipFill>
        <p:spPr>
          <a:xfrm xmlns:a="http://schemas.openxmlformats.org/drawingml/2006/main">
            <a:off x="749808" y="4386345"/>
            <a:ext cx="10698480" cy="545046"/>
          </a:xfrm>
          <a:prstGeom xmlns:a="http://schemas.openxmlformats.org/drawingml/2006/main" prst="rect">
            <a:avLst/>
          </a:prstGeom>
        </p:spPr>
      </p:pic>
      <p:sp>
        <p:nvSpPr>
          <p:cNvPr id="6" name="text-2">
            <a:extLst xmlns:a="http://schemas.openxmlformats.org/drawingml/2006/main">
              <a:ext uri="{FF2B5EF4-FFF2-40B4-BE49-F238E27FC236}">
                <a16:creationId xmlns:a16="http://schemas.microsoft.com/office/drawing/2014/main" id="{C8835181-0506-45F0-9F92-00795821EA97}"/>
              </a:ext>
            </a:extLst>
          </p:cNvPr>
          <p:cNvSpPr>
            <a:spLocks xmlns:a="http://schemas.openxmlformats.org/drawingml/2006/main" noGrp="1"/>
          </p:cNvSpPr>
          <p:nvPr/>
        </p:nvSpPr>
        <p:spPr>
          <a:xfrm xmlns:a="http://schemas.openxmlformats.org/drawingml/2006/main">
            <a:off x="795528" y="5184648"/>
            <a:ext cx="10543032" cy="7772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2100" b="0">
                <a:solidFill>
                  <a:srgbClr val="243746"/>
                </a:solidFill>
                <a:latin typeface="Noto Sans CJK SC"/>
                <a:ea typeface="Noto Sans CJK SC"/>
                <a:cs typeface="Noto Sans CJK SC"/>
              </a:defRPr>
            </a:defPPr>
          </a:lstStyle>
          <a:p xmlns:a="http://schemas.openxmlformats.org/drawingml/2006/main">
            <a:pPr algn="l">
              <a:lnSpc>
                <a:spcPct val="103000"/>
              </a:lnSpc>
              <a:buNone/>
              <a:defRPr sz="2100" b="0">
                <a:solidFill>
                  <a:srgbClr val="243746"/>
                </a:solidFill>
                <a:latin typeface="Noto Sans CJK SC"/>
                <a:ea typeface="Noto Sans CJK SC"/>
                <a:cs typeface="Noto Sans CJK SC"/>
              </a:defRPr>
            </a:pPr>
            <a:r>
              <a:rPr sz="2100" b="0">
                <a:solidFill>
                  <a:srgbClr val="243746"/>
                </a:solidFill>
                <a:latin typeface="Noto Sans CJK SC"/>
                <a:ea typeface="Noto Sans CJK SC"/>
                <a:cs typeface="Noto Sans CJK SC"/>
              </a:rPr>
              <a:t>经济门槛：min{Δs,Δr} &lt; Dβ。</a:t>
            </a:r>
          </a:p>
          <a:p xmlns:a="http://schemas.openxmlformats.org/drawingml/2006/main">
            <a:pPr algn="l">
              <a:lnSpc>
                <a:spcPct val="103000"/>
              </a:lnSpc>
              <a:buNone/>
              <a:defRPr sz="2100" b="0">
                <a:solidFill>
                  <a:srgbClr val="243746"/>
                </a:solidFill>
                <a:latin typeface="Noto Sans CJK SC"/>
                <a:ea typeface="Noto Sans CJK SC"/>
                <a:cs typeface="Noto Sans CJK SC"/>
              </a:defRPr>
            </a:pPr>
            <a:r>
              <a:rPr sz="2100" b="0">
                <a:solidFill>
                  <a:srgbClr val="243746"/>
                </a:solidFill>
                <a:latin typeface="Noto Sans CJK SC"/>
                <a:ea typeface="Noto Sans CJK SC"/>
                <a:cs typeface="Noto Sans CJK SC"/>
              </a:rPr>
              <a:t>资源门槛：至少 B ≥ e²/2 才能启动有效审计。</a:t>
            </a:r>
          </a:p>
        </p:txBody>
      </p:sp>
      <p:sp>
        <p:nvSpPr>
          <p:cNvPr id="7" name="source-footer">
            <a:extLst xmlns:a="http://schemas.openxmlformats.org/drawingml/2006/main">
              <a:ext uri="{FF2B5EF4-FFF2-40B4-BE49-F238E27FC236}">
                <a16:creationId xmlns:a16="http://schemas.microsoft.com/office/drawing/2014/main" id="{231DA584-0C57-41C0-854A-9DD434B64DC5}"/>
              </a:ext>
            </a:extLst>
          </p:cNvPr>
          <p:cNvSpPr>
            <a:spLocks xmlns:a="http://schemas.openxmlformats.org/drawingml/2006/main" noGrp="1"/>
          </p:cNvSpPr>
          <p:nvPr/>
        </p:nvSpPr>
        <p:spPr>
          <a:xfrm xmlns:a="http://schemas.openxmlformats.org/drawingml/2006/main">
            <a:off x="676656" y="6492240"/>
            <a:ext cx="10442448"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1040" b="0">
                <a:solidFill>
                  <a:srgbClr val="627281"/>
                </a:solidFill>
                <a:latin typeface="Noto Sans CJK SC"/>
                <a:ea typeface="Noto Sans CJK SC"/>
                <a:cs typeface="Noto Sans CJK SC"/>
              </a:defRPr>
            </a:defPPr>
          </a:lstStyle>
          <a:p xmlns:a="http://schemas.openxmlformats.org/drawingml/2006/main">
            <a:pPr algn="l">
              <a:lnSpc>
                <a:spcPct val="103000"/>
              </a:lnSpc>
              <a:buNone/>
              <a:defRPr sz="1040" b="0">
                <a:solidFill>
                  <a:srgbClr val="627281"/>
                </a:solidFill>
                <a:latin typeface="Noto Sans CJK SC"/>
                <a:ea typeface="Noto Sans CJK SC"/>
                <a:cs typeface="Noto Sans CJK SC"/>
              </a:defRPr>
            </a:pPr>
            <a:r>
              <a:rPr sz="1040" b="0">
                <a:solidFill>
                  <a:srgbClr val="627281"/>
                </a:solidFill>
                <a:latin typeface="Noto Sans CJK SC"/>
                <a:ea typeface="Noto Sans CJK SC"/>
                <a:cs typeface="Noto Sans CJK SC"/>
              </a:rPr>
              <a:t>原文 eqs. (2)–(5) / Lemma 2，p. 7</a:t>
            </a:r>
          </a:p>
        </p:txBody>
      </p:sp>
      <p:sp>
        <p:nvSpPr>
          <p:cNvPr id="8" name="page-number">
            <a:extLst xmlns:a="http://schemas.openxmlformats.org/drawingml/2006/main">
              <a:ext uri="{FF2B5EF4-FFF2-40B4-BE49-F238E27FC236}">
                <a16:creationId xmlns:a16="http://schemas.microsoft.com/office/drawing/2014/main" id="{17130AF5-4DED-4D5A-A4D3-F41F5AFDEE37}"/>
              </a:ext>
            </a:extLst>
          </p:cNvPr>
          <p:cNvSpPr>
            <a:spLocks xmlns:a="http://schemas.openxmlformats.org/drawingml/2006/main" noGrp="1"/>
          </p:cNvSpPr>
          <p:nvPr/>
        </p:nvSpPr>
        <p:spPr>
          <a:xfrm xmlns:a="http://schemas.openxmlformats.org/drawingml/2006/main">
            <a:off x="11000232" y="6492240"/>
            <a:ext cx="502920"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r">
              <a:defRPr sz="1050" b="0">
                <a:solidFill>
                  <a:srgbClr val="587C95"/>
                </a:solidFill>
                <a:latin typeface="Noto Sans CJK SC"/>
                <a:ea typeface="Noto Sans CJK SC"/>
                <a:cs typeface="Noto Sans CJK SC"/>
              </a:defRPr>
            </a:defPPr>
          </a:lstStyle>
          <a:p xmlns:a="http://schemas.openxmlformats.org/drawingml/2006/main">
            <a:pPr algn="r">
              <a:lnSpc>
                <a:spcPct val="103000"/>
              </a:lnSpc>
              <a:buNone/>
              <a:defRPr sz="1050" b="0">
                <a:solidFill>
                  <a:srgbClr val="587C95"/>
                </a:solidFill>
                <a:latin typeface="Noto Sans CJK SC"/>
                <a:ea typeface="Noto Sans CJK SC"/>
                <a:cs typeface="Noto Sans CJK SC"/>
              </a:defRPr>
            </a:pPr>
            <a:r>
              <a:rPr sz="1050" b="0">
                <a:solidFill>
                  <a:srgbClr val="587C95"/>
                </a:solidFill>
                <a:latin typeface="Noto Sans CJK SC"/>
                <a:ea typeface="Noto Sans CJK SC"/>
                <a:cs typeface="Noto Sans CJK SC"/>
              </a:rPr>
              <a:t>13</a:t>
            </a:r>
          </a:p>
        </p:txBody>
      </p:sp>
    </p:spTree>
    <p:extLst>
      <p:ext uri="{BB962C8B-B14F-4D97-AF65-F5344CB8AC3E}">
        <p14:creationId xmlns:p14="http://schemas.microsoft.com/office/powerpoint/2010/main" val="236387222"/>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sp>
        <p:nvSpPr>
          <p:cNvPr id="9" name="section-heading">
            <a:extLst xmlns:a="http://schemas.openxmlformats.org/drawingml/2006/main">
              <a:ext uri="{FF2B5EF4-FFF2-40B4-BE49-F238E27FC236}">
                <a16:creationId xmlns:a16="http://schemas.microsoft.com/office/drawing/2014/main" id="{6A192CD4-011A-4017-B292-8C9A5516E2FE}"/>
              </a:ext>
            </a:extLst>
          </p:cNvPr>
          <p:cNvSpPr>
            <a:spLocks xmlns:a="http://schemas.openxmlformats.org/drawingml/2006/main" noGrp="1"/>
          </p:cNvSpPr>
          <p:nvPr/>
        </p:nvSpPr>
        <p:spPr>
          <a:xfrm xmlns:a="http://schemas.openxmlformats.org/drawingml/2006/main">
            <a:off x="1499616" y="630936"/>
            <a:ext cx="9784080" cy="5486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2700" b="1">
                <a:solidFill>
                  <a:srgbClr val="243746"/>
                </a:solidFill>
                <a:latin typeface="Noto Sans CJK SC"/>
                <a:ea typeface="Noto Sans CJK SC"/>
                <a:cs typeface="Noto Sans CJK SC"/>
              </a:defRPr>
            </a:defPPr>
          </a:lstStyle>
          <a:p xmlns:a="http://schemas.openxmlformats.org/drawingml/2006/main">
            <a:pPr algn="l">
              <a:lnSpc>
                <a:spcPct val="103000"/>
              </a:lnSpc>
              <a:buNone/>
              <a:defRPr sz="2700" b="1">
                <a:solidFill>
                  <a:srgbClr val="243746"/>
                </a:solidFill>
                <a:latin typeface="Noto Sans CJK SC"/>
                <a:ea typeface="Noto Sans CJK SC"/>
                <a:cs typeface="Noto Sans CJK SC"/>
              </a:defRPr>
            </a:pPr>
            <a:r>
              <a:rPr sz="2700" b="1">
                <a:solidFill>
                  <a:srgbClr val="243746"/>
                </a:solidFill>
                <a:latin typeface="Noto Sans CJK SC"/>
                <a:ea typeface="Noto Sans CJK SC"/>
                <a:cs typeface="Noto Sans CJK SC"/>
              </a:rPr>
              <a:t>五、模型分析：一对一基准</a:t>
            </a:r>
          </a:p>
        </p:txBody>
      </p:sp>
      <p:sp>
        <p:nvSpPr>
          <p:cNvPr id="2" name="slide-topic">
            <a:extLst xmlns:a="http://schemas.openxmlformats.org/drawingml/2006/main">
              <a:ext uri="{FF2B5EF4-FFF2-40B4-BE49-F238E27FC236}">
                <a16:creationId xmlns:a16="http://schemas.microsoft.com/office/drawing/2014/main" id="{20247118-085A-4184-988B-6B8B1C9BFB55}"/>
              </a:ext>
            </a:extLst>
          </p:cNvPr>
          <p:cNvSpPr>
            <a:spLocks xmlns:a="http://schemas.openxmlformats.org/drawingml/2006/main" noGrp="1"/>
          </p:cNvSpPr>
          <p:nvPr/>
        </p:nvSpPr>
        <p:spPr>
          <a:xfrm xmlns:a="http://schemas.openxmlformats.org/drawingml/2006/main">
            <a:off x="658368" y="1709928"/>
            <a:ext cx="10881360" cy="5486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2400" b="1">
                <a:solidFill>
                  <a:srgbClr val="243746"/>
                </a:solidFill>
                <a:latin typeface="Noto Sans CJK SC"/>
                <a:ea typeface="Noto Sans CJK SC"/>
                <a:cs typeface="Noto Sans CJK SC"/>
              </a:defRPr>
            </a:defPPr>
          </a:lstStyle>
          <a:p xmlns:a="http://schemas.openxmlformats.org/drawingml/2006/main">
            <a:pPr algn="l">
              <a:lnSpc>
                <a:spcPct val="103000"/>
              </a:lnSpc>
              <a:buNone/>
              <a:defRPr sz="2400" b="1">
                <a:solidFill>
                  <a:srgbClr val="243746"/>
                </a:solidFill>
                <a:latin typeface="Noto Sans CJK SC"/>
                <a:ea typeface="Noto Sans CJK SC"/>
                <a:cs typeface="Noto Sans CJK SC"/>
              </a:defRPr>
            </a:pPr>
            <a:r>
              <a:rPr sz="2400" b="1">
                <a:solidFill>
                  <a:srgbClr val="243746"/>
                </a:solidFill>
                <a:latin typeface="Noto Sans CJK SC"/>
                <a:ea typeface="Noto Sans CJK SC"/>
                <a:cs typeface="Noto Sans CJK SC"/>
              </a:rPr>
              <a:t>两种端点政策：杜绝误报 N 与一网打尽 C</a:t>
            </a:r>
          </a:p>
        </p:txBody>
      </p:sp>
      <p:pic>
        <p:nvPicPr>
          <p:cNvPr id="3" name="">
            <a:extLst xmlns:a="http://schemas.openxmlformats.org/drawingml/2006/main">
              <a:ext uri="{FF2B5EF4-FFF2-40B4-BE49-F238E27FC236}">
                <a16:creationId xmlns:a16="http://schemas.microsoft.com/office/drawing/2014/main" id="{31CE81E7-12B2-45C8-9AB4-FCEF0954D03E}"/>
              </a:ext>
            </a:extLst>
          </p:cNvPr>
          <p:cNvPicPr>
            <a:picLocks xmlns:a="http://schemas.openxmlformats.org/drawingml/2006/main" noChangeAspect="1"/>
          </p:cNvPicPr>
          <p:nvPr/>
        </p:nvPicPr>
        <p:blipFill>
          <a:blip xmlns:r="http://schemas.openxmlformats.org/officeDocument/2006/relationships" xmlns:a="http://schemas.openxmlformats.org/drawingml/2006/main" r:embed="Rbb3fc1ba72f2498b"/>
          <a:stretch xmlns:a="http://schemas.openxmlformats.org/drawingml/2006/main"/>
        </p:blipFill>
        <p:spPr>
          <a:xfrm xmlns:a="http://schemas.openxmlformats.org/drawingml/2006/main">
            <a:off x="1547636" y="2359152"/>
            <a:ext cx="9102825" cy="658368"/>
          </a:xfrm>
          <a:prstGeom xmlns:a="http://schemas.openxmlformats.org/drawingml/2006/main" prst="rect">
            <a:avLst/>
          </a:prstGeom>
        </p:spPr>
      </p:pic>
      <p:graphicFrame>
        <p:nvGraphicFramePr>
          <p:cNvPr id="4" name="">
            <a:extLst xmlns:a="http://schemas.openxmlformats.org/drawingml/2006/main">
              <a:ext uri="{FF2B5EF4-FFF2-40B4-BE49-F238E27FC236}">
                <a16:creationId xmlns:a16="http://schemas.microsoft.com/office/drawing/2014/main" id="{FB3C8ECE-E8B3-443A-AE4F-4654AE48F51C}"/>
              </a:ext>
            </a:extLst>
          </p:cNvPr>
          <p:cNvGraphicFramePr/>
          <p:nvPr/>
        </p:nvGraphicFramePr>
        <p:xfrm>
          <a:off xmlns:a="http://schemas.openxmlformats.org/drawingml/2006/main" x="658368" y="3474720"/>
          <a:ext xmlns:a="http://schemas.openxmlformats.org/drawingml/2006/main" cx="10872216" cy="1600200"/>
        </p:xfrm>
        <a:graphic xmlns:a="http://schemas.openxmlformats.org/drawingml/2006/main">
          <a:graphicData uri="http://schemas.openxmlformats.org/drawingml/2006/table">
            <a:tbl>
              <a:tblPr firstRow="1" bandRow="0"/>
              <a:tblGrid>
                <a:gridCol w="2935224"/>
                <a:gridCol w="4041648"/>
                <a:gridCol w="3895344"/>
              </a:tblGrid>
              <a:tr h="533400">
                <a:tc>
                  <a:txBody>
                    <a:bodyPr wrap="square">
                      <a:noAutofit/>
                    </a:bodyPr>
                    <a:lstStyle/>
                    <a:p>
                      <a:pPr algn="l">
                        <a:lnSpc>
                          <a:spcPct val="100000"/>
                        </a:lnSpc>
                        <a:buNone/>
                      </a:pPr>
                      <a:r>
                        <a:rPr sz="2050" b="1">
                          <a:solidFill>
                            <a:srgbClr val="FFFFFF"/>
                          </a:solidFill>
                          <a:latin typeface="Noto Sans CJK SC"/>
                          <a:ea typeface="Noto Sans CJK SC"/>
                          <a:cs typeface="Noto Sans CJK SC"/>
                        </a:rPr>
                        <a:t>政策</a:t>
                      </a:r>
                    </a:p>
                  </a:txBody>
                  <a:tcPr marL="85725" marR="85725" marT="57150" marB="57150" anchor="ctr">
                    <a:solidFill>
                      <a:srgbClr val="587C95"/>
                    </a:solidFill>
                  </a:tcPr>
                </a:tc>
                <a:tc>
                  <a:txBody>
                    <a:bodyPr wrap="square">
                      <a:noAutofit/>
                    </a:bodyPr>
                    <a:lstStyle/>
                    <a:p>
                      <a:pPr algn="l">
                        <a:lnSpc>
                          <a:spcPct val="100000"/>
                        </a:lnSpc>
                        <a:buNone/>
                      </a:pPr>
                      <a:r>
                        <a:rPr sz="2050" b="1">
                          <a:solidFill>
                            <a:srgbClr val="FFFFFF"/>
                          </a:solidFill>
                          <a:latin typeface="Noto Sans CJK SC"/>
                          <a:ea typeface="Noto Sans CJK SC"/>
                          <a:cs typeface="Noto Sans CJK SC"/>
                        </a:rPr>
                        <a:t>最优误差</a:t>
                      </a:r>
                    </a:p>
                  </a:txBody>
                  <a:tcPr marL="85725" marR="85725" marT="57150" marB="57150" anchor="ctr">
                    <a:solidFill>
                      <a:srgbClr val="587C95"/>
                    </a:solidFill>
                  </a:tcPr>
                </a:tc>
                <a:tc>
                  <a:txBody>
                    <a:bodyPr wrap="square">
                      <a:noAutofit/>
                    </a:bodyPr>
                    <a:lstStyle/>
                    <a:p>
                      <a:pPr algn="l">
                        <a:lnSpc>
                          <a:spcPct val="100000"/>
                        </a:lnSpc>
                        <a:buNone/>
                      </a:pPr>
                      <a:r>
                        <a:rPr sz="2050" b="1">
                          <a:solidFill>
                            <a:srgbClr val="FFFFFF"/>
                          </a:solidFill>
                          <a:latin typeface="Noto Sans CJK SC"/>
                          <a:ea typeface="Noto Sans CJK SC"/>
                          <a:cs typeface="Noto Sans CJK SC"/>
                        </a:rPr>
                        <a:t>尚未消除的风险</a:t>
                      </a:r>
                    </a:p>
                  </a:txBody>
                  <a:tcPr marL="85725" marR="85725" marT="57150" marB="57150" anchor="ctr">
                    <a:solidFill>
                      <a:srgbClr val="587C95"/>
                    </a:solidFill>
                  </a:tcPr>
                </a:tc>
              </a:tr>
              <a:tr h="533400">
                <a:tc>
                  <a:txBody>
                    <a:bodyPr wrap="square">
                      <a:noAutofit/>
                    </a:bodyPr>
                    <a:lstStyle/>
                    <a:p>
                      <a:pPr algn="l">
                        <a:lnSpc>
                          <a:spcPct val="100000"/>
                        </a:lnSpc>
                        <a:buNone/>
                      </a:pPr>
                      <a:r>
                        <a:rPr sz="2000" b="0">
                          <a:solidFill>
                            <a:srgbClr val="243746"/>
                          </a:solidFill>
                          <a:latin typeface="Noto Sans CJK SC"/>
                          <a:ea typeface="Noto Sans CJK SC"/>
                          <a:cs typeface="Noto Sans CJK SC"/>
                        </a:rPr>
                        <a:t>N：杜绝误报</a:t>
                      </a:r>
                    </a:p>
                  </a:txBody>
                  <a:tcPr marL="85725" marR="85725" marT="57150" marB="57150" anchor="ctr">
                    <a:solidFill>
                      <a:srgbClr val="F0F4F7"/>
                    </a:solidFill>
                  </a:tcPr>
                </a:tc>
                <a:tc>
                  <a:txBody>
                    <a:bodyPr wrap="square">
                      <a:noAutofit/>
                    </a:bodyPr>
                    <a:lstStyle/>
                    <a:p>
                      <a:pPr algn="l">
                        <a:lnSpc>
                          <a:spcPct val="100000"/>
                        </a:lnSpc>
                        <a:buNone/>
                      </a:pPr>
                      <a:r>
                        <a:rPr sz="2000" b="0">
                          <a:solidFill>
                            <a:srgbClr val="243746"/>
                          </a:solidFill>
                          <a:latin typeface="Noto Sans CJK SC"/>
                          <a:ea typeface="Noto Sans CJK SC"/>
                          <a:cs typeface="Noto Sans CJK SC"/>
                        </a:rPr>
                        <a:t>α*=0，β*=(1−b0)/(1−e)</a:t>
                      </a:r>
                    </a:p>
                  </a:txBody>
                  <a:tcPr marL="85725" marR="85725" marT="57150" marB="57150" anchor="ctr">
                    <a:solidFill>
                      <a:srgbClr val="F0F4F7"/>
                    </a:solidFill>
                  </a:tcPr>
                </a:tc>
                <a:tc>
                  <a:txBody>
                    <a:bodyPr wrap="square">
                      <a:noAutofit/>
                    </a:bodyPr>
                    <a:lstStyle/>
                    <a:p>
                      <a:pPr algn="l">
                        <a:lnSpc>
                          <a:spcPct val="100000"/>
                        </a:lnSpc>
                        <a:buNone/>
                      </a:pPr>
                      <a:r>
                        <a:rPr sz="2000" b="0">
                          <a:solidFill>
                            <a:srgbClr val="243746"/>
                          </a:solidFill>
                          <a:latin typeface="Noto Sans CJK SC"/>
                          <a:ea typeface="Noto Sans CJK SC"/>
                          <a:cs typeface="Noto Sans CJK SC"/>
                        </a:rPr>
                        <a:t>仍可能漏检违规者</a:t>
                      </a:r>
                    </a:p>
                  </a:txBody>
                  <a:tcPr marL="85725" marR="85725" marT="57150" marB="57150" anchor="ctr">
                    <a:solidFill>
                      <a:srgbClr val="F0F4F7"/>
                    </a:solidFill>
                  </a:tcPr>
                </a:tc>
              </a:tr>
              <a:tr h="533400">
                <a:tc>
                  <a:txBody>
                    <a:bodyPr wrap="square">
                      <a:noAutofit/>
                    </a:bodyPr>
                    <a:lstStyle/>
                    <a:p>
                      <a:pPr algn="l">
                        <a:lnSpc>
                          <a:spcPct val="100000"/>
                        </a:lnSpc>
                        <a:buNone/>
                      </a:pPr>
                      <a:r>
                        <a:rPr sz="2000" b="0">
                          <a:solidFill>
                            <a:srgbClr val="243746"/>
                          </a:solidFill>
                          <a:latin typeface="Noto Sans CJK SC"/>
                          <a:ea typeface="Noto Sans CJK SC"/>
                          <a:cs typeface="Noto Sans CJK SC"/>
                        </a:rPr>
                        <a:t>C：一网打尽</a:t>
                      </a:r>
                    </a:p>
                  </a:txBody>
                  <a:tcPr marL="85725" marR="85725" marT="57150" marB="57150" anchor="ctr">
                    <a:solidFill>
                      <a:srgbClr val="FFFFFF"/>
                    </a:solidFill>
                  </a:tcPr>
                </a:tc>
                <a:tc>
                  <a:txBody>
                    <a:bodyPr wrap="square">
                      <a:noAutofit/>
                    </a:bodyPr>
                    <a:lstStyle/>
                    <a:p>
                      <a:pPr algn="l">
                        <a:lnSpc>
                          <a:spcPct val="100000"/>
                        </a:lnSpc>
                        <a:buNone/>
                      </a:pPr>
                      <a:r>
                        <a:rPr sz="2000" b="0">
                          <a:solidFill>
                            <a:srgbClr val="243746"/>
                          </a:solidFill>
                          <a:latin typeface="Noto Sans CJK SC"/>
                          <a:ea typeface="Noto Sans CJK SC"/>
                          <a:cs typeface="Noto Sans CJK SC"/>
                        </a:rPr>
                        <a:t>α*=(1−b0)/e，β*=0</a:t>
                      </a:r>
                    </a:p>
                  </a:txBody>
                  <a:tcPr marL="85725" marR="85725" marT="57150" marB="57150" anchor="ctr">
                    <a:solidFill>
                      <a:srgbClr val="FFFFFF"/>
                    </a:solidFill>
                  </a:tcPr>
                </a:tc>
                <a:tc>
                  <a:txBody>
                    <a:bodyPr wrap="square">
                      <a:noAutofit/>
                    </a:bodyPr>
                    <a:lstStyle/>
                    <a:p>
                      <a:pPr algn="l">
                        <a:lnSpc>
                          <a:spcPct val="100000"/>
                        </a:lnSpc>
                        <a:buNone/>
                      </a:pPr>
                      <a:r>
                        <a:rPr sz="2000" b="0">
                          <a:solidFill>
                            <a:srgbClr val="243746"/>
                          </a:solidFill>
                          <a:latin typeface="Noto Sans CJK SC"/>
                          <a:ea typeface="Noto Sans CJK SC"/>
                          <a:cs typeface="Noto Sans CJK SC"/>
                        </a:rPr>
                        <a:t>仍可能误伤合规者</a:t>
                      </a:r>
                    </a:p>
                  </a:txBody>
                  <a:tcPr marL="85725" marR="85725" marT="57150" marB="57150" anchor="ctr">
                    <a:solidFill>
                      <a:srgbClr val="FFFFFF"/>
                    </a:solidFill>
                  </a:tcPr>
                </a:tc>
              </a:tr>
            </a:tbl>
          </a:graphicData>
        </a:graphic>
      </p:graphicFrame>
      <p:sp>
        <p:nvSpPr>
          <p:cNvPr id="5" name="text-2">
            <a:extLst xmlns:a="http://schemas.openxmlformats.org/drawingml/2006/main">
              <a:ext uri="{FF2B5EF4-FFF2-40B4-BE49-F238E27FC236}">
                <a16:creationId xmlns:a16="http://schemas.microsoft.com/office/drawing/2014/main" id="{81610BF9-CB42-4810-9867-5464E2A28E75}"/>
              </a:ext>
            </a:extLst>
          </p:cNvPr>
          <p:cNvSpPr>
            <a:spLocks xmlns:a="http://schemas.openxmlformats.org/drawingml/2006/main" noGrp="1"/>
          </p:cNvSpPr>
          <p:nvPr/>
        </p:nvSpPr>
        <p:spPr>
          <a:xfrm xmlns:a="http://schemas.openxmlformats.org/drawingml/2006/main">
            <a:off x="804672" y="5321808"/>
            <a:ext cx="10524744" cy="75895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1850" b="1">
                <a:solidFill>
                  <a:srgbClr val="587C95"/>
                </a:solidFill>
                <a:latin typeface="Noto Sans CJK SC"/>
                <a:ea typeface="Noto Sans CJK SC"/>
                <a:cs typeface="Noto Sans CJK SC"/>
              </a:defRPr>
            </a:defPPr>
          </a:lstStyle>
          <a:p xmlns:a="http://schemas.openxmlformats.org/drawingml/2006/main">
            <a:pPr algn="l">
              <a:lnSpc>
                <a:spcPct val="103000"/>
              </a:lnSpc>
              <a:buNone/>
              <a:defRPr sz="1850" b="1">
                <a:solidFill>
                  <a:srgbClr val="587C95"/>
                </a:solidFill>
                <a:latin typeface="Noto Sans CJK SC"/>
                <a:ea typeface="Noto Sans CJK SC"/>
                <a:cs typeface="Noto Sans CJK SC"/>
              </a:defRPr>
            </a:pPr>
            <a:r>
              <a:rPr sz="1850" b="1">
                <a:solidFill>
                  <a:srgbClr val="587C95"/>
                </a:solidFill>
                <a:latin typeface="Noto Sans CJK SC"/>
                <a:ea typeface="Noto Sans CJK SC"/>
                <a:cs typeface="Noto Sans CJK SC"/>
              </a:rPr>
              <a:t>固定准确度后，最优治理损失是两条线性损失的较小者。</a:t>
            </a:r>
          </a:p>
          <a:p xmlns:a="http://schemas.openxmlformats.org/drawingml/2006/main">
            <a:pPr algn="l">
              <a:lnSpc>
                <a:spcPct val="103000"/>
              </a:lnSpc>
              <a:buNone/>
              <a:defRPr sz="1850" b="1">
                <a:solidFill>
                  <a:srgbClr val="587C95"/>
                </a:solidFill>
                <a:latin typeface="Noto Sans CJK SC"/>
                <a:ea typeface="Noto Sans CJK SC"/>
                <a:cs typeface="Noto Sans CJK SC"/>
              </a:defRPr>
            </a:pPr>
            <a:r>
              <a:rPr sz="1850" b="1">
                <a:solidFill>
                  <a:srgbClr val="587C95"/>
                </a:solidFill>
                <a:latin typeface="Noto Sans CJK SC"/>
                <a:ea typeface="Noto Sans CJK SC"/>
                <a:cs typeface="Noto Sans CJK SC"/>
              </a:rPr>
              <a:t>它在等准确度线段上为凹函数，最小值可取两个端点。</a:t>
            </a:r>
          </a:p>
        </p:txBody>
      </p:sp>
      <p:sp>
        <p:nvSpPr>
          <p:cNvPr id="6" name="text-3">
            <a:extLst xmlns:a="http://schemas.openxmlformats.org/drawingml/2006/main">
              <a:ext uri="{FF2B5EF4-FFF2-40B4-BE49-F238E27FC236}">
                <a16:creationId xmlns:a16="http://schemas.microsoft.com/office/drawing/2014/main" id="{5BB16E4D-2F16-4AA1-8715-C49B75941848}"/>
              </a:ext>
            </a:extLst>
          </p:cNvPr>
          <p:cNvSpPr>
            <a:spLocks xmlns:a="http://schemas.openxmlformats.org/drawingml/2006/main" noGrp="1"/>
          </p:cNvSpPr>
          <p:nvPr/>
        </p:nvSpPr>
        <p:spPr>
          <a:xfrm xmlns:a="http://schemas.openxmlformats.org/drawingml/2006/main">
            <a:off x="822960" y="6135624"/>
            <a:ext cx="10515600" cy="28346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1400" b="0">
                <a:solidFill>
                  <a:srgbClr val="627281"/>
                </a:solidFill>
                <a:latin typeface="Noto Sans CJK SC"/>
                <a:ea typeface="Noto Sans CJK SC"/>
                <a:cs typeface="Noto Sans CJK SC"/>
              </a:defRPr>
            </a:defPPr>
          </a:lstStyle>
          <a:p xmlns:a="http://schemas.openxmlformats.org/drawingml/2006/main">
            <a:pPr algn="l">
              <a:lnSpc>
                <a:spcPct val="103000"/>
              </a:lnSpc>
              <a:buNone/>
              <a:defRPr sz="1400" b="0">
                <a:solidFill>
                  <a:srgbClr val="627281"/>
                </a:solidFill>
                <a:latin typeface="Noto Sans CJK SC"/>
                <a:ea typeface="Noto Sans CJK SC"/>
                <a:cs typeface="Noto Sans CJK SC"/>
              </a:defRPr>
            </a:pPr>
            <a:r>
              <a:rPr sz="1400" b="0">
                <a:solidFill>
                  <a:srgbClr val="627281"/>
                </a:solidFill>
                <a:latin typeface="Noto Sans CJK SC"/>
                <a:ea typeface="Noto Sans CJK SC"/>
                <a:cs typeface="Noto Sans CJK SC"/>
              </a:rPr>
              <a:t>边界 e=1：两种政策重合为 (α*,β*)=(0,0)；表中分母 1−e 的公式适用于 e&lt;1。</a:t>
            </a:r>
          </a:p>
        </p:txBody>
      </p:sp>
      <p:sp>
        <p:nvSpPr>
          <p:cNvPr id="7" name="source-footer">
            <a:extLst xmlns:a="http://schemas.openxmlformats.org/drawingml/2006/main">
              <a:ext uri="{FF2B5EF4-FFF2-40B4-BE49-F238E27FC236}">
                <a16:creationId xmlns:a16="http://schemas.microsoft.com/office/drawing/2014/main" id="{76D3E954-C89C-473E-B2D7-51C6AFD4EC1B}"/>
              </a:ext>
            </a:extLst>
          </p:cNvPr>
          <p:cNvSpPr>
            <a:spLocks xmlns:a="http://schemas.openxmlformats.org/drawingml/2006/main" noGrp="1"/>
          </p:cNvSpPr>
          <p:nvPr/>
        </p:nvSpPr>
        <p:spPr>
          <a:xfrm xmlns:a="http://schemas.openxmlformats.org/drawingml/2006/main">
            <a:off x="676656" y="6492240"/>
            <a:ext cx="10442448"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1040" b="0">
                <a:solidFill>
                  <a:srgbClr val="627281"/>
                </a:solidFill>
                <a:latin typeface="Noto Sans CJK SC"/>
                <a:ea typeface="Noto Sans CJK SC"/>
                <a:cs typeface="Noto Sans CJK SC"/>
              </a:defRPr>
            </a:defPPr>
          </a:lstStyle>
          <a:p xmlns:a="http://schemas.openxmlformats.org/drawingml/2006/main">
            <a:pPr algn="l">
              <a:lnSpc>
                <a:spcPct val="103000"/>
              </a:lnSpc>
              <a:buNone/>
              <a:defRPr sz="1040" b="0">
                <a:solidFill>
                  <a:srgbClr val="627281"/>
                </a:solidFill>
                <a:latin typeface="Noto Sans CJK SC"/>
                <a:ea typeface="Noto Sans CJK SC"/>
                <a:cs typeface="Noto Sans CJK SC"/>
              </a:defRPr>
            </a:pPr>
            <a:r>
              <a:rPr sz="1040" b="0">
                <a:solidFill>
                  <a:srgbClr val="627281"/>
                </a:solidFill>
                <a:latin typeface="Noto Sans CJK SC"/>
                <a:ea typeface="Noto Sans CJK SC"/>
                <a:cs typeface="Noto Sans CJK SC"/>
              </a:rPr>
              <a:t>§4，p. 7；N = No-false-alarm，C = Catch-all</a:t>
            </a:r>
          </a:p>
        </p:txBody>
      </p:sp>
      <p:sp>
        <p:nvSpPr>
          <p:cNvPr id="8" name="page-number">
            <a:extLst xmlns:a="http://schemas.openxmlformats.org/drawingml/2006/main">
              <a:ext uri="{FF2B5EF4-FFF2-40B4-BE49-F238E27FC236}">
                <a16:creationId xmlns:a16="http://schemas.microsoft.com/office/drawing/2014/main" id="{CCFE8E82-B48F-40EF-9685-C8FA9B422B52}"/>
              </a:ext>
            </a:extLst>
          </p:cNvPr>
          <p:cNvSpPr>
            <a:spLocks xmlns:a="http://schemas.openxmlformats.org/drawingml/2006/main" noGrp="1"/>
          </p:cNvSpPr>
          <p:nvPr/>
        </p:nvSpPr>
        <p:spPr>
          <a:xfrm xmlns:a="http://schemas.openxmlformats.org/drawingml/2006/main">
            <a:off x="11000232" y="6492240"/>
            <a:ext cx="502920"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r">
              <a:defRPr sz="1050" b="0">
                <a:solidFill>
                  <a:srgbClr val="587C95"/>
                </a:solidFill>
                <a:latin typeface="Noto Sans CJK SC"/>
                <a:ea typeface="Noto Sans CJK SC"/>
                <a:cs typeface="Noto Sans CJK SC"/>
              </a:defRPr>
            </a:defPPr>
          </a:lstStyle>
          <a:p xmlns:a="http://schemas.openxmlformats.org/drawingml/2006/main">
            <a:pPr algn="r">
              <a:lnSpc>
                <a:spcPct val="103000"/>
              </a:lnSpc>
              <a:buNone/>
              <a:defRPr sz="1050" b="0">
                <a:solidFill>
                  <a:srgbClr val="587C95"/>
                </a:solidFill>
                <a:latin typeface="Noto Sans CJK SC"/>
                <a:ea typeface="Noto Sans CJK SC"/>
                <a:cs typeface="Noto Sans CJK SC"/>
              </a:defRPr>
            </a:pPr>
            <a:r>
              <a:rPr sz="1050" b="0">
                <a:solidFill>
                  <a:srgbClr val="587C95"/>
                </a:solidFill>
                <a:latin typeface="Noto Sans CJK SC"/>
                <a:ea typeface="Noto Sans CJK SC"/>
                <a:cs typeface="Noto Sans CJK SC"/>
              </a:rPr>
              <a:t>14</a:t>
            </a:r>
          </a:p>
        </p:txBody>
      </p:sp>
    </p:spTree>
    <p:extLst>
      <p:ext uri="{BB962C8B-B14F-4D97-AF65-F5344CB8AC3E}">
        <p14:creationId xmlns:p14="http://schemas.microsoft.com/office/powerpoint/2010/main" val="481675066"/>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sp>
        <p:nvSpPr>
          <p:cNvPr id="7" name="section-heading">
            <a:extLst xmlns:a="http://schemas.openxmlformats.org/drawingml/2006/main">
              <a:ext uri="{FF2B5EF4-FFF2-40B4-BE49-F238E27FC236}">
                <a16:creationId xmlns:a16="http://schemas.microsoft.com/office/drawing/2014/main" id="{CFB20AF5-379F-472D-8C27-9A2B0DB8A2C7}"/>
              </a:ext>
            </a:extLst>
          </p:cNvPr>
          <p:cNvSpPr>
            <a:spLocks xmlns:a="http://schemas.openxmlformats.org/drawingml/2006/main" noGrp="1"/>
          </p:cNvSpPr>
          <p:nvPr/>
        </p:nvSpPr>
        <p:spPr>
          <a:xfrm xmlns:a="http://schemas.openxmlformats.org/drawingml/2006/main">
            <a:off x="1499616" y="630936"/>
            <a:ext cx="9784080" cy="5486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2700" b="1">
                <a:solidFill>
                  <a:srgbClr val="243746"/>
                </a:solidFill>
                <a:latin typeface="Noto Sans CJK SC"/>
                <a:ea typeface="Noto Sans CJK SC"/>
                <a:cs typeface="Noto Sans CJK SC"/>
              </a:defRPr>
            </a:defPPr>
          </a:lstStyle>
          <a:p xmlns:a="http://schemas.openxmlformats.org/drawingml/2006/main">
            <a:pPr algn="l">
              <a:lnSpc>
                <a:spcPct val="103000"/>
              </a:lnSpc>
              <a:buNone/>
              <a:defRPr sz="2700" b="1">
                <a:solidFill>
                  <a:srgbClr val="243746"/>
                </a:solidFill>
                <a:latin typeface="Noto Sans CJK SC"/>
                <a:ea typeface="Noto Sans CJK SC"/>
                <a:cs typeface="Noto Sans CJK SC"/>
              </a:defRPr>
            </a:pPr>
            <a:r>
              <a:rPr sz="2700" b="1">
                <a:solidFill>
                  <a:srgbClr val="243746"/>
                </a:solidFill>
                <a:latin typeface="Noto Sans CJK SC"/>
                <a:ea typeface="Noto Sans CJK SC"/>
                <a:cs typeface="Noto Sans CJK SC"/>
              </a:rPr>
              <a:t>五、模型分析：一对一基准</a:t>
            </a:r>
          </a:p>
        </p:txBody>
      </p:sp>
      <p:sp>
        <p:nvSpPr>
          <p:cNvPr id="2" name="slide-topic">
            <a:extLst xmlns:a="http://schemas.openxmlformats.org/drawingml/2006/main">
              <a:ext uri="{FF2B5EF4-FFF2-40B4-BE49-F238E27FC236}">
                <a16:creationId xmlns:a16="http://schemas.microsoft.com/office/drawing/2014/main" id="{14F2F1D6-27EF-4DF1-9C0A-0908AE587F4F}"/>
              </a:ext>
            </a:extLst>
          </p:cNvPr>
          <p:cNvSpPr>
            <a:spLocks xmlns:a="http://schemas.openxmlformats.org/drawingml/2006/main" noGrp="1"/>
          </p:cNvSpPr>
          <p:nvPr/>
        </p:nvSpPr>
        <p:spPr>
          <a:xfrm xmlns:a="http://schemas.openxmlformats.org/drawingml/2006/main">
            <a:off x="658368" y="1709928"/>
            <a:ext cx="10881360" cy="5486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2400" b="1">
                <a:solidFill>
                  <a:srgbClr val="243746"/>
                </a:solidFill>
                <a:latin typeface="Noto Sans CJK SC"/>
                <a:ea typeface="Noto Sans CJK SC"/>
                <a:cs typeface="Noto Sans CJK SC"/>
              </a:defRPr>
            </a:defPPr>
          </a:lstStyle>
          <a:p xmlns:a="http://schemas.openxmlformats.org/drawingml/2006/main">
            <a:pPr algn="l">
              <a:lnSpc>
                <a:spcPct val="103000"/>
              </a:lnSpc>
              <a:buNone/>
              <a:defRPr sz="2400" b="1">
                <a:solidFill>
                  <a:srgbClr val="243746"/>
                </a:solidFill>
                <a:latin typeface="Noto Sans CJK SC"/>
                <a:ea typeface="Noto Sans CJK SC"/>
                <a:cs typeface="Noto Sans CJK SC"/>
              </a:defRPr>
            </a:pPr>
            <a:r>
              <a:rPr sz="2400" b="1">
                <a:solidFill>
                  <a:srgbClr val="243746"/>
                </a:solidFill>
                <a:latin typeface="Noto Sans CJK SC"/>
                <a:ea typeface="Noto Sans CJK SC"/>
                <a:cs typeface="Noto Sans CJK SC"/>
              </a:rPr>
              <a:t>命题 1：治理成本决定错误政策的分区</a:t>
            </a:r>
          </a:p>
        </p:txBody>
      </p:sp>
      <p:graphicFrame>
        <p:nvGraphicFramePr>
          <p:cNvPr id="3" name="">
            <a:extLst xmlns:a="http://schemas.openxmlformats.org/drawingml/2006/main">
              <a:ext uri="{FF2B5EF4-FFF2-40B4-BE49-F238E27FC236}">
                <a16:creationId xmlns:a16="http://schemas.microsoft.com/office/drawing/2014/main" id="{C24AFDFC-1EB7-4178-A43B-455FE796535B}"/>
              </a:ext>
            </a:extLst>
          </p:cNvPr>
          <p:cNvGraphicFramePr/>
          <p:nvPr/>
        </p:nvGraphicFramePr>
        <p:xfrm>
          <a:off xmlns:a="http://schemas.openxmlformats.org/drawingml/2006/main" x="658368" y="2414016"/>
          <a:ext xmlns:a="http://schemas.openxmlformats.org/drawingml/2006/main" cx="10872216" cy="3364992"/>
        </p:xfrm>
        <a:graphic xmlns:a="http://schemas.openxmlformats.org/drawingml/2006/main">
          <a:graphicData uri="http://schemas.openxmlformats.org/drawingml/2006/table">
            <a:tbl>
              <a:tblPr firstRow="1" bandRow="0"/>
              <a:tblGrid>
                <a:gridCol w="4553712"/>
                <a:gridCol w="3675888"/>
                <a:gridCol w="2642616"/>
              </a:tblGrid>
              <a:tr h="672998">
                <a:tc>
                  <a:txBody>
                    <a:bodyPr wrap="square">
                      <a:noAutofit/>
                    </a:bodyPr>
                    <a:lstStyle/>
                    <a:p>
                      <a:pPr algn="l">
                        <a:lnSpc>
                          <a:spcPct val="100000"/>
                        </a:lnSpc>
                        <a:buNone/>
                      </a:pPr>
                      <a:r>
                        <a:rPr sz="1800" b="1">
                          <a:solidFill>
                            <a:srgbClr val="FFFFFF"/>
                          </a:solidFill>
                          <a:latin typeface="Noto Sans CJK SC"/>
                          <a:ea typeface="Noto Sans CJK SC"/>
                          <a:cs typeface="Noto Sans CJK SC"/>
                        </a:rPr>
                        <a:t>成本区域</a:t>
                      </a:r>
                    </a:p>
                  </a:txBody>
                  <a:tcPr marL="85725" marR="85725" marT="57150" marB="57150" anchor="ctr">
                    <a:solidFill>
                      <a:srgbClr val="587C95"/>
                    </a:solidFill>
                  </a:tcPr>
                </a:tc>
                <a:tc>
                  <a:txBody>
                    <a:bodyPr wrap="square">
                      <a:noAutofit/>
                    </a:bodyPr>
                    <a:lstStyle/>
                    <a:p>
                      <a:pPr algn="l">
                        <a:lnSpc>
                          <a:spcPct val="100000"/>
                        </a:lnSpc>
                        <a:buNone/>
                      </a:pPr>
                      <a:r>
                        <a:rPr sz="1800" b="1">
                          <a:solidFill>
                            <a:srgbClr val="FFFFFF"/>
                          </a:solidFill>
                          <a:latin typeface="Noto Sans CJK SC"/>
                          <a:ea typeface="Noto Sans CJK SC"/>
                          <a:cs typeface="Noto Sans CJK SC"/>
                        </a:rPr>
                        <a:t>比较条件</a:t>
                      </a:r>
                    </a:p>
                  </a:txBody>
                  <a:tcPr marL="85725" marR="85725" marT="57150" marB="57150" anchor="ctr">
                    <a:solidFill>
                      <a:srgbClr val="587C95"/>
                    </a:solidFill>
                  </a:tcPr>
                </a:tc>
                <a:tc>
                  <a:txBody>
                    <a:bodyPr wrap="square">
                      <a:noAutofit/>
                    </a:bodyPr>
                    <a:lstStyle/>
                    <a:p>
                      <a:pPr algn="l">
                        <a:lnSpc>
                          <a:spcPct val="100000"/>
                        </a:lnSpc>
                        <a:buNone/>
                      </a:pPr>
                      <a:r>
                        <a:rPr sz="1800" b="1">
                          <a:solidFill>
                            <a:srgbClr val="FFFFFF"/>
                          </a:solidFill>
                          <a:latin typeface="Noto Sans CJK SC"/>
                          <a:ea typeface="Noto Sans CJK SC"/>
                          <a:cs typeface="Noto Sans CJK SC"/>
                        </a:rPr>
                        <a:t>最优政策</a:t>
                      </a:r>
                    </a:p>
                  </a:txBody>
                  <a:tcPr marL="85725" marR="85725" marT="57150" marB="57150" anchor="ctr">
                    <a:solidFill>
                      <a:srgbClr val="587C95"/>
                    </a:solidFill>
                  </a:tcPr>
                </a:tc>
              </a:tr>
              <a:tr h="672998">
                <a:tc>
                  <a:txBody>
                    <a:bodyPr wrap="square">
                      <a:noAutofit/>
                    </a:bodyPr>
                    <a:lstStyle/>
                    <a:p>
                      <a:pPr algn="l">
                        <a:lnSpc>
                          <a:spcPct val="100000"/>
                        </a:lnSpc>
                        <a:buNone/>
                      </a:pPr>
                      <a:r>
                        <a:rPr sz="1750" b="0">
                          <a:solidFill>
                            <a:srgbClr val="243746"/>
                          </a:solidFill>
                          <a:latin typeface="Noto Sans CJK SC"/>
                          <a:ea typeface="Noto Sans CJK SC"/>
                          <a:cs typeface="Noto Sans CJK SC"/>
                        </a:rPr>
                        <a:t>(i) Δs &gt; Δr</a:t>
                      </a:r>
                    </a:p>
                  </a:txBody>
                  <a:tcPr marL="85725" marR="85725" marT="57150" marB="57150" anchor="ctr">
                    <a:solidFill>
                      <a:srgbClr val="F0F4F7"/>
                    </a:solidFill>
                  </a:tcPr>
                </a:tc>
                <a:tc>
                  <a:txBody>
                    <a:bodyPr wrap="square">
                      <a:noAutofit/>
                    </a:bodyPr>
                    <a:lstStyle/>
                    <a:p>
                      <a:pPr algn="l">
                        <a:lnSpc>
                          <a:spcPct val="100000"/>
                        </a:lnSpc>
                        <a:buNone/>
                      </a:pPr>
                      <a:r>
                        <a:rPr sz="1750" b="0">
                          <a:solidFill>
                            <a:srgbClr val="243746"/>
                          </a:solidFill>
                          <a:latin typeface="Noto Sans CJK SC"/>
                          <a:ea typeface="Noto Sans CJK SC"/>
                          <a:cs typeface="Noto Sans CJK SC"/>
                        </a:rPr>
                        <a:t>Δr &gt; Dβ/2；反之</a:t>
                      </a:r>
                    </a:p>
                  </a:txBody>
                  <a:tcPr marL="85725" marR="85725" marT="57150" marB="57150" anchor="ctr">
                    <a:solidFill>
                      <a:srgbClr val="F0F4F7"/>
                    </a:solidFill>
                  </a:tcPr>
                </a:tc>
                <a:tc>
                  <a:txBody>
                    <a:bodyPr wrap="square">
                      <a:noAutofit/>
                    </a:bodyPr>
                    <a:lstStyle/>
                    <a:p>
                      <a:pPr algn="l">
                        <a:lnSpc>
                          <a:spcPct val="100000"/>
                        </a:lnSpc>
                        <a:buNone/>
                      </a:pPr>
                      <a:r>
                        <a:rPr sz="1750" b="0">
                          <a:solidFill>
                            <a:srgbClr val="243746"/>
                          </a:solidFill>
                          <a:latin typeface="Noto Sans CJK SC"/>
                          <a:ea typeface="Noto Sans CJK SC"/>
                          <a:cs typeface="Noto Sans CJK SC"/>
                        </a:rPr>
                        <a:t>N；反之 C</a:t>
                      </a:r>
                    </a:p>
                  </a:txBody>
                  <a:tcPr marL="85725" marR="85725" marT="57150" marB="57150" anchor="ctr">
                    <a:solidFill>
                      <a:srgbClr val="F0F4F7"/>
                    </a:solidFill>
                  </a:tcPr>
                </a:tc>
              </a:tr>
              <a:tr h="672998">
                <a:tc>
                  <a:txBody>
                    <a:bodyPr wrap="square">
                      <a:noAutofit/>
                    </a:bodyPr>
                    <a:lstStyle/>
                    <a:p>
                      <a:pPr algn="l">
                        <a:lnSpc>
                          <a:spcPct val="100000"/>
                        </a:lnSpc>
                        <a:buNone/>
                      </a:pPr>
                      <a:r>
                        <a:rPr sz="1750" b="0">
                          <a:solidFill>
                            <a:srgbClr val="243746"/>
                          </a:solidFill>
                          <a:latin typeface="Noto Sans CJK SC"/>
                          <a:ea typeface="Noto Sans CJK SC"/>
                          <a:cs typeface="Noto Sans CJK SC"/>
                        </a:rPr>
                        <a:t>(ii) Δr &gt; Δs，且</a:t>
                      </a:r>
                    </a:p>
                    <a:p>
                      <a:pPr algn="l">
                        <a:lnSpc>
                          <a:spcPct val="100000"/>
                        </a:lnSpc>
                        <a:buNone/>
                      </a:pPr>
                      <a:r>
                        <a:rPr sz="1750" b="0">
                          <a:solidFill>
                            <a:srgbClr val="243746"/>
                          </a:solidFill>
                          <a:latin typeface="Noto Sans CJK SC"/>
                          <a:ea typeface="Noto Sans CJK SC"/>
                          <a:cs typeface="Noto Sans CJK SC"/>
                        </a:rPr>
                        <a:t>Δr &gt; min{Δs+Dα/2,Dβ/2}</a:t>
                      </a:r>
                    </a:p>
                  </a:txBody>
                  <a:tcPr marL="85725" marR="85725" marT="57150" marB="57150" anchor="ctr">
                    <a:solidFill>
                      <a:srgbClr val="FFFFFF"/>
                    </a:solidFill>
                  </a:tcPr>
                </a:tc>
                <a:tc>
                  <a:txBody>
                    <a:bodyPr wrap="square">
                      <a:noAutofit/>
                    </a:bodyPr>
                    <a:lstStyle/>
                    <a:p>
                      <a:pPr algn="l">
                        <a:lnSpc>
                          <a:spcPct val="100000"/>
                        </a:lnSpc>
                        <a:buNone/>
                      </a:pPr>
                      <a:r>
                        <a:rPr sz="1750" b="0">
                          <a:solidFill>
                            <a:srgbClr val="243746"/>
                          </a:solidFill>
                          <a:latin typeface="Noto Sans CJK SC"/>
                          <a:ea typeface="Noto Sans CJK SC"/>
                          <a:cs typeface="Noto Sans CJK SC"/>
                        </a:rPr>
                        <a:t>Δs &gt; (Dβ−Dα)/2；反之</a:t>
                      </a:r>
                    </a:p>
                  </a:txBody>
                  <a:tcPr marL="85725" marR="85725" marT="57150" marB="57150" anchor="ctr">
                    <a:solidFill>
                      <a:srgbClr val="FFFFFF"/>
                    </a:solidFill>
                  </a:tcPr>
                </a:tc>
                <a:tc>
                  <a:txBody>
                    <a:bodyPr wrap="square">
                      <a:noAutofit/>
                    </a:bodyPr>
                    <a:lstStyle/>
                    <a:p>
                      <a:pPr algn="l">
                        <a:lnSpc>
                          <a:spcPct val="100000"/>
                        </a:lnSpc>
                        <a:buNone/>
                      </a:pPr>
                      <a:r>
                        <a:rPr sz="1750" b="0">
                          <a:solidFill>
                            <a:srgbClr val="243746"/>
                          </a:solidFill>
                          <a:latin typeface="Noto Sans CJK SC"/>
                          <a:ea typeface="Noto Sans CJK SC"/>
                          <a:cs typeface="Noto Sans CJK SC"/>
                        </a:rPr>
                        <a:t>N；反之 C</a:t>
                      </a:r>
                    </a:p>
                  </a:txBody>
                  <a:tcPr marL="85725" marR="85725" marT="57150" marB="57150" anchor="ctr">
                    <a:solidFill>
                      <a:srgbClr val="FFFFFF"/>
                    </a:solidFill>
                  </a:tcPr>
                </a:tc>
              </a:tr>
              <a:tr h="672998">
                <a:tc>
                  <a:txBody>
                    <a:bodyPr wrap="square">
                      <a:noAutofit/>
                    </a:bodyPr>
                    <a:lstStyle/>
                    <a:p>
                      <a:pPr algn="l">
                        <a:lnSpc>
                          <a:spcPct val="100000"/>
                        </a:lnSpc>
                        <a:buNone/>
                      </a:pPr>
                      <a:r>
                        <a:rPr sz="1750" b="0">
                          <a:solidFill>
                            <a:srgbClr val="243746"/>
                          </a:solidFill>
                          <a:latin typeface="Noto Sans CJK SC"/>
                          <a:ea typeface="Noto Sans CJK SC"/>
                          <a:cs typeface="Noto Sans CJK SC"/>
                        </a:rPr>
                        <a:t>(iii.a) Δs &lt; Δr &lt; min{Δs+Dα/2,Dβ/2}</a:t>
                      </a:r>
                    </a:p>
                  </a:txBody>
                  <a:tcPr marL="85725" marR="85725" marT="57150" marB="57150" anchor="ctr">
                    <a:solidFill>
                      <a:srgbClr val="F0F4F7"/>
                    </a:solidFill>
                  </a:tcPr>
                </a:tc>
                <a:tc>
                  <a:txBody>
                    <a:bodyPr wrap="square">
                      <a:noAutofit/>
                    </a:bodyPr>
                    <a:lstStyle/>
                    <a:p>
                      <a:pPr algn="l">
                        <a:lnSpc>
                          <a:spcPct val="100000"/>
                        </a:lnSpc>
                        <a:buNone/>
                      </a:pPr>
                      <a:r>
                        <a:rPr sz="1750" b="0">
                          <a:solidFill>
                            <a:srgbClr val="243746"/>
                          </a:solidFill>
                          <a:latin typeface="Noto Sans CJK SC"/>
                          <a:ea typeface="Noto Sans CJK SC"/>
                          <a:cs typeface="Noto Sans CJK SC"/>
                        </a:rPr>
                        <a:t>Δs &lt; (Dβ−Dα)/2</a:t>
                      </a:r>
                    </a:p>
                  </a:txBody>
                  <a:tcPr marL="85725" marR="85725" marT="57150" marB="57150" anchor="ctr">
                    <a:solidFill>
                      <a:srgbClr val="F0F4F7"/>
                    </a:solidFill>
                  </a:tcPr>
                </a:tc>
                <a:tc>
                  <a:txBody>
                    <a:bodyPr wrap="square">
                      <a:noAutofit/>
                    </a:bodyPr>
                    <a:lstStyle/>
                    <a:p>
                      <a:pPr algn="l">
                        <a:lnSpc>
                          <a:spcPct val="100000"/>
                        </a:lnSpc>
                        <a:buNone/>
                      </a:pPr>
                      <a:r>
                        <a:rPr sz="1750" b="0">
                          <a:solidFill>
                            <a:srgbClr val="243746"/>
                          </a:solidFill>
                          <a:latin typeface="Noto Sans CJK SC"/>
                          <a:ea typeface="Noto Sans CJK SC"/>
                          <a:cs typeface="Noto Sans CJK SC"/>
                        </a:rPr>
                        <a:t>始终 C</a:t>
                      </a:r>
                    </a:p>
                  </a:txBody>
                  <a:tcPr marL="85725" marR="85725" marT="57150" marB="57150" anchor="ctr">
                    <a:solidFill>
                      <a:srgbClr val="F0F4F7"/>
                    </a:solidFill>
                  </a:tcPr>
                </a:tc>
              </a:tr>
              <a:tr h="672998">
                <a:tc>
                  <a:txBody>
                    <a:bodyPr wrap="square">
                      <a:noAutofit/>
                    </a:bodyPr>
                    <a:lstStyle/>
                    <a:p>
                      <a:pPr algn="l">
                        <a:lnSpc>
                          <a:spcPct val="100000"/>
                        </a:lnSpc>
                        <a:buNone/>
                      </a:pPr>
                      <a:r>
                        <a:rPr sz="1750" b="0">
                          <a:solidFill>
                            <a:srgbClr val="243746"/>
                          </a:solidFill>
                          <a:latin typeface="Noto Sans CJK SC"/>
                          <a:ea typeface="Noto Sans CJK SC"/>
                          <a:cs typeface="Noto Sans CJK SC"/>
                        </a:rPr>
                        <a:t>(iii.b) 同一切换区</a:t>
                      </a:r>
                    </a:p>
                  </a:txBody>
                  <a:tcPr marL="85725" marR="85725" marT="57150" marB="57150" anchor="ctr">
                    <a:solidFill>
                      <a:srgbClr val="FFFFFF"/>
                    </a:solidFill>
                  </a:tcPr>
                </a:tc>
                <a:tc>
                  <a:txBody>
                    <a:bodyPr wrap="square">
                      <a:noAutofit/>
                    </a:bodyPr>
                    <a:lstStyle/>
                    <a:p>
                      <a:pPr algn="l">
                        <a:lnSpc>
                          <a:spcPct val="100000"/>
                        </a:lnSpc>
                        <a:buNone/>
                      </a:pPr>
                      <a:r>
                        <a:rPr sz="1750" b="0">
                          <a:solidFill>
                            <a:srgbClr val="243746"/>
                          </a:solidFill>
                          <a:latin typeface="Noto Sans CJK SC"/>
                          <a:ea typeface="Noto Sans CJK SC"/>
                          <a:cs typeface="Noto Sans CJK SC"/>
                        </a:rPr>
                        <a:t>Δs &gt; (Dβ−Dα)/2；</a:t>
                      </a:r>
                    </a:p>
                    <a:p>
                      <a:pPr algn="l">
                        <a:lnSpc>
                          <a:spcPct val="100000"/>
                        </a:lnSpc>
                        <a:buNone/>
                      </a:pPr>
                      <a:r>
                        <a:rPr sz="1750" b="0">
                          <a:solidFill>
                            <a:srgbClr val="243746"/>
                          </a:solidFill>
                          <a:latin typeface="Noto Sans CJK SC"/>
                          <a:ea typeface="Noto Sans CJK SC"/>
                          <a:cs typeface="Noto Sans CJK SC"/>
                        </a:rPr>
                        <a:t>b0 &gt; 双横线阈值；反之</a:t>
                      </a:r>
                    </a:p>
                  </a:txBody>
                  <a:tcPr marL="85725" marR="85725" marT="57150" marB="57150" anchor="ctr">
                    <a:solidFill>
                      <a:srgbClr val="FFFFFF"/>
                    </a:solidFill>
                  </a:tcPr>
                </a:tc>
                <a:tc>
                  <a:txBody>
                    <a:bodyPr wrap="square">
                      <a:noAutofit/>
                    </a:bodyPr>
                    <a:lstStyle/>
                    <a:p>
                      <a:pPr algn="l">
                        <a:lnSpc>
                          <a:spcPct val="100000"/>
                        </a:lnSpc>
                        <a:buNone/>
                      </a:pPr>
                      <a:r>
                        <a:rPr sz="1750" b="0">
                          <a:solidFill>
                            <a:srgbClr val="243746"/>
                          </a:solidFill>
                          <a:latin typeface="Noto Sans CJK SC"/>
                          <a:ea typeface="Noto Sans CJK SC"/>
                          <a:cs typeface="Noto Sans CJK SC"/>
                        </a:rPr>
                        <a:t>N；反之 C</a:t>
                      </a:r>
                    </a:p>
                  </a:txBody>
                  <a:tcPr marL="85725" marR="85725" marT="57150" marB="57150" anchor="ctr">
                    <a:solidFill>
                      <a:srgbClr val="FFFFFF"/>
                    </a:solidFill>
                  </a:tcPr>
                </a:tc>
              </a:tr>
            </a:tbl>
          </a:graphicData>
        </a:graphic>
      </p:graphicFrame>
      <p:sp>
        <p:nvSpPr>
          <p:cNvPr id="4" name="text-2">
            <a:extLst xmlns:a="http://schemas.openxmlformats.org/drawingml/2006/main">
              <a:ext uri="{FF2B5EF4-FFF2-40B4-BE49-F238E27FC236}">
                <a16:creationId xmlns:a16="http://schemas.microsoft.com/office/drawing/2014/main" id="{BB98BCCD-5F5C-4E27-948D-EB35E893C5A3}"/>
              </a:ext>
            </a:extLst>
          </p:cNvPr>
          <p:cNvSpPr>
            <a:spLocks xmlns:a="http://schemas.openxmlformats.org/drawingml/2006/main" noGrp="1"/>
          </p:cNvSpPr>
          <p:nvPr/>
        </p:nvSpPr>
        <p:spPr>
          <a:xfrm xmlns:a="http://schemas.openxmlformats.org/drawingml/2006/main">
            <a:off x="731520" y="5907024"/>
            <a:ext cx="10725912" cy="4754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1800" b="1">
                <a:solidFill>
                  <a:srgbClr val="587C95"/>
                </a:solidFill>
                <a:latin typeface="Noto Sans CJK SC"/>
                <a:ea typeface="Noto Sans CJK SC"/>
                <a:cs typeface="Noto Sans CJK SC"/>
              </a:defRPr>
            </a:defPPr>
          </a:lstStyle>
          <a:p xmlns:a="http://schemas.openxmlformats.org/drawingml/2006/main">
            <a:pPr algn="l">
              <a:lnSpc>
                <a:spcPct val="103000"/>
              </a:lnSpc>
              <a:buNone/>
              <a:defRPr sz="1800" b="1">
                <a:solidFill>
                  <a:srgbClr val="587C95"/>
                </a:solidFill>
                <a:latin typeface="Noto Sans CJK SC"/>
                <a:ea typeface="Noto Sans CJK SC"/>
                <a:cs typeface="Noto Sans CJK SC"/>
              </a:defRPr>
            </a:pPr>
            <a:r>
              <a:rPr sz="1800" b="1">
                <a:solidFill>
                  <a:srgbClr val="587C95"/>
                </a:solidFill>
                <a:latin typeface="Noto Sans CJK SC"/>
                <a:ea typeface="Noto Sans CJK SC"/>
                <a:cs typeface="Noto Sans CJK SC"/>
              </a:rPr>
              <a:t>治理昂贵时，更重视减少无效治理；某种治理便宜时，更重视筛除违规。</a:t>
            </a:r>
          </a:p>
        </p:txBody>
      </p:sp>
      <p:sp>
        <p:nvSpPr>
          <p:cNvPr id="5" name="source-footer">
            <a:extLst xmlns:a="http://schemas.openxmlformats.org/drawingml/2006/main">
              <a:ext uri="{FF2B5EF4-FFF2-40B4-BE49-F238E27FC236}">
                <a16:creationId xmlns:a16="http://schemas.microsoft.com/office/drawing/2014/main" id="{D3A57789-B2FE-47D5-9EE3-86B3D800AD35}"/>
              </a:ext>
            </a:extLst>
          </p:cNvPr>
          <p:cNvSpPr>
            <a:spLocks xmlns:a="http://schemas.openxmlformats.org/drawingml/2006/main" noGrp="1"/>
          </p:cNvSpPr>
          <p:nvPr/>
        </p:nvSpPr>
        <p:spPr>
          <a:xfrm xmlns:a="http://schemas.openxmlformats.org/drawingml/2006/main">
            <a:off x="676656" y="6492240"/>
            <a:ext cx="10442448"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1040" b="0">
                <a:solidFill>
                  <a:srgbClr val="627281"/>
                </a:solidFill>
                <a:latin typeface="Noto Sans CJK SC"/>
                <a:ea typeface="Noto Sans CJK SC"/>
                <a:cs typeface="Noto Sans CJK SC"/>
              </a:defRPr>
            </a:defPPr>
          </a:lstStyle>
          <a:p xmlns:a="http://schemas.openxmlformats.org/drawingml/2006/main">
            <a:pPr algn="l">
              <a:lnSpc>
                <a:spcPct val="103000"/>
              </a:lnSpc>
              <a:buNone/>
              <a:defRPr sz="1040" b="0">
                <a:solidFill>
                  <a:srgbClr val="627281"/>
                </a:solidFill>
                <a:latin typeface="Noto Sans CJK SC"/>
                <a:ea typeface="Noto Sans CJK SC"/>
                <a:cs typeface="Noto Sans CJK SC"/>
              </a:defRPr>
            </a:pPr>
            <a:r>
              <a:rPr sz="1040" b="0">
                <a:solidFill>
                  <a:srgbClr val="627281"/>
                </a:solidFill>
                <a:latin typeface="Noto Sans CJK SC"/>
                <a:ea typeface="Noto Sans CJK SC"/>
                <a:cs typeface="Noto Sans CJK SC"/>
              </a:rPr>
              <a:t>Proposition 1，pp. 7–9；等号处为无差异边界</a:t>
            </a:r>
          </a:p>
        </p:txBody>
      </p:sp>
      <p:sp>
        <p:nvSpPr>
          <p:cNvPr id="6" name="page-number">
            <a:extLst xmlns:a="http://schemas.openxmlformats.org/drawingml/2006/main">
              <a:ext uri="{FF2B5EF4-FFF2-40B4-BE49-F238E27FC236}">
                <a16:creationId xmlns:a16="http://schemas.microsoft.com/office/drawing/2014/main" id="{0817E989-3F58-44E1-A239-E7928D1FAC8A}"/>
              </a:ext>
            </a:extLst>
          </p:cNvPr>
          <p:cNvSpPr>
            <a:spLocks xmlns:a="http://schemas.openxmlformats.org/drawingml/2006/main" noGrp="1"/>
          </p:cNvSpPr>
          <p:nvPr/>
        </p:nvSpPr>
        <p:spPr>
          <a:xfrm xmlns:a="http://schemas.openxmlformats.org/drawingml/2006/main">
            <a:off x="11000232" y="6492240"/>
            <a:ext cx="502920"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r">
              <a:defRPr sz="1050" b="0">
                <a:solidFill>
                  <a:srgbClr val="587C95"/>
                </a:solidFill>
                <a:latin typeface="Noto Sans CJK SC"/>
                <a:ea typeface="Noto Sans CJK SC"/>
                <a:cs typeface="Noto Sans CJK SC"/>
              </a:defRPr>
            </a:defPPr>
          </a:lstStyle>
          <a:p xmlns:a="http://schemas.openxmlformats.org/drawingml/2006/main">
            <a:pPr algn="r">
              <a:lnSpc>
                <a:spcPct val="103000"/>
              </a:lnSpc>
              <a:buNone/>
              <a:defRPr sz="1050" b="0">
                <a:solidFill>
                  <a:srgbClr val="587C95"/>
                </a:solidFill>
                <a:latin typeface="Noto Sans CJK SC"/>
                <a:ea typeface="Noto Sans CJK SC"/>
                <a:cs typeface="Noto Sans CJK SC"/>
              </a:defRPr>
            </a:pPr>
            <a:r>
              <a:rPr sz="1050" b="0">
                <a:solidFill>
                  <a:srgbClr val="587C95"/>
                </a:solidFill>
                <a:latin typeface="Noto Sans CJK SC"/>
                <a:ea typeface="Noto Sans CJK SC"/>
                <a:cs typeface="Noto Sans CJK SC"/>
              </a:rPr>
              <a:t>15</a:t>
            </a:r>
          </a:p>
        </p:txBody>
      </p:sp>
    </p:spTree>
    <p:extLst>
      <p:ext uri="{BB962C8B-B14F-4D97-AF65-F5344CB8AC3E}">
        <p14:creationId xmlns:p14="http://schemas.microsoft.com/office/powerpoint/2010/main" val="1165801391"/>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sp>
        <p:nvSpPr>
          <p:cNvPr id="7" name="section-heading">
            <a:extLst xmlns:a="http://schemas.openxmlformats.org/drawingml/2006/main">
              <a:ext uri="{FF2B5EF4-FFF2-40B4-BE49-F238E27FC236}">
                <a16:creationId xmlns:a16="http://schemas.microsoft.com/office/drawing/2014/main" id="{520E92BB-2FB4-423C-BCF6-09A44EE3DEF6}"/>
              </a:ext>
            </a:extLst>
          </p:cNvPr>
          <p:cNvSpPr>
            <a:spLocks xmlns:a="http://schemas.openxmlformats.org/drawingml/2006/main" noGrp="1"/>
          </p:cNvSpPr>
          <p:nvPr/>
        </p:nvSpPr>
        <p:spPr>
          <a:xfrm xmlns:a="http://schemas.openxmlformats.org/drawingml/2006/main">
            <a:off x="1499616" y="630936"/>
            <a:ext cx="9784080" cy="5486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2700" b="1">
                <a:solidFill>
                  <a:srgbClr val="243746"/>
                </a:solidFill>
                <a:latin typeface="Noto Sans CJK SC"/>
                <a:ea typeface="Noto Sans CJK SC"/>
                <a:cs typeface="Noto Sans CJK SC"/>
              </a:defRPr>
            </a:defPPr>
          </a:lstStyle>
          <a:p xmlns:a="http://schemas.openxmlformats.org/drawingml/2006/main">
            <a:pPr algn="l">
              <a:lnSpc>
                <a:spcPct val="103000"/>
              </a:lnSpc>
              <a:buNone/>
              <a:defRPr sz="2700" b="1">
                <a:solidFill>
                  <a:srgbClr val="243746"/>
                </a:solidFill>
                <a:latin typeface="Noto Sans CJK SC"/>
                <a:ea typeface="Noto Sans CJK SC"/>
                <a:cs typeface="Noto Sans CJK SC"/>
              </a:defRPr>
            </a:pPr>
            <a:r>
              <a:rPr sz="2700" b="1">
                <a:solidFill>
                  <a:srgbClr val="243746"/>
                </a:solidFill>
                <a:latin typeface="Noto Sans CJK SC"/>
                <a:ea typeface="Noto Sans CJK SC"/>
                <a:cs typeface="Noto Sans CJK SC"/>
              </a:rPr>
              <a:t>五、模型分析：一对一基准</a:t>
            </a:r>
          </a:p>
        </p:txBody>
      </p:sp>
      <p:sp>
        <p:nvSpPr>
          <p:cNvPr id="2" name="slide-topic">
            <a:extLst xmlns:a="http://schemas.openxmlformats.org/drawingml/2006/main">
              <a:ext uri="{FF2B5EF4-FFF2-40B4-BE49-F238E27FC236}">
                <a16:creationId xmlns:a16="http://schemas.microsoft.com/office/drawing/2014/main" id="{A97BCB59-CE44-4245-A9D0-FBA2A64382D1}"/>
              </a:ext>
            </a:extLst>
          </p:cNvPr>
          <p:cNvSpPr>
            <a:spLocks xmlns:a="http://schemas.openxmlformats.org/drawingml/2006/main" noGrp="1"/>
          </p:cNvSpPr>
          <p:nvPr/>
        </p:nvSpPr>
        <p:spPr>
          <a:xfrm xmlns:a="http://schemas.openxmlformats.org/drawingml/2006/main">
            <a:off x="658368" y="1709928"/>
            <a:ext cx="10881360" cy="5486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2400" b="1">
                <a:solidFill>
                  <a:srgbClr val="243746"/>
                </a:solidFill>
                <a:latin typeface="Noto Sans CJK SC"/>
                <a:ea typeface="Noto Sans CJK SC"/>
                <a:cs typeface="Noto Sans CJK SC"/>
              </a:defRPr>
            </a:defPPr>
          </a:lstStyle>
          <a:p xmlns:a="http://schemas.openxmlformats.org/drawingml/2006/main">
            <a:pPr algn="l">
              <a:lnSpc>
                <a:spcPct val="103000"/>
              </a:lnSpc>
              <a:buNone/>
              <a:defRPr sz="2400" b="1">
                <a:solidFill>
                  <a:srgbClr val="243746"/>
                </a:solidFill>
                <a:latin typeface="Noto Sans CJK SC"/>
                <a:ea typeface="Noto Sans CJK SC"/>
                <a:cs typeface="Noto Sans CJK SC"/>
              </a:defRPr>
            </a:pPr>
            <a:r>
              <a:rPr sz="2400" b="1">
                <a:solidFill>
                  <a:srgbClr val="243746"/>
                </a:solidFill>
                <a:latin typeface="Noto Sans CJK SC"/>
                <a:ea typeface="Noto Sans CJK SC"/>
                <a:cs typeface="Noto Sans CJK SC"/>
              </a:rPr>
              <a:t>原文图 2：错误政策与治理动作是两个维度</a:t>
            </a:r>
          </a:p>
        </p:txBody>
      </p:sp>
      <p:pic>
        <p:nvPicPr>
          <p:cNvPr id="3" name="">
            <a:extLst xmlns:a="http://schemas.openxmlformats.org/drawingml/2006/main">
              <a:ext uri="{FF2B5EF4-FFF2-40B4-BE49-F238E27FC236}">
                <a16:creationId xmlns:a16="http://schemas.microsoft.com/office/drawing/2014/main" id="{513DF9E3-E663-4318-95A0-59724C74C690}"/>
              </a:ext>
            </a:extLst>
          </p:cNvPr>
          <p:cNvPicPr>
            <a:picLocks xmlns:a="http://schemas.openxmlformats.org/drawingml/2006/main" noChangeAspect="1"/>
          </p:cNvPicPr>
          <p:nvPr/>
        </p:nvPicPr>
        <p:blipFill>
          <a:blip xmlns:r="http://schemas.openxmlformats.org/officeDocument/2006/relationships" xmlns:a="http://schemas.openxmlformats.org/drawingml/2006/main" r:embed="R09a6f8ff78f346f7"/>
          <a:stretch xmlns:a="http://schemas.openxmlformats.org/drawingml/2006/main"/>
        </p:blipFill>
        <p:spPr>
          <a:xfrm xmlns:a="http://schemas.openxmlformats.org/drawingml/2006/main">
            <a:off x="871887" y="2286000"/>
            <a:ext cx="7345362" cy="3913632"/>
          </a:xfrm>
          <a:prstGeom xmlns:a="http://schemas.openxmlformats.org/drawingml/2006/main" prst="rect">
            <a:avLst/>
          </a:prstGeom>
        </p:spPr>
      </p:pic>
      <p:sp>
        <p:nvSpPr>
          <p:cNvPr id="4" name="text-2">
            <a:extLst xmlns:a="http://schemas.openxmlformats.org/drawingml/2006/main">
              <a:ext uri="{FF2B5EF4-FFF2-40B4-BE49-F238E27FC236}">
                <a16:creationId xmlns:a16="http://schemas.microsoft.com/office/drawing/2014/main" id="{87D1283E-6D58-4198-A572-A7D890A5EE59}"/>
              </a:ext>
            </a:extLst>
          </p:cNvPr>
          <p:cNvSpPr>
            <a:spLocks xmlns:a="http://schemas.openxmlformats.org/drawingml/2006/main" noGrp="1"/>
          </p:cNvSpPr>
          <p:nvPr/>
        </p:nvSpPr>
        <p:spPr>
          <a:xfrm xmlns:a="http://schemas.openxmlformats.org/drawingml/2006/main">
            <a:off x="8714232" y="2532888"/>
            <a:ext cx="2798064" cy="337413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1800" b="0">
                <a:solidFill>
                  <a:srgbClr val="243746"/>
                </a:solidFill>
                <a:latin typeface="Noto Sans CJK SC"/>
                <a:ea typeface="Noto Sans CJK SC"/>
                <a:cs typeface="Noto Sans CJK SC"/>
              </a:defRPr>
            </a:defPPr>
          </a:lstStyle>
          <a:p xmlns:a="http://schemas.openxmlformats.org/drawingml/2006/main">
            <a:pPr algn="l">
              <a:lnSpc>
                <a:spcPct val="103000"/>
              </a:lnSpc>
              <a:buNone/>
              <a:defRPr sz="1800" b="0">
                <a:solidFill>
                  <a:srgbClr val="243746"/>
                </a:solidFill>
                <a:latin typeface="Noto Sans CJK SC"/>
                <a:ea typeface="Noto Sans CJK SC"/>
                <a:cs typeface="Noto Sans CJK SC"/>
              </a:defRPr>
            </a:pPr>
            <a:r>
              <a:rPr sz="1800" b="0">
                <a:solidFill>
                  <a:srgbClr val="243746"/>
                </a:solidFill>
                <a:latin typeface="Noto Sans CJK SC"/>
                <a:ea typeface="Noto Sans CJK SC"/>
                <a:cs typeface="Noto Sans CJK SC"/>
              </a:rPr>
              <a:t>横轴：整改成本 Δr</a:t>
            </a:r>
          </a:p>
          <a:p xmlns:a="http://schemas.openxmlformats.org/drawingml/2006/main">
            <a:pPr algn="l">
              <a:lnSpc>
                <a:spcPct val="103000"/>
              </a:lnSpc>
              <a:buNone/>
              <a:defRPr sz="1800" b="0">
                <a:solidFill>
                  <a:srgbClr val="243746"/>
                </a:solidFill>
                <a:latin typeface="Noto Sans CJK SC"/>
                <a:ea typeface="Noto Sans CJK SC"/>
                <a:cs typeface="Noto Sans CJK SC"/>
              </a:defRPr>
            </a:pPr>
            <a:r>
              <a:rPr sz="1800" b="0">
                <a:solidFill>
                  <a:srgbClr val="243746"/>
                </a:solidFill>
                <a:latin typeface="Noto Sans CJK SC"/>
                <a:ea typeface="Noto Sans CJK SC"/>
                <a:cs typeface="Noto Sans CJK SC"/>
              </a:rPr>
              <a:t>纵轴：替换成本 Δs</a:t>
            </a:r>
          </a:p>
          <a:p xmlns:a="http://schemas.openxmlformats.org/drawingml/2006/main">
            <a:r>
              <a:t/>
            </a:r>
          </a:p>
          <a:p xmlns:a="http://schemas.openxmlformats.org/drawingml/2006/main">
            <a:pPr algn="l">
              <a:lnSpc>
                <a:spcPct val="103000"/>
              </a:lnSpc>
              <a:buNone/>
              <a:defRPr sz="1800" b="0">
                <a:solidFill>
                  <a:srgbClr val="243746"/>
                </a:solidFill>
                <a:latin typeface="Noto Sans CJK SC"/>
                <a:ea typeface="Noto Sans CJK SC"/>
                <a:cs typeface="Noto Sans CJK SC"/>
              </a:defRPr>
            </a:pPr>
            <a:r>
              <a:rPr sz="1800" b="0">
                <a:solidFill>
                  <a:srgbClr val="243746"/>
                </a:solidFill>
                <a:latin typeface="Noto Sans CJK SC"/>
                <a:ea typeface="Noto Sans CJK SC"/>
                <a:cs typeface="Noto Sans CJK SC"/>
              </a:rPr>
              <a:t>绿色横纹：政策 N</a:t>
            </a:r>
          </a:p>
          <a:p xmlns:a="http://schemas.openxmlformats.org/drawingml/2006/main">
            <a:pPr algn="l">
              <a:lnSpc>
                <a:spcPct val="103000"/>
              </a:lnSpc>
              <a:buNone/>
              <a:defRPr sz="1800" b="0">
                <a:solidFill>
                  <a:srgbClr val="243746"/>
                </a:solidFill>
                <a:latin typeface="Noto Sans CJK SC"/>
                <a:ea typeface="Noto Sans CJK SC"/>
                <a:cs typeface="Noto Sans CJK SC"/>
              </a:defRPr>
            </a:pPr>
            <a:r>
              <a:rPr sz="1800" b="0">
                <a:solidFill>
                  <a:srgbClr val="243746"/>
                </a:solidFill>
                <a:latin typeface="Noto Sans CJK SC"/>
                <a:ea typeface="Noto Sans CJK SC"/>
                <a:cs typeface="Noto Sans CJK SC"/>
              </a:rPr>
              <a:t>橙色竖纹：政策 C</a:t>
            </a:r>
          </a:p>
          <a:p xmlns:a="http://schemas.openxmlformats.org/drawingml/2006/main">
            <a:r>
              <a:t/>
            </a:r>
          </a:p>
          <a:p xmlns:a="http://schemas.openxmlformats.org/drawingml/2006/main">
            <a:pPr algn="l">
              <a:lnSpc>
                <a:spcPct val="103000"/>
              </a:lnSpc>
              <a:buNone/>
              <a:defRPr sz="1800" b="0">
                <a:solidFill>
                  <a:srgbClr val="243746"/>
                </a:solidFill>
                <a:latin typeface="Noto Sans CJK SC"/>
                <a:ea typeface="Noto Sans CJK SC"/>
                <a:cs typeface="Noto Sans CJK SC"/>
              </a:defRPr>
            </a:pPr>
            <a:r>
              <a:rPr sz="1800" b="0">
                <a:solidFill>
                  <a:srgbClr val="243746"/>
                </a:solidFill>
                <a:latin typeface="Noto Sans CJK SC"/>
                <a:ea typeface="Noto Sans CJK SC"/>
                <a:cs typeface="Noto Sans CJK SC"/>
              </a:rPr>
              <a:t>rectify／replace</a:t>
            </a:r>
          </a:p>
          <a:p xmlns:a="http://schemas.openxmlformats.org/drawingml/2006/main">
            <a:pPr algn="l">
              <a:lnSpc>
                <a:spcPct val="103000"/>
              </a:lnSpc>
              <a:buNone/>
              <a:defRPr sz="1800" b="0">
                <a:solidFill>
                  <a:srgbClr val="243746"/>
                </a:solidFill>
                <a:latin typeface="Noto Sans CJK SC"/>
                <a:ea typeface="Noto Sans CJK SC"/>
                <a:cs typeface="Noto Sans CJK SC"/>
              </a:defRPr>
            </a:pPr>
            <a:r>
              <a:rPr sz="1800" b="0">
                <a:solidFill>
                  <a:srgbClr val="243746"/>
                </a:solidFill>
                <a:latin typeface="Noto Sans CJK SC"/>
                <a:ea typeface="Noto Sans CJK SC"/>
                <a:cs typeface="Noto Sans CJK SC"/>
              </a:rPr>
              <a:t>表示后续治理动作。</a:t>
            </a:r>
          </a:p>
        </p:txBody>
      </p:sp>
      <p:sp>
        <p:nvSpPr>
          <p:cNvPr id="5" name="source-footer">
            <a:extLst xmlns:a="http://schemas.openxmlformats.org/drawingml/2006/main">
              <a:ext uri="{FF2B5EF4-FFF2-40B4-BE49-F238E27FC236}">
                <a16:creationId xmlns:a16="http://schemas.microsoft.com/office/drawing/2014/main" id="{A358E9D2-98ED-48AC-8244-52062132CDF9}"/>
              </a:ext>
            </a:extLst>
          </p:cNvPr>
          <p:cNvSpPr>
            <a:spLocks xmlns:a="http://schemas.openxmlformats.org/drawingml/2006/main" noGrp="1"/>
          </p:cNvSpPr>
          <p:nvPr/>
        </p:nvSpPr>
        <p:spPr>
          <a:xfrm xmlns:a="http://schemas.openxmlformats.org/drawingml/2006/main">
            <a:off x="676656" y="6492240"/>
            <a:ext cx="10442448"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1040" b="0">
                <a:solidFill>
                  <a:srgbClr val="627281"/>
                </a:solidFill>
                <a:latin typeface="Noto Sans CJK SC"/>
                <a:ea typeface="Noto Sans CJK SC"/>
                <a:cs typeface="Noto Sans CJK SC"/>
              </a:defRPr>
            </a:defPPr>
          </a:lstStyle>
          <a:p xmlns:a="http://schemas.openxmlformats.org/drawingml/2006/main">
            <a:pPr algn="l">
              <a:lnSpc>
                <a:spcPct val="103000"/>
              </a:lnSpc>
              <a:buNone/>
              <a:defRPr sz="1040" b="0">
                <a:solidFill>
                  <a:srgbClr val="627281"/>
                </a:solidFill>
                <a:latin typeface="Noto Sans CJK SC"/>
                <a:ea typeface="Noto Sans CJK SC"/>
                <a:cs typeface="Noto Sans CJK SC"/>
              </a:defRPr>
            </a:pPr>
            <a:r>
              <a:rPr sz="1040" b="0">
                <a:solidFill>
                  <a:srgbClr val="627281"/>
                </a:solidFill>
                <a:latin typeface="Noto Sans CJK SC"/>
                <a:ea typeface="Noto Sans CJK SC"/>
                <a:cs typeface="Noto Sans CJK SC"/>
              </a:rPr>
              <a:t>Figure 2，p. 8｜e=0.5，Dβ=5.5，b0=0.8；左 Dα=3，右 Dα=0</a:t>
            </a:r>
          </a:p>
        </p:txBody>
      </p:sp>
      <p:sp>
        <p:nvSpPr>
          <p:cNvPr id="6" name="page-number">
            <a:extLst xmlns:a="http://schemas.openxmlformats.org/drawingml/2006/main">
              <a:ext uri="{FF2B5EF4-FFF2-40B4-BE49-F238E27FC236}">
                <a16:creationId xmlns:a16="http://schemas.microsoft.com/office/drawing/2014/main" id="{FE1AD3FC-E6B3-42FD-8345-E6325FDBDA2E}"/>
              </a:ext>
            </a:extLst>
          </p:cNvPr>
          <p:cNvSpPr>
            <a:spLocks xmlns:a="http://schemas.openxmlformats.org/drawingml/2006/main" noGrp="1"/>
          </p:cNvSpPr>
          <p:nvPr/>
        </p:nvSpPr>
        <p:spPr>
          <a:xfrm xmlns:a="http://schemas.openxmlformats.org/drawingml/2006/main">
            <a:off x="11000232" y="6492240"/>
            <a:ext cx="502920"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r">
              <a:defRPr sz="1050" b="0">
                <a:solidFill>
                  <a:srgbClr val="587C95"/>
                </a:solidFill>
                <a:latin typeface="Noto Sans CJK SC"/>
                <a:ea typeface="Noto Sans CJK SC"/>
                <a:cs typeface="Noto Sans CJK SC"/>
              </a:defRPr>
            </a:defPPr>
          </a:lstStyle>
          <a:p xmlns:a="http://schemas.openxmlformats.org/drawingml/2006/main">
            <a:pPr algn="r">
              <a:lnSpc>
                <a:spcPct val="103000"/>
              </a:lnSpc>
              <a:buNone/>
              <a:defRPr sz="1050" b="0">
                <a:solidFill>
                  <a:srgbClr val="587C95"/>
                </a:solidFill>
                <a:latin typeface="Noto Sans CJK SC"/>
                <a:ea typeface="Noto Sans CJK SC"/>
                <a:cs typeface="Noto Sans CJK SC"/>
              </a:defRPr>
            </a:pPr>
            <a:r>
              <a:rPr sz="1050" b="0">
                <a:solidFill>
                  <a:srgbClr val="587C95"/>
                </a:solidFill>
                <a:latin typeface="Noto Sans CJK SC"/>
                <a:ea typeface="Noto Sans CJK SC"/>
                <a:cs typeface="Noto Sans CJK SC"/>
              </a:rPr>
              <a:t>16</a:t>
            </a:r>
          </a:p>
        </p:txBody>
      </p:sp>
    </p:spTree>
    <p:extLst>
      <p:ext uri="{BB962C8B-B14F-4D97-AF65-F5344CB8AC3E}">
        <p14:creationId xmlns:p14="http://schemas.microsoft.com/office/powerpoint/2010/main" val="1278791979"/>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sp>
        <p:nvSpPr>
          <p:cNvPr id="9" name="section-heading">
            <a:extLst xmlns:a="http://schemas.openxmlformats.org/drawingml/2006/main">
              <a:ext uri="{FF2B5EF4-FFF2-40B4-BE49-F238E27FC236}">
                <a16:creationId xmlns:a16="http://schemas.microsoft.com/office/drawing/2014/main" id="{8C08EB9F-D106-460C-B662-FC9C0C8B5CCD}"/>
              </a:ext>
            </a:extLst>
          </p:cNvPr>
          <p:cNvSpPr>
            <a:spLocks xmlns:a="http://schemas.openxmlformats.org/drawingml/2006/main" noGrp="1"/>
          </p:cNvSpPr>
          <p:nvPr/>
        </p:nvSpPr>
        <p:spPr>
          <a:xfrm xmlns:a="http://schemas.openxmlformats.org/drawingml/2006/main">
            <a:off x="1499616" y="630936"/>
            <a:ext cx="9784080" cy="5486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2700" b="1">
                <a:solidFill>
                  <a:srgbClr val="243746"/>
                </a:solidFill>
                <a:latin typeface="Noto Sans CJK SC"/>
                <a:ea typeface="Noto Sans CJK SC"/>
                <a:cs typeface="Noto Sans CJK SC"/>
              </a:defRPr>
            </a:defPPr>
          </a:lstStyle>
          <a:p xmlns:a="http://schemas.openxmlformats.org/drawingml/2006/main">
            <a:pPr algn="l">
              <a:lnSpc>
                <a:spcPct val="103000"/>
              </a:lnSpc>
              <a:buNone/>
              <a:defRPr sz="2700" b="1">
                <a:solidFill>
                  <a:srgbClr val="243746"/>
                </a:solidFill>
                <a:latin typeface="Noto Sans CJK SC"/>
                <a:ea typeface="Noto Sans CJK SC"/>
                <a:cs typeface="Noto Sans CJK SC"/>
              </a:defRPr>
            </a:pPr>
            <a:r>
              <a:rPr sz="2700" b="1">
                <a:solidFill>
                  <a:srgbClr val="243746"/>
                </a:solidFill>
                <a:latin typeface="Noto Sans CJK SC"/>
                <a:ea typeface="Noto Sans CJK SC"/>
                <a:cs typeface="Noto Sans CJK SC"/>
              </a:rPr>
              <a:t>五、模型分析：一对一基准</a:t>
            </a:r>
          </a:p>
        </p:txBody>
      </p:sp>
      <p:sp>
        <p:nvSpPr>
          <p:cNvPr id="2" name="slide-topic">
            <a:extLst xmlns:a="http://schemas.openxmlformats.org/drawingml/2006/main">
              <a:ext uri="{FF2B5EF4-FFF2-40B4-BE49-F238E27FC236}">
                <a16:creationId xmlns:a16="http://schemas.microsoft.com/office/drawing/2014/main" id="{84EA8C67-3159-4BB0-861B-4652105E35A1}"/>
              </a:ext>
            </a:extLst>
          </p:cNvPr>
          <p:cNvSpPr>
            <a:spLocks xmlns:a="http://schemas.openxmlformats.org/drawingml/2006/main" noGrp="1"/>
          </p:cNvSpPr>
          <p:nvPr/>
        </p:nvSpPr>
        <p:spPr>
          <a:xfrm xmlns:a="http://schemas.openxmlformats.org/drawingml/2006/main">
            <a:off x="658368" y="1709928"/>
            <a:ext cx="10881360" cy="5486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2400" b="1">
                <a:solidFill>
                  <a:srgbClr val="243746"/>
                </a:solidFill>
                <a:latin typeface="Noto Sans CJK SC"/>
                <a:ea typeface="Noto Sans CJK SC"/>
                <a:cs typeface="Noto Sans CJK SC"/>
              </a:defRPr>
            </a:defPPr>
          </a:lstStyle>
          <a:p xmlns:a="http://schemas.openxmlformats.org/drawingml/2006/main">
            <a:pPr algn="l">
              <a:lnSpc>
                <a:spcPct val="103000"/>
              </a:lnSpc>
              <a:buNone/>
              <a:defRPr sz="2400" b="1">
                <a:solidFill>
                  <a:srgbClr val="243746"/>
                </a:solidFill>
                <a:latin typeface="Noto Sans CJK SC"/>
                <a:ea typeface="Noto Sans CJK SC"/>
                <a:cs typeface="Noto Sans CJK SC"/>
              </a:defRPr>
            </a:pPr>
            <a:r>
              <a:rPr sz="2400" b="1">
                <a:solidFill>
                  <a:srgbClr val="243746"/>
                </a:solidFill>
                <a:latin typeface="Noto Sans CJK SC"/>
                <a:ea typeface="Noto Sans CJK SC"/>
                <a:cs typeface="Noto Sans CJK SC"/>
              </a:rPr>
              <a:t>预算改变政策，或只改变治理动作</a:t>
            </a:r>
          </a:p>
        </p:txBody>
      </p:sp>
      <p:pic>
        <p:nvPicPr>
          <p:cNvPr id="3" name="">
            <a:extLst xmlns:a="http://schemas.openxmlformats.org/drawingml/2006/main">
              <a:ext uri="{FF2B5EF4-FFF2-40B4-BE49-F238E27FC236}">
                <a16:creationId xmlns:a16="http://schemas.microsoft.com/office/drawing/2014/main" id="{8DE6F26E-DBD8-46FD-92E3-22AE5AF5FA6F}"/>
              </a:ext>
            </a:extLst>
          </p:cNvPr>
          <p:cNvPicPr>
            <a:picLocks xmlns:a="http://schemas.openxmlformats.org/drawingml/2006/main" noChangeAspect="1"/>
          </p:cNvPicPr>
          <p:nvPr/>
        </p:nvPicPr>
        <p:blipFill>
          <a:blip xmlns:r="http://schemas.openxmlformats.org/officeDocument/2006/relationships" xmlns:a="http://schemas.openxmlformats.org/drawingml/2006/main" r:embed="R26c48f9a4df14f95"/>
          <a:stretch xmlns:a="http://schemas.openxmlformats.org/drawingml/2006/main"/>
        </p:blipFill>
        <p:spPr>
          <a:xfrm xmlns:a="http://schemas.openxmlformats.org/drawingml/2006/main">
            <a:off x="1397988" y="2450592"/>
            <a:ext cx="3760273" cy="786384"/>
          </a:xfrm>
          <a:prstGeom xmlns:a="http://schemas.openxmlformats.org/drawingml/2006/main" prst="rect">
            <a:avLst/>
          </a:prstGeom>
        </p:spPr>
      </p:pic>
      <p:pic>
        <p:nvPicPr>
          <p:cNvPr id="4" name="">
            <a:extLst xmlns:a="http://schemas.openxmlformats.org/drawingml/2006/main">
              <a:ext uri="{FF2B5EF4-FFF2-40B4-BE49-F238E27FC236}">
                <a16:creationId xmlns:a16="http://schemas.microsoft.com/office/drawing/2014/main" id="{BBBC0C50-050A-4B53-950F-4CDB26075440}"/>
              </a:ext>
            </a:extLst>
          </p:cNvPr>
          <p:cNvPicPr>
            <a:picLocks xmlns:a="http://schemas.openxmlformats.org/drawingml/2006/main" noChangeAspect="1"/>
          </p:cNvPicPr>
          <p:nvPr/>
        </p:nvPicPr>
        <p:blipFill>
          <a:blip xmlns:r="http://schemas.openxmlformats.org/officeDocument/2006/relationships" xmlns:a="http://schemas.openxmlformats.org/drawingml/2006/main" r:embed="Rbc59450f5b5c4ac1"/>
          <a:stretch xmlns:a="http://schemas.openxmlformats.org/drawingml/2006/main"/>
        </p:blipFill>
        <p:spPr>
          <a:xfrm xmlns:a="http://schemas.openxmlformats.org/drawingml/2006/main">
            <a:off x="7240818" y="2450592"/>
            <a:ext cx="3276012" cy="786384"/>
          </a:xfrm>
          <a:prstGeom xmlns:a="http://schemas.openxmlformats.org/drawingml/2006/main" prst="rect">
            <a:avLst/>
          </a:prstGeom>
        </p:spPr>
      </p:pic>
      <p:graphicFrame>
        <p:nvGraphicFramePr>
          <p:cNvPr id="5" name="">
            <a:extLst xmlns:a="http://schemas.openxmlformats.org/drawingml/2006/main">
              <a:ext uri="{FF2B5EF4-FFF2-40B4-BE49-F238E27FC236}">
                <a16:creationId xmlns:a16="http://schemas.microsoft.com/office/drawing/2014/main" id="{7B19499A-326C-492A-8187-FFF7F72F0894}"/>
              </a:ext>
            </a:extLst>
          </p:cNvPr>
          <p:cNvGraphicFramePr/>
          <p:nvPr/>
        </p:nvGraphicFramePr>
        <p:xfrm>
          <a:off xmlns:a="http://schemas.openxmlformats.org/drawingml/2006/main" x="658368" y="3685032"/>
          <a:ext xmlns:a="http://schemas.openxmlformats.org/drawingml/2006/main" cx="10872216" cy="1737360"/>
        </p:xfrm>
        <a:graphic xmlns:a="http://schemas.openxmlformats.org/drawingml/2006/main">
          <a:graphicData uri="http://schemas.openxmlformats.org/drawingml/2006/table">
            <a:tbl>
              <a:tblPr firstRow="1" bandRow="0"/>
              <a:tblGrid>
                <a:gridCol w="2743200"/>
                <a:gridCol w="4105656"/>
                <a:gridCol w="4023360"/>
              </a:tblGrid>
              <a:tr h="579120">
                <a:tc>
                  <a:txBody>
                    <a:bodyPr wrap="square">
                      <a:noAutofit/>
                    </a:bodyPr>
                    <a:lstStyle/>
                    <a:p>
                      <a:pPr algn="l">
                        <a:lnSpc>
                          <a:spcPct val="100000"/>
                        </a:lnSpc>
                        <a:buNone/>
                      </a:pPr>
                      <a:r>
                        <a:rPr sz="1950" b="1">
                          <a:solidFill>
                            <a:srgbClr val="FFFFFF"/>
                          </a:solidFill>
                          <a:latin typeface="Noto Sans CJK SC"/>
                          <a:ea typeface="Noto Sans CJK SC"/>
                          <a:cs typeface="Noto Sans CJK SC"/>
                        </a:rPr>
                        <a:t>子区间</a:t>
                      </a:r>
                    </a:p>
                  </a:txBody>
                  <a:tcPr marL="85725" marR="85725" marT="57150" marB="57150" anchor="ctr">
                    <a:solidFill>
                      <a:srgbClr val="587C95"/>
                    </a:solidFill>
                  </a:tcPr>
                </a:tc>
                <a:tc>
                  <a:txBody>
                    <a:bodyPr wrap="square">
                      <a:noAutofit/>
                    </a:bodyPr>
                    <a:lstStyle/>
                    <a:p>
                      <a:pPr algn="l">
                        <a:lnSpc>
                          <a:spcPct val="100000"/>
                        </a:lnSpc>
                        <a:buNone/>
                      </a:pPr>
                      <a:r>
                        <a:rPr sz="1950" b="1">
                          <a:solidFill>
                            <a:srgbClr val="FFFFFF"/>
                          </a:solidFill>
                          <a:latin typeface="Noto Sans CJK SC"/>
                          <a:ea typeface="Noto Sans CJK SC"/>
                          <a:cs typeface="Noto Sans CJK SC"/>
                        </a:rPr>
                        <a:t>低准确度</a:t>
                      </a:r>
                    </a:p>
                  </a:txBody>
                  <a:tcPr marL="85725" marR="85725" marT="57150" marB="57150" anchor="ctr">
                    <a:solidFill>
                      <a:srgbClr val="587C95"/>
                    </a:solidFill>
                  </a:tcPr>
                </a:tc>
                <a:tc>
                  <a:txBody>
                    <a:bodyPr wrap="square">
                      <a:noAutofit/>
                    </a:bodyPr>
                    <a:lstStyle/>
                    <a:p>
                      <a:pPr algn="l">
                        <a:lnSpc>
                          <a:spcPct val="100000"/>
                        </a:lnSpc>
                        <a:buNone/>
                      </a:pPr>
                      <a:r>
                        <a:rPr sz="1950" b="1">
                          <a:solidFill>
                            <a:srgbClr val="FFFFFF"/>
                          </a:solidFill>
                          <a:latin typeface="Noto Sans CJK SC"/>
                          <a:ea typeface="Noto Sans CJK SC"/>
                          <a:cs typeface="Noto Sans CJK SC"/>
                        </a:rPr>
                        <a:t>高准确度</a:t>
                      </a:r>
                    </a:p>
                  </a:txBody>
                  <a:tcPr marL="85725" marR="85725" marT="57150" marB="57150" anchor="ctr">
                    <a:solidFill>
                      <a:srgbClr val="587C95"/>
                    </a:solidFill>
                  </a:tcPr>
                </a:tc>
              </a:tr>
              <a:tr h="579120">
                <a:tc>
                  <a:txBody>
                    <a:bodyPr wrap="square">
                      <a:noAutofit/>
                    </a:bodyPr>
                    <a:lstStyle/>
                    <a:p>
                      <a:pPr algn="l">
                        <a:lnSpc>
                          <a:spcPct val="100000"/>
                        </a:lnSpc>
                        <a:buNone/>
                      </a:pPr>
                      <a:r>
                        <a:rPr sz="1900" b="0">
                          <a:solidFill>
                            <a:srgbClr val="243746"/>
                          </a:solidFill>
                          <a:latin typeface="Noto Sans CJK SC"/>
                          <a:ea typeface="Noto Sans CJK SC"/>
                          <a:cs typeface="Noto Sans CJK SC"/>
                        </a:rPr>
                        <a:t>(iii.a) 替换成本极低</a:t>
                      </a:r>
                    </a:p>
                  </a:txBody>
                  <a:tcPr marL="85725" marR="85725" marT="57150" marB="57150" anchor="ctr">
                    <a:solidFill>
                      <a:srgbClr val="F0F4F7"/>
                    </a:solidFill>
                  </a:tcPr>
                </a:tc>
                <a:tc>
                  <a:txBody>
                    <a:bodyPr wrap="square">
                      <a:noAutofit/>
                    </a:bodyPr>
                    <a:lstStyle/>
                    <a:p>
                      <a:pPr algn="l">
                        <a:lnSpc>
                          <a:spcPct val="100000"/>
                        </a:lnSpc>
                        <a:buNone/>
                      </a:pPr>
                      <a:r>
                        <a:rPr sz="1900" b="0">
                          <a:solidFill>
                            <a:srgbClr val="243746"/>
                          </a:solidFill>
                          <a:latin typeface="Noto Sans CJK SC"/>
                          <a:ea typeface="Noto Sans CJK SC"/>
                          <a:cs typeface="Noto Sans CJK SC"/>
                        </a:rPr>
                        <a:t>C + 整改（b0 &lt; 单横线阈值）</a:t>
                      </a:r>
                    </a:p>
                  </a:txBody>
                  <a:tcPr marL="85725" marR="85725" marT="57150" marB="57150" anchor="ctr">
                    <a:solidFill>
                      <a:srgbClr val="F0F4F7"/>
                    </a:solidFill>
                  </a:tcPr>
                </a:tc>
                <a:tc>
                  <a:txBody>
                    <a:bodyPr wrap="square">
                      <a:noAutofit/>
                    </a:bodyPr>
                    <a:lstStyle/>
                    <a:p>
                      <a:pPr algn="l">
                        <a:lnSpc>
                          <a:spcPct val="100000"/>
                        </a:lnSpc>
                        <a:buNone/>
                      </a:pPr>
                      <a:r>
                        <a:rPr sz="1900" b="0">
                          <a:solidFill>
                            <a:srgbClr val="243746"/>
                          </a:solidFill>
                          <a:latin typeface="Noto Sans CJK SC"/>
                          <a:ea typeface="Noto Sans CJK SC"/>
                          <a:cs typeface="Noto Sans CJK SC"/>
                        </a:rPr>
                        <a:t>C + 替换</a:t>
                      </a:r>
                    </a:p>
                  </a:txBody>
                  <a:tcPr marL="85725" marR="85725" marT="57150" marB="57150" anchor="ctr">
                    <a:solidFill>
                      <a:srgbClr val="F0F4F7"/>
                    </a:solidFill>
                  </a:tcPr>
                </a:tc>
              </a:tr>
              <a:tr h="579120">
                <a:tc>
                  <a:txBody>
                    <a:bodyPr wrap="square">
                      <a:noAutofit/>
                    </a:bodyPr>
                    <a:lstStyle/>
                    <a:p>
                      <a:pPr algn="l">
                        <a:lnSpc>
                          <a:spcPct val="100000"/>
                        </a:lnSpc>
                        <a:buNone/>
                      </a:pPr>
                      <a:r>
                        <a:rPr sz="1900" b="0">
                          <a:solidFill>
                            <a:srgbClr val="243746"/>
                          </a:solidFill>
                          <a:latin typeface="Noto Sans CJK SC"/>
                          <a:ea typeface="Noto Sans CJK SC"/>
                          <a:cs typeface="Noto Sans CJK SC"/>
                        </a:rPr>
                        <a:t>(iii.b) 替换成本中等</a:t>
                      </a:r>
                    </a:p>
                  </a:txBody>
                  <a:tcPr marL="85725" marR="85725" marT="57150" marB="57150" anchor="ctr">
                    <a:solidFill>
                      <a:srgbClr val="FFFFFF"/>
                    </a:solidFill>
                  </a:tcPr>
                </a:tc>
                <a:tc>
                  <a:txBody>
                    <a:bodyPr wrap="square">
                      <a:noAutofit/>
                    </a:bodyPr>
                    <a:lstStyle/>
                    <a:p>
                      <a:pPr algn="l">
                        <a:lnSpc>
                          <a:spcPct val="100000"/>
                        </a:lnSpc>
                        <a:buNone/>
                      </a:pPr>
                      <a:r>
                        <a:rPr sz="1900" b="0">
                          <a:solidFill>
                            <a:srgbClr val="243746"/>
                          </a:solidFill>
                          <a:latin typeface="Noto Sans CJK SC"/>
                          <a:ea typeface="Noto Sans CJK SC"/>
                          <a:cs typeface="Noto Sans CJK SC"/>
                        </a:rPr>
                        <a:t>C + 整改（b0 &lt; 双横线阈值）</a:t>
                      </a:r>
                    </a:p>
                  </a:txBody>
                  <a:tcPr marL="85725" marR="85725" marT="57150" marB="57150" anchor="ctr">
                    <a:solidFill>
                      <a:srgbClr val="FFFFFF"/>
                    </a:solidFill>
                  </a:tcPr>
                </a:tc>
                <a:tc>
                  <a:txBody>
                    <a:bodyPr wrap="square">
                      <a:noAutofit/>
                    </a:bodyPr>
                    <a:lstStyle/>
                    <a:p>
                      <a:pPr algn="l">
                        <a:lnSpc>
                          <a:spcPct val="100000"/>
                        </a:lnSpc>
                        <a:buNone/>
                      </a:pPr>
                      <a:r>
                        <a:rPr sz="1900" b="0">
                          <a:solidFill>
                            <a:srgbClr val="243746"/>
                          </a:solidFill>
                          <a:latin typeface="Noto Sans CJK SC"/>
                          <a:ea typeface="Noto Sans CJK SC"/>
                          <a:cs typeface="Noto Sans CJK SC"/>
                        </a:rPr>
                        <a:t>N + 替换</a:t>
                      </a:r>
                    </a:p>
                  </a:txBody>
                  <a:tcPr marL="85725" marR="85725" marT="57150" marB="57150" anchor="ctr">
                    <a:solidFill>
                      <a:srgbClr val="FFFFFF"/>
                    </a:solidFill>
                  </a:tcPr>
                </a:tc>
              </a:tr>
            </a:tbl>
          </a:graphicData>
        </a:graphic>
      </p:graphicFrame>
      <p:sp>
        <p:nvSpPr>
          <p:cNvPr id="6" name="text-2">
            <a:extLst xmlns:a="http://schemas.openxmlformats.org/drawingml/2006/main">
              <a:ext uri="{FF2B5EF4-FFF2-40B4-BE49-F238E27FC236}">
                <a16:creationId xmlns:a16="http://schemas.microsoft.com/office/drawing/2014/main" id="{BC7733F2-B5E8-451F-9F66-59E7D884D846}"/>
              </a:ext>
            </a:extLst>
          </p:cNvPr>
          <p:cNvSpPr>
            <a:spLocks xmlns:a="http://schemas.openxmlformats.org/drawingml/2006/main" noGrp="1"/>
          </p:cNvSpPr>
          <p:nvPr/>
        </p:nvSpPr>
        <p:spPr>
          <a:xfrm xmlns:a="http://schemas.openxmlformats.org/drawingml/2006/main">
            <a:off x="731520" y="5907024"/>
            <a:ext cx="10725912" cy="4754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1800" b="1">
                <a:solidFill>
                  <a:srgbClr val="587C95"/>
                </a:solidFill>
                <a:latin typeface="Noto Sans CJK SC"/>
                <a:ea typeface="Noto Sans CJK SC"/>
                <a:cs typeface="Noto Sans CJK SC"/>
              </a:defRPr>
            </a:defPPr>
          </a:lstStyle>
          <a:p xmlns:a="http://schemas.openxmlformats.org/drawingml/2006/main">
            <a:pPr algn="l">
              <a:lnSpc>
                <a:spcPct val="103000"/>
              </a:lnSpc>
              <a:buNone/>
              <a:defRPr sz="1800" b="1">
                <a:solidFill>
                  <a:srgbClr val="587C95"/>
                </a:solidFill>
                <a:latin typeface="Noto Sans CJK SC"/>
                <a:ea typeface="Noto Sans CJK SC"/>
                <a:cs typeface="Noto Sans CJK SC"/>
              </a:defRPr>
            </a:pPr>
            <a:r>
              <a:rPr sz="1800" b="1">
                <a:solidFill>
                  <a:srgbClr val="587C95"/>
                </a:solidFill>
                <a:latin typeface="Noto Sans CJK SC"/>
                <a:ea typeface="Noto Sans CJK SC"/>
                <a:cs typeface="Noto Sans CJK SC"/>
              </a:rPr>
              <a:t>预算的价值不仅在“审计更准”，还在于让更省成本的治理方案变得可行。</a:t>
            </a:r>
          </a:p>
        </p:txBody>
      </p:sp>
      <p:sp>
        <p:nvSpPr>
          <p:cNvPr id="7" name="source-footer">
            <a:extLst xmlns:a="http://schemas.openxmlformats.org/drawingml/2006/main">
              <a:ext uri="{FF2B5EF4-FFF2-40B4-BE49-F238E27FC236}">
                <a16:creationId xmlns:a16="http://schemas.microsoft.com/office/drawing/2014/main" id="{961F1472-5186-477B-9365-2484F50B20DC}"/>
              </a:ext>
            </a:extLst>
          </p:cNvPr>
          <p:cNvSpPr>
            <a:spLocks xmlns:a="http://schemas.openxmlformats.org/drawingml/2006/main" noGrp="1"/>
          </p:cNvSpPr>
          <p:nvPr/>
        </p:nvSpPr>
        <p:spPr>
          <a:xfrm xmlns:a="http://schemas.openxmlformats.org/drawingml/2006/main">
            <a:off x="676656" y="6492240"/>
            <a:ext cx="10442448"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1040" b="0">
                <a:solidFill>
                  <a:srgbClr val="627281"/>
                </a:solidFill>
                <a:latin typeface="Noto Sans CJK SC"/>
                <a:ea typeface="Noto Sans CJK SC"/>
                <a:cs typeface="Noto Sans CJK SC"/>
              </a:defRPr>
            </a:defPPr>
          </a:lstStyle>
          <a:p xmlns:a="http://schemas.openxmlformats.org/drawingml/2006/main">
            <a:pPr algn="l">
              <a:lnSpc>
                <a:spcPct val="103000"/>
              </a:lnSpc>
              <a:buNone/>
              <a:defRPr sz="1040" b="0">
                <a:solidFill>
                  <a:srgbClr val="627281"/>
                </a:solidFill>
                <a:latin typeface="Noto Sans CJK SC"/>
                <a:ea typeface="Noto Sans CJK SC"/>
                <a:cs typeface="Noto Sans CJK SC"/>
              </a:defRPr>
            </a:pPr>
            <a:r>
              <a:rPr sz="1040" b="0">
                <a:solidFill>
                  <a:srgbClr val="627281"/>
                </a:solidFill>
                <a:latin typeface="Noto Sans CJK SC"/>
                <a:ea typeface="Noto Sans CJK SC"/>
                <a:cs typeface="Noto Sans CJK SC"/>
              </a:rPr>
              <a:t>Proposition 1(iii) / Corollary 1，pp. 8–9</a:t>
            </a:r>
          </a:p>
        </p:txBody>
      </p:sp>
      <p:sp>
        <p:nvSpPr>
          <p:cNvPr id="8" name="page-number">
            <a:extLst xmlns:a="http://schemas.openxmlformats.org/drawingml/2006/main">
              <a:ext uri="{FF2B5EF4-FFF2-40B4-BE49-F238E27FC236}">
                <a16:creationId xmlns:a16="http://schemas.microsoft.com/office/drawing/2014/main" id="{F629BEFC-0A57-4E2D-B1B3-F0C07383087A}"/>
              </a:ext>
            </a:extLst>
          </p:cNvPr>
          <p:cNvSpPr>
            <a:spLocks xmlns:a="http://schemas.openxmlformats.org/drawingml/2006/main" noGrp="1"/>
          </p:cNvSpPr>
          <p:nvPr/>
        </p:nvSpPr>
        <p:spPr>
          <a:xfrm xmlns:a="http://schemas.openxmlformats.org/drawingml/2006/main">
            <a:off x="11000232" y="6492240"/>
            <a:ext cx="502920"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r">
              <a:defRPr sz="1050" b="0">
                <a:solidFill>
                  <a:srgbClr val="587C95"/>
                </a:solidFill>
                <a:latin typeface="Noto Sans CJK SC"/>
                <a:ea typeface="Noto Sans CJK SC"/>
                <a:cs typeface="Noto Sans CJK SC"/>
              </a:defRPr>
            </a:defPPr>
          </a:lstStyle>
          <a:p xmlns:a="http://schemas.openxmlformats.org/drawingml/2006/main">
            <a:pPr algn="r">
              <a:lnSpc>
                <a:spcPct val="103000"/>
              </a:lnSpc>
              <a:buNone/>
              <a:defRPr sz="1050" b="0">
                <a:solidFill>
                  <a:srgbClr val="587C95"/>
                </a:solidFill>
                <a:latin typeface="Noto Sans CJK SC"/>
                <a:ea typeface="Noto Sans CJK SC"/>
                <a:cs typeface="Noto Sans CJK SC"/>
              </a:defRPr>
            </a:pPr>
            <a:r>
              <a:rPr sz="1050" b="0">
                <a:solidFill>
                  <a:srgbClr val="587C95"/>
                </a:solidFill>
                <a:latin typeface="Noto Sans CJK SC"/>
                <a:ea typeface="Noto Sans CJK SC"/>
                <a:cs typeface="Noto Sans CJK SC"/>
              </a:rPr>
              <a:t>17</a:t>
            </a:r>
          </a:p>
        </p:txBody>
      </p:sp>
    </p:spTree>
    <p:extLst>
      <p:ext uri="{BB962C8B-B14F-4D97-AF65-F5344CB8AC3E}">
        <p14:creationId xmlns:p14="http://schemas.microsoft.com/office/powerpoint/2010/main" val="577108565"/>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sp>
        <p:nvSpPr>
          <p:cNvPr id="10" name="section-heading">
            <a:extLst xmlns:a="http://schemas.openxmlformats.org/drawingml/2006/main">
              <a:ext uri="{FF2B5EF4-FFF2-40B4-BE49-F238E27FC236}">
                <a16:creationId xmlns:a16="http://schemas.microsoft.com/office/drawing/2014/main" id="{764AE409-DC7B-47D1-9C37-74EC22B81CFA}"/>
              </a:ext>
            </a:extLst>
          </p:cNvPr>
          <p:cNvSpPr>
            <a:spLocks xmlns:a="http://schemas.openxmlformats.org/drawingml/2006/main" noGrp="1"/>
          </p:cNvSpPr>
          <p:nvPr/>
        </p:nvSpPr>
        <p:spPr>
          <a:xfrm xmlns:a="http://schemas.openxmlformats.org/drawingml/2006/main">
            <a:off x="1499616" y="630936"/>
            <a:ext cx="9784080" cy="5486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2700" b="1">
                <a:solidFill>
                  <a:srgbClr val="243746"/>
                </a:solidFill>
                <a:latin typeface="Noto Sans CJK SC"/>
                <a:ea typeface="Noto Sans CJK SC"/>
                <a:cs typeface="Noto Sans CJK SC"/>
              </a:defRPr>
            </a:defPPr>
          </a:lstStyle>
          <a:p xmlns:a="http://schemas.openxmlformats.org/drawingml/2006/main">
            <a:pPr algn="l">
              <a:lnSpc>
                <a:spcPct val="103000"/>
              </a:lnSpc>
              <a:buNone/>
              <a:defRPr sz="2700" b="1">
                <a:solidFill>
                  <a:srgbClr val="243746"/>
                </a:solidFill>
                <a:latin typeface="Noto Sans CJK SC"/>
                <a:ea typeface="Noto Sans CJK SC"/>
                <a:cs typeface="Noto Sans CJK SC"/>
              </a:defRPr>
            </a:pPr>
            <a:r>
              <a:rPr sz="2700" b="1">
                <a:solidFill>
                  <a:srgbClr val="243746"/>
                </a:solidFill>
                <a:latin typeface="Noto Sans CJK SC"/>
                <a:ea typeface="Noto Sans CJK SC"/>
                <a:cs typeface="Noto Sans CJK SC"/>
              </a:rPr>
              <a:t>五、模型分析：一对一基准</a:t>
            </a:r>
          </a:p>
        </p:txBody>
      </p:sp>
      <p:sp>
        <p:nvSpPr>
          <p:cNvPr id="2" name="slide-topic">
            <a:extLst xmlns:a="http://schemas.openxmlformats.org/drawingml/2006/main">
              <a:ext uri="{FF2B5EF4-FFF2-40B4-BE49-F238E27FC236}">
                <a16:creationId xmlns:a16="http://schemas.microsoft.com/office/drawing/2014/main" id="{F7F0C836-9914-4A15-88FA-53A13ADEC91A}"/>
              </a:ext>
            </a:extLst>
          </p:cNvPr>
          <p:cNvSpPr>
            <a:spLocks xmlns:a="http://schemas.openxmlformats.org/drawingml/2006/main" noGrp="1"/>
          </p:cNvSpPr>
          <p:nvPr/>
        </p:nvSpPr>
        <p:spPr>
          <a:xfrm xmlns:a="http://schemas.openxmlformats.org/drawingml/2006/main">
            <a:off x="658368" y="1709928"/>
            <a:ext cx="10881360" cy="5486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2400" b="1">
                <a:solidFill>
                  <a:srgbClr val="243746"/>
                </a:solidFill>
                <a:latin typeface="Noto Sans CJK SC"/>
                <a:ea typeface="Noto Sans CJK SC"/>
                <a:cs typeface="Noto Sans CJK SC"/>
              </a:defRPr>
            </a:defPPr>
          </a:lstStyle>
          <a:p xmlns:a="http://schemas.openxmlformats.org/drawingml/2006/main">
            <a:pPr algn="l">
              <a:lnSpc>
                <a:spcPct val="103000"/>
              </a:lnSpc>
              <a:buNone/>
              <a:defRPr sz="2400" b="1">
                <a:solidFill>
                  <a:srgbClr val="243746"/>
                </a:solidFill>
                <a:latin typeface="Noto Sans CJK SC"/>
                <a:ea typeface="Noto Sans CJK SC"/>
                <a:cs typeface="Noto Sans CJK SC"/>
              </a:defRPr>
            </a:pPr>
            <a:r>
              <a:rPr sz="2400" b="1">
                <a:solidFill>
                  <a:srgbClr val="243746"/>
                </a:solidFill>
                <a:latin typeface="Noto Sans CJK SC"/>
                <a:ea typeface="Noto Sans CJK SC"/>
                <a:cs typeface="Noto Sans CJK SC"/>
              </a:rPr>
              <a:t>推论 1：忽略误报损害会选错政策或治理</a:t>
            </a:r>
          </a:p>
        </p:txBody>
      </p:sp>
      <p:sp>
        <p:nvSpPr>
          <p:cNvPr id="3" name="text-2">
            <a:extLst xmlns:a="http://schemas.openxmlformats.org/drawingml/2006/main">
              <a:ext uri="{FF2B5EF4-FFF2-40B4-BE49-F238E27FC236}">
                <a16:creationId xmlns:a16="http://schemas.microsoft.com/office/drawing/2014/main" id="{41D1C915-8695-4E7F-84AC-35A660F988D6}"/>
              </a:ext>
            </a:extLst>
          </p:cNvPr>
          <p:cNvSpPr>
            <a:spLocks xmlns:a="http://schemas.openxmlformats.org/drawingml/2006/main" noGrp="1"/>
          </p:cNvSpPr>
          <p:nvPr/>
        </p:nvSpPr>
        <p:spPr>
          <a:xfrm xmlns:a="http://schemas.openxmlformats.org/drawingml/2006/main">
            <a:off x="795528" y="2423160"/>
            <a:ext cx="10515600" cy="5486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2100" b="0">
                <a:solidFill>
                  <a:srgbClr val="243746"/>
                </a:solidFill>
                <a:latin typeface="Noto Sans CJK SC"/>
                <a:ea typeface="Noto Sans CJK SC"/>
                <a:cs typeface="Noto Sans CJK SC"/>
              </a:defRPr>
            </a:defPPr>
          </a:lstStyle>
          <a:p xmlns:a="http://schemas.openxmlformats.org/drawingml/2006/main">
            <a:pPr algn="l">
              <a:lnSpc>
                <a:spcPct val="103000"/>
              </a:lnSpc>
              <a:buNone/>
              <a:defRPr sz="2100" b="0">
                <a:solidFill>
                  <a:srgbClr val="243746"/>
                </a:solidFill>
                <a:latin typeface="Noto Sans CJK SC"/>
                <a:ea typeface="Noto Sans CJK SC"/>
                <a:cs typeface="Noto Sans CJK SC"/>
              </a:defRPr>
            </a:pPr>
            <a:r>
              <a:rPr sz="2100" b="0">
                <a:solidFill>
                  <a:srgbClr val="243746"/>
                </a:solidFill>
                <a:latin typeface="Noto Sans CJK SC"/>
                <a:ea typeface="Noto Sans CJK SC"/>
                <a:cs typeface="Noto Sans CJK SC"/>
              </a:rPr>
              <a:t>错误政策：过度控制漏报，却低估错误替换的损害。</a:t>
            </a:r>
          </a:p>
        </p:txBody>
      </p:sp>
      <p:pic>
        <p:nvPicPr>
          <p:cNvPr id="4" name="">
            <a:extLst xmlns:a="http://schemas.openxmlformats.org/drawingml/2006/main">
              <a:ext uri="{FF2B5EF4-FFF2-40B4-BE49-F238E27FC236}">
                <a16:creationId xmlns:a16="http://schemas.microsoft.com/office/drawing/2014/main" id="{95D14249-BF16-49E4-80DD-55FCCC1E2688}"/>
              </a:ext>
            </a:extLst>
          </p:cNvPr>
          <p:cNvPicPr>
            <a:picLocks xmlns:a="http://schemas.openxmlformats.org/drawingml/2006/main" noChangeAspect="1"/>
          </p:cNvPicPr>
          <p:nvPr/>
        </p:nvPicPr>
        <p:blipFill>
          <a:blip xmlns:r="http://schemas.openxmlformats.org/officeDocument/2006/relationships" xmlns:a="http://schemas.openxmlformats.org/drawingml/2006/main" r:embed="Rf1a0a4da90784c33"/>
          <a:stretch xmlns:a="http://schemas.openxmlformats.org/drawingml/2006/main"/>
        </p:blipFill>
        <p:spPr>
          <a:xfrm xmlns:a="http://schemas.openxmlformats.org/drawingml/2006/main">
            <a:off x="2781453" y="3136392"/>
            <a:ext cx="6635189" cy="576072"/>
          </a:xfrm>
          <a:prstGeom xmlns:a="http://schemas.openxmlformats.org/drawingml/2006/main" prst="rect">
            <a:avLst/>
          </a:prstGeom>
        </p:spPr>
      </p:pic>
      <p:sp>
        <p:nvSpPr>
          <p:cNvPr id="5" name="text-3">
            <a:extLst xmlns:a="http://schemas.openxmlformats.org/drawingml/2006/main">
              <a:ext uri="{FF2B5EF4-FFF2-40B4-BE49-F238E27FC236}">
                <a16:creationId xmlns:a16="http://schemas.microsoft.com/office/drawing/2014/main" id="{1103B4D0-3C88-45A5-B805-88B6D67E1F67}"/>
              </a:ext>
            </a:extLst>
          </p:cNvPr>
          <p:cNvSpPr>
            <a:spLocks xmlns:a="http://schemas.openxmlformats.org/drawingml/2006/main" noGrp="1"/>
          </p:cNvSpPr>
          <p:nvPr/>
        </p:nvSpPr>
        <p:spPr>
          <a:xfrm xmlns:a="http://schemas.openxmlformats.org/drawingml/2006/main">
            <a:off x="795528" y="4114800"/>
            <a:ext cx="10515600" cy="5486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2100" b="0">
                <a:solidFill>
                  <a:srgbClr val="243746"/>
                </a:solidFill>
                <a:latin typeface="Noto Sans CJK SC"/>
                <a:ea typeface="Noto Sans CJK SC"/>
                <a:cs typeface="Noto Sans CJK SC"/>
              </a:defRPr>
            </a:defPPr>
          </a:lstStyle>
          <a:p xmlns:a="http://schemas.openxmlformats.org/drawingml/2006/main">
            <a:pPr algn="l">
              <a:lnSpc>
                <a:spcPct val="103000"/>
              </a:lnSpc>
              <a:buNone/>
              <a:defRPr sz="2100" b="0">
                <a:solidFill>
                  <a:srgbClr val="243746"/>
                </a:solidFill>
                <a:latin typeface="Noto Sans CJK SC"/>
                <a:ea typeface="Noto Sans CJK SC"/>
                <a:cs typeface="Noto Sans CJK SC"/>
              </a:defRPr>
            </a:pPr>
            <a:r>
              <a:rPr sz="2100" b="0">
                <a:solidFill>
                  <a:srgbClr val="243746"/>
                </a:solidFill>
                <a:latin typeface="Noto Sans CJK SC"/>
                <a:ea typeface="Noto Sans CJK SC"/>
                <a:cs typeface="Noto Sans CJK SC"/>
              </a:rPr>
              <a:t>错误治理：审计政策仍是 C，但应整改时却选择了替换。</a:t>
            </a:r>
          </a:p>
        </p:txBody>
      </p:sp>
      <p:pic>
        <p:nvPicPr>
          <p:cNvPr id="6" name="">
            <a:extLst xmlns:a="http://schemas.openxmlformats.org/drawingml/2006/main">
              <a:ext uri="{FF2B5EF4-FFF2-40B4-BE49-F238E27FC236}">
                <a16:creationId xmlns:a16="http://schemas.microsoft.com/office/drawing/2014/main" id="{ED3EFA93-468F-47B6-A418-DBCF7A85B4D9}"/>
              </a:ext>
            </a:extLst>
          </p:cNvPr>
          <p:cNvPicPr>
            <a:picLocks xmlns:a="http://schemas.openxmlformats.org/drawingml/2006/main" noChangeAspect="1"/>
          </p:cNvPicPr>
          <p:nvPr/>
        </p:nvPicPr>
        <p:blipFill>
          <a:blip xmlns:r="http://schemas.openxmlformats.org/officeDocument/2006/relationships" xmlns:a="http://schemas.openxmlformats.org/drawingml/2006/main" r:embed="R9908f3338c944f0d"/>
          <a:stretch xmlns:a="http://schemas.openxmlformats.org/drawingml/2006/main"/>
        </p:blipFill>
        <p:spPr>
          <a:xfrm xmlns:a="http://schemas.openxmlformats.org/drawingml/2006/main">
            <a:off x="1079427" y="4791456"/>
            <a:ext cx="10039241" cy="603504"/>
          </a:xfrm>
          <a:prstGeom xmlns:a="http://schemas.openxmlformats.org/drawingml/2006/main" prst="rect">
            <a:avLst/>
          </a:prstGeom>
        </p:spPr>
      </p:pic>
      <p:sp>
        <p:nvSpPr>
          <p:cNvPr id="7" name="text-4">
            <a:extLst xmlns:a="http://schemas.openxmlformats.org/drawingml/2006/main">
              <a:ext uri="{FF2B5EF4-FFF2-40B4-BE49-F238E27FC236}">
                <a16:creationId xmlns:a16="http://schemas.microsoft.com/office/drawing/2014/main" id="{2BB073B2-4043-4102-ADBA-F5A31D3275B7}"/>
              </a:ext>
            </a:extLst>
          </p:cNvPr>
          <p:cNvSpPr>
            <a:spLocks xmlns:a="http://schemas.openxmlformats.org/drawingml/2006/main" noGrp="1"/>
          </p:cNvSpPr>
          <p:nvPr/>
        </p:nvSpPr>
        <p:spPr>
          <a:xfrm xmlns:a="http://schemas.openxmlformats.org/drawingml/2006/main">
            <a:off x="731520" y="5907024"/>
            <a:ext cx="10725912" cy="4754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1800" b="1">
                <a:solidFill>
                  <a:srgbClr val="587C95"/>
                </a:solidFill>
                <a:latin typeface="Noto Sans CJK SC"/>
                <a:ea typeface="Noto Sans CJK SC"/>
                <a:cs typeface="Noto Sans CJK SC"/>
              </a:defRPr>
            </a:defPPr>
          </a:lstStyle>
          <a:p xmlns:a="http://schemas.openxmlformats.org/drawingml/2006/main">
            <a:pPr algn="l">
              <a:lnSpc>
                <a:spcPct val="103000"/>
              </a:lnSpc>
              <a:buNone/>
              <a:defRPr sz="1800" b="1">
                <a:solidFill>
                  <a:srgbClr val="587C95"/>
                </a:solidFill>
                <a:latin typeface="Noto Sans CJK SC"/>
                <a:ea typeface="Noto Sans CJK SC"/>
                <a:cs typeface="Noto Sans CJK SC"/>
              </a:defRPr>
            </a:pPr>
            <a:r>
              <a:rPr sz="1800" b="1">
                <a:solidFill>
                  <a:srgbClr val="587C95"/>
                </a:solidFill>
                <a:latin typeface="Noto Sans CJK SC"/>
                <a:ea typeface="Noto Sans CJK SC"/>
                <a:cs typeface="Noto Sans CJK SC"/>
              </a:rPr>
              <a:t>预算越紧、误报损害越大，忽略误报的代价越值得关注。</a:t>
            </a:r>
          </a:p>
        </p:txBody>
      </p:sp>
      <p:sp>
        <p:nvSpPr>
          <p:cNvPr id="8" name="source-footer">
            <a:extLst xmlns:a="http://schemas.openxmlformats.org/drawingml/2006/main">
              <a:ext uri="{FF2B5EF4-FFF2-40B4-BE49-F238E27FC236}">
                <a16:creationId xmlns:a16="http://schemas.microsoft.com/office/drawing/2014/main" id="{0E5DBECD-C92D-4589-BDA4-F107CF20B958}"/>
              </a:ext>
            </a:extLst>
          </p:cNvPr>
          <p:cNvSpPr>
            <a:spLocks xmlns:a="http://schemas.openxmlformats.org/drawingml/2006/main" noGrp="1"/>
          </p:cNvSpPr>
          <p:nvPr/>
        </p:nvSpPr>
        <p:spPr>
          <a:xfrm xmlns:a="http://schemas.openxmlformats.org/drawingml/2006/main">
            <a:off x="676656" y="6492240"/>
            <a:ext cx="10442448"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1040" b="0">
                <a:solidFill>
                  <a:srgbClr val="627281"/>
                </a:solidFill>
                <a:latin typeface="Noto Sans CJK SC"/>
                <a:ea typeface="Noto Sans CJK SC"/>
                <a:cs typeface="Noto Sans CJK SC"/>
              </a:defRPr>
            </a:defPPr>
          </a:lstStyle>
          <a:p xmlns:a="http://schemas.openxmlformats.org/drawingml/2006/main">
            <a:pPr algn="l">
              <a:lnSpc>
                <a:spcPct val="103000"/>
              </a:lnSpc>
              <a:buNone/>
              <a:defRPr sz="1040" b="0">
                <a:solidFill>
                  <a:srgbClr val="627281"/>
                </a:solidFill>
                <a:latin typeface="Noto Sans CJK SC"/>
                <a:ea typeface="Noto Sans CJK SC"/>
                <a:cs typeface="Noto Sans CJK SC"/>
              </a:defRPr>
            </a:pPr>
            <a:r>
              <a:rPr sz="1040" b="0">
                <a:solidFill>
                  <a:srgbClr val="627281"/>
                </a:solidFill>
                <a:latin typeface="Noto Sans CJK SC"/>
                <a:ea typeface="Noto Sans CJK SC"/>
                <a:cs typeface="Noto Sans CJK SC"/>
              </a:rPr>
              <a:t>Corollary 1，p. 9；完整条件见附录 C</a:t>
            </a:r>
          </a:p>
        </p:txBody>
      </p:sp>
      <p:sp>
        <p:nvSpPr>
          <p:cNvPr id="9" name="page-number">
            <a:extLst xmlns:a="http://schemas.openxmlformats.org/drawingml/2006/main">
              <a:ext uri="{FF2B5EF4-FFF2-40B4-BE49-F238E27FC236}">
                <a16:creationId xmlns:a16="http://schemas.microsoft.com/office/drawing/2014/main" id="{10890273-F5BC-4AD9-A3A2-7BA366D38463}"/>
              </a:ext>
            </a:extLst>
          </p:cNvPr>
          <p:cNvSpPr>
            <a:spLocks xmlns:a="http://schemas.openxmlformats.org/drawingml/2006/main" noGrp="1"/>
          </p:cNvSpPr>
          <p:nvPr/>
        </p:nvSpPr>
        <p:spPr>
          <a:xfrm xmlns:a="http://schemas.openxmlformats.org/drawingml/2006/main">
            <a:off x="11000232" y="6492240"/>
            <a:ext cx="502920"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r">
              <a:defRPr sz="1050" b="0">
                <a:solidFill>
                  <a:srgbClr val="587C95"/>
                </a:solidFill>
                <a:latin typeface="Noto Sans CJK SC"/>
                <a:ea typeface="Noto Sans CJK SC"/>
                <a:cs typeface="Noto Sans CJK SC"/>
              </a:defRPr>
            </a:defPPr>
          </a:lstStyle>
          <a:p xmlns:a="http://schemas.openxmlformats.org/drawingml/2006/main">
            <a:pPr algn="r">
              <a:lnSpc>
                <a:spcPct val="103000"/>
              </a:lnSpc>
              <a:buNone/>
              <a:defRPr sz="1050" b="0">
                <a:solidFill>
                  <a:srgbClr val="587C95"/>
                </a:solidFill>
                <a:latin typeface="Noto Sans CJK SC"/>
                <a:ea typeface="Noto Sans CJK SC"/>
                <a:cs typeface="Noto Sans CJK SC"/>
              </a:defRPr>
            </a:pPr>
            <a:r>
              <a:rPr sz="1050" b="0">
                <a:solidFill>
                  <a:srgbClr val="587C95"/>
                </a:solidFill>
                <a:latin typeface="Noto Sans CJK SC"/>
                <a:ea typeface="Noto Sans CJK SC"/>
                <a:cs typeface="Noto Sans CJK SC"/>
              </a:rPr>
              <a:t>18</a:t>
            </a:r>
          </a:p>
        </p:txBody>
      </p:sp>
    </p:spTree>
    <p:extLst>
      <p:ext uri="{BB962C8B-B14F-4D97-AF65-F5344CB8AC3E}">
        <p14:creationId xmlns:p14="http://schemas.microsoft.com/office/powerpoint/2010/main" val="68993236"/>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sp>
        <p:nvSpPr>
          <p:cNvPr id="7" name="section-heading">
            <a:extLst xmlns:a="http://schemas.openxmlformats.org/drawingml/2006/main">
              <a:ext uri="{FF2B5EF4-FFF2-40B4-BE49-F238E27FC236}">
                <a16:creationId xmlns:a16="http://schemas.microsoft.com/office/drawing/2014/main" id="{ED2D34AF-C147-47C6-ACF1-02AEA318A14D}"/>
              </a:ext>
            </a:extLst>
          </p:cNvPr>
          <p:cNvSpPr>
            <a:spLocks xmlns:a="http://schemas.openxmlformats.org/drawingml/2006/main" noGrp="1"/>
          </p:cNvSpPr>
          <p:nvPr/>
        </p:nvSpPr>
        <p:spPr>
          <a:xfrm xmlns:a="http://schemas.openxmlformats.org/drawingml/2006/main">
            <a:off x="1499616" y="630936"/>
            <a:ext cx="9784080" cy="5486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2700" b="1">
                <a:solidFill>
                  <a:srgbClr val="243746"/>
                </a:solidFill>
                <a:latin typeface="Noto Sans CJK SC"/>
                <a:ea typeface="Noto Sans CJK SC"/>
                <a:cs typeface="Noto Sans CJK SC"/>
              </a:defRPr>
            </a:defPPr>
          </a:lstStyle>
          <a:p xmlns:a="http://schemas.openxmlformats.org/drawingml/2006/main">
            <a:pPr algn="l">
              <a:lnSpc>
                <a:spcPct val="103000"/>
              </a:lnSpc>
              <a:buNone/>
              <a:defRPr sz="2700" b="1">
                <a:solidFill>
                  <a:srgbClr val="243746"/>
                </a:solidFill>
                <a:latin typeface="Noto Sans CJK SC"/>
                <a:ea typeface="Noto Sans CJK SC"/>
                <a:cs typeface="Noto Sans CJK SC"/>
              </a:defRPr>
            </a:pPr>
            <a:r>
              <a:rPr sz="2700" b="1">
                <a:solidFill>
                  <a:srgbClr val="243746"/>
                </a:solidFill>
                <a:latin typeface="Noto Sans CJK SC"/>
                <a:ea typeface="Noto Sans CJK SC"/>
                <a:cs typeface="Noto Sans CJK SC"/>
              </a:rPr>
              <a:t>五、模型分析：一对一基准</a:t>
            </a:r>
          </a:p>
        </p:txBody>
      </p:sp>
      <p:sp>
        <p:nvSpPr>
          <p:cNvPr id="2" name="slide-topic">
            <a:extLst xmlns:a="http://schemas.openxmlformats.org/drawingml/2006/main">
              <a:ext uri="{FF2B5EF4-FFF2-40B4-BE49-F238E27FC236}">
                <a16:creationId xmlns:a16="http://schemas.microsoft.com/office/drawing/2014/main" id="{6409C36D-A2F7-4747-BBE6-F6BE2B366E53}"/>
              </a:ext>
            </a:extLst>
          </p:cNvPr>
          <p:cNvSpPr>
            <a:spLocks xmlns:a="http://schemas.openxmlformats.org/drawingml/2006/main" noGrp="1"/>
          </p:cNvSpPr>
          <p:nvPr/>
        </p:nvSpPr>
        <p:spPr>
          <a:xfrm xmlns:a="http://schemas.openxmlformats.org/drawingml/2006/main">
            <a:off x="658368" y="1709928"/>
            <a:ext cx="10881360" cy="5486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2400" b="1">
                <a:solidFill>
                  <a:srgbClr val="243746"/>
                </a:solidFill>
                <a:latin typeface="Noto Sans CJK SC"/>
                <a:ea typeface="Noto Sans CJK SC"/>
                <a:cs typeface="Noto Sans CJK SC"/>
              </a:defRPr>
            </a:defPPr>
          </a:lstStyle>
          <a:p xmlns:a="http://schemas.openxmlformats.org/drawingml/2006/main">
            <a:pPr algn="l">
              <a:lnSpc>
                <a:spcPct val="103000"/>
              </a:lnSpc>
              <a:buNone/>
              <a:defRPr sz="2400" b="1">
                <a:solidFill>
                  <a:srgbClr val="243746"/>
                </a:solidFill>
                <a:latin typeface="Noto Sans CJK SC"/>
                <a:ea typeface="Noto Sans CJK SC"/>
                <a:cs typeface="Noto Sans CJK SC"/>
              </a:defRPr>
            </a:pPr>
            <a:r>
              <a:rPr sz="2400" b="1">
                <a:solidFill>
                  <a:srgbClr val="243746"/>
                </a:solidFill>
                <a:latin typeface="Noto Sans CJK SC"/>
                <a:ea typeface="Noto Sans CJK SC"/>
                <a:cs typeface="Noto Sans CJK SC"/>
              </a:rPr>
              <a:t>推论 2：有效审计区间内的企业收益比较</a:t>
            </a:r>
          </a:p>
        </p:txBody>
      </p:sp>
      <p:graphicFrame>
        <p:nvGraphicFramePr>
          <p:cNvPr id="3" name="">
            <a:extLst xmlns:a="http://schemas.openxmlformats.org/drawingml/2006/main">
              <a:ext uri="{FF2B5EF4-FFF2-40B4-BE49-F238E27FC236}">
                <a16:creationId xmlns:a16="http://schemas.microsoft.com/office/drawing/2014/main" id="{C4FA4ECF-E896-4802-8BE4-BD132F2FCFE8}"/>
              </a:ext>
            </a:extLst>
          </p:cNvPr>
          <p:cNvGraphicFramePr/>
          <p:nvPr/>
        </p:nvGraphicFramePr>
        <p:xfrm>
          <a:off xmlns:a="http://schemas.openxmlformats.org/drawingml/2006/main" x="658368" y="2414016"/>
          <a:ext xmlns:a="http://schemas.openxmlformats.org/drawingml/2006/main" cx="10872216" cy="2743200"/>
        </p:xfrm>
        <a:graphic xmlns:a="http://schemas.openxmlformats.org/drawingml/2006/main">
          <a:graphicData uri="http://schemas.openxmlformats.org/drawingml/2006/table">
            <a:tbl>
              <a:tblPr firstRow="1" bandRow="0"/>
              <a:tblGrid>
                <a:gridCol w="3127248"/>
                <a:gridCol w="2286000"/>
                <a:gridCol w="5458968"/>
              </a:tblGrid>
              <a:tr h="548640">
                <a:tc>
                  <a:txBody>
                    <a:bodyPr wrap="square">
                      <a:noAutofit/>
                    </a:bodyPr>
                    <a:lstStyle/>
                    <a:p>
                      <a:pPr algn="l">
                        <a:lnSpc>
                          <a:spcPct val="100000"/>
                        </a:lnSpc>
                        <a:buNone/>
                      </a:pPr>
                      <a:r>
                        <a:rPr sz="2050" b="1">
                          <a:solidFill>
                            <a:srgbClr val="FFFFFF"/>
                          </a:solidFill>
                          <a:latin typeface="Noto Sans CJK SC"/>
                          <a:ea typeface="Noto Sans CJK SC"/>
                          <a:cs typeface="Noto Sans CJK SC"/>
                        </a:rPr>
                        <a:t>变化</a:t>
                      </a:r>
                    </a:p>
                  </a:txBody>
                  <a:tcPr marL="85725" marR="85725" marT="57150" marB="57150" anchor="ctr">
                    <a:solidFill>
                      <a:srgbClr val="587C95"/>
                    </a:solidFill>
                  </a:tcPr>
                </a:tc>
                <a:tc>
                  <a:txBody>
                    <a:bodyPr wrap="square">
                      <a:noAutofit/>
                    </a:bodyPr>
                    <a:lstStyle/>
                    <a:p>
                      <a:pPr algn="l">
                        <a:lnSpc>
                          <a:spcPct val="100000"/>
                        </a:lnSpc>
                        <a:buNone/>
                      </a:pPr>
                      <a:r>
                        <a:rPr sz="2050" b="1">
                          <a:solidFill>
                            <a:srgbClr val="FFFFFF"/>
                          </a:solidFill>
                          <a:latin typeface="Noto Sans CJK SC"/>
                          <a:ea typeface="Noto Sans CJK SC"/>
                          <a:cs typeface="Noto Sans CJK SC"/>
                        </a:rPr>
                        <a:t>最优期望收益</a:t>
                      </a:r>
                    </a:p>
                  </a:txBody>
                  <a:tcPr marL="85725" marR="85725" marT="57150" marB="57150" anchor="ctr">
                    <a:solidFill>
                      <a:srgbClr val="587C95"/>
                    </a:solidFill>
                  </a:tcPr>
                </a:tc>
                <a:tc>
                  <a:txBody>
                    <a:bodyPr wrap="square">
                      <a:noAutofit/>
                    </a:bodyPr>
                    <a:lstStyle/>
                    <a:p>
                      <a:pPr algn="l">
                        <a:lnSpc>
                          <a:spcPct val="100000"/>
                        </a:lnSpc>
                        <a:buNone/>
                      </a:pPr>
                      <a:r>
                        <a:rPr sz="2050" b="1">
                          <a:solidFill>
                            <a:srgbClr val="FFFFFF"/>
                          </a:solidFill>
                          <a:latin typeface="Noto Sans CJK SC"/>
                          <a:ea typeface="Noto Sans CJK SC"/>
                          <a:cs typeface="Noto Sans CJK SC"/>
                        </a:rPr>
                        <a:t>经济解释</a:t>
                      </a:r>
                    </a:p>
                  </a:txBody>
                  <a:tcPr marL="85725" marR="85725" marT="57150" marB="57150" anchor="ctr">
                    <a:solidFill>
                      <a:srgbClr val="587C95"/>
                    </a:solidFill>
                  </a:tcPr>
                </a:tc>
              </a:tr>
              <a:tr h="548640">
                <a:tc>
                  <a:txBody>
                    <a:bodyPr wrap="square">
                      <a:noAutofit/>
                    </a:bodyPr>
                    <a:lstStyle/>
                    <a:p>
                      <a:pPr algn="l">
                        <a:lnSpc>
                          <a:spcPct val="100000"/>
                        </a:lnSpc>
                        <a:buNone/>
                      </a:pPr>
                      <a:r>
                        <a:rPr sz="2000" b="0">
                          <a:solidFill>
                            <a:srgbClr val="243746"/>
                          </a:solidFill>
                          <a:latin typeface="Noto Sans CJK SC"/>
                          <a:ea typeface="Noto Sans CJK SC"/>
                          <a:cs typeface="Noto Sans CJK SC"/>
                        </a:rPr>
                        <a:t>审计预算 B 增加</a:t>
                      </a:r>
                    </a:p>
                  </a:txBody>
                  <a:tcPr marL="85725" marR="85725" marT="57150" marB="57150" anchor="ctr">
                    <a:solidFill>
                      <a:srgbClr val="F0F4F7"/>
                    </a:solidFill>
                  </a:tcPr>
                </a:tc>
                <a:tc>
                  <a:txBody>
                    <a:bodyPr wrap="square">
                      <a:noAutofit/>
                    </a:bodyPr>
                    <a:lstStyle/>
                    <a:p>
                      <a:pPr algn="l">
                        <a:lnSpc>
                          <a:spcPct val="100000"/>
                        </a:lnSpc>
                        <a:buNone/>
                      </a:pPr>
                      <a:r>
                        <a:rPr sz="2000" b="0">
                          <a:solidFill>
                            <a:srgbClr val="243746"/>
                          </a:solidFill>
                          <a:latin typeface="Noto Sans CJK SC"/>
                          <a:ea typeface="Noto Sans CJK SC"/>
                          <a:cs typeface="Noto Sans CJK SC"/>
                        </a:rPr>
                        <a:t>弱增加</a:t>
                      </a:r>
                    </a:p>
                  </a:txBody>
                  <a:tcPr marL="85725" marR="85725" marT="57150" marB="57150" anchor="ctr">
                    <a:solidFill>
                      <a:srgbClr val="F0F4F7"/>
                    </a:solidFill>
                  </a:tcPr>
                </a:tc>
                <a:tc>
                  <a:txBody>
                    <a:bodyPr wrap="square">
                      <a:noAutofit/>
                    </a:bodyPr>
                    <a:lstStyle/>
                    <a:p>
                      <a:pPr algn="l">
                        <a:lnSpc>
                          <a:spcPct val="100000"/>
                        </a:lnSpc>
                        <a:buNone/>
                      </a:pPr>
                      <a:r>
                        <a:rPr sz="2000" b="0">
                          <a:solidFill>
                            <a:srgbClr val="243746"/>
                          </a:solidFill>
                          <a:latin typeface="Noto Sans CJK SC"/>
                          <a:ea typeface="Noto Sans CJK SC"/>
                          <a:cs typeface="Noto Sans CJK SC"/>
                        </a:rPr>
                        <a:t>更多资源扩大可行决策集合</a:t>
                      </a:r>
                    </a:p>
                  </a:txBody>
                  <a:tcPr marL="85725" marR="85725" marT="57150" marB="57150" anchor="ctr">
                    <a:solidFill>
                      <a:srgbClr val="F0F4F7"/>
                    </a:solidFill>
                  </a:tcPr>
                </a:tc>
              </a:tr>
              <a:tr h="548640">
                <a:tc>
                  <a:txBody>
                    <a:bodyPr wrap="square">
                      <a:noAutofit/>
                    </a:bodyPr>
                    <a:lstStyle/>
                    <a:p>
                      <a:pPr algn="l">
                        <a:lnSpc>
                          <a:spcPct val="100000"/>
                        </a:lnSpc>
                        <a:buNone/>
                      </a:pPr>
                      <a:r>
                        <a:rPr sz="2000" b="0">
                          <a:solidFill>
                            <a:srgbClr val="243746"/>
                          </a:solidFill>
                          <a:latin typeface="Noto Sans CJK SC"/>
                          <a:ea typeface="Noto Sans CJK SC"/>
                          <a:cs typeface="Noto Sans CJK SC"/>
                        </a:rPr>
                        <a:t>先验合规概率 e 增加</a:t>
                      </a:r>
                    </a:p>
                  </a:txBody>
                  <a:tcPr marL="85725" marR="85725" marT="57150" marB="57150" anchor="ctr">
                    <a:solidFill>
                      <a:srgbClr val="FFFFFF"/>
                    </a:solidFill>
                  </a:tcPr>
                </a:tc>
                <a:tc>
                  <a:txBody>
                    <a:bodyPr wrap="square">
                      <a:noAutofit/>
                    </a:bodyPr>
                    <a:lstStyle/>
                    <a:p>
                      <a:pPr algn="l">
                        <a:lnSpc>
                          <a:spcPct val="100000"/>
                        </a:lnSpc>
                        <a:buNone/>
                      </a:pPr>
                      <a:r>
                        <a:rPr sz="2000" b="0">
                          <a:solidFill>
                            <a:srgbClr val="243746"/>
                          </a:solidFill>
                          <a:latin typeface="Noto Sans CJK SC"/>
                          <a:ea typeface="Noto Sans CJK SC"/>
                          <a:cs typeface="Noto Sans CJK SC"/>
                        </a:rPr>
                        <a:t>弱增加</a:t>
                      </a:r>
                    </a:p>
                  </a:txBody>
                  <a:tcPr marL="85725" marR="85725" marT="57150" marB="57150" anchor="ctr">
                    <a:solidFill>
                      <a:srgbClr val="FFFFFF"/>
                    </a:solidFill>
                  </a:tcPr>
                </a:tc>
                <a:tc>
                  <a:txBody>
                    <a:bodyPr wrap="square">
                      <a:noAutofit/>
                    </a:bodyPr>
                    <a:lstStyle/>
                    <a:p>
                      <a:pPr algn="l">
                        <a:lnSpc>
                          <a:spcPct val="100000"/>
                        </a:lnSpc>
                        <a:buNone/>
                      </a:pPr>
                      <a:r>
                        <a:rPr sz="2000" b="0">
                          <a:solidFill>
                            <a:srgbClr val="243746"/>
                          </a:solidFill>
                          <a:latin typeface="Noto Sans CJK SC"/>
                          <a:ea typeface="Noto Sans CJK SC"/>
                          <a:cs typeface="Noto Sans CJK SC"/>
                        </a:rPr>
                        <a:t>违规风险的先验暴露下降</a:t>
                      </a:r>
                    </a:p>
                  </a:txBody>
                  <a:tcPr marL="85725" marR="85725" marT="57150" marB="57150" anchor="ctr">
                    <a:solidFill>
                      <a:srgbClr val="FFFFFF"/>
                    </a:solidFill>
                  </a:tcPr>
                </a:tc>
              </a:tr>
              <a:tr h="548640">
                <a:tc>
                  <a:txBody>
                    <a:bodyPr wrap="square">
                      <a:noAutofit/>
                    </a:bodyPr>
                    <a:lstStyle/>
                    <a:p>
                      <a:pPr algn="l">
                        <a:lnSpc>
                          <a:spcPct val="100000"/>
                        </a:lnSpc>
                        <a:buNone/>
                      </a:pPr>
                      <a:r>
                        <a:rPr sz="2000" b="0">
                          <a:solidFill>
                            <a:srgbClr val="243746"/>
                          </a:solidFill>
                          <a:latin typeface="Noto Sans CJK SC"/>
                          <a:ea typeface="Noto Sans CJK SC"/>
                          <a:cs typeface="Noto Sans CJK SC"/>
                        </a:rPr>
                        <a:t>误报预期损害 Dα 增加</a:t>
                      </a:r>
                    </a:p>
                  </a:txBody>
                  <a:tcPr marL="85725" marR="85725" marT="57150" marB="57150" anchor="ctr">
                    <a:solidFill>
                      <a:srgbClr val="F0F4F7"/>
                    </a:solidFill>
                  </a:tcPr>
                </a:tc>
                <a:tc>
                  <a:txBody>
                    <a:bodyPr wrap="square">
                      <a:noAutofit/>
                    </a:bodyPr>
                    <a:lstStyle/>
                    <a:p>
                      <a:pPr algn="l">
                        <a:lnSpc>
                          <a:spcPct val="100000"/>
                        </a:lnSpc>
                        <a:buNone/>
                      </a:pPr>
                      <a:r>
                        <a:rPr sz="2000" b="0">
                          <a:solidFill>
                            <a:srgbClr val="243746"/>
                          </a:solidFill>
                          <a:latin typeface="Noto Sans CJK SC"/>
                          <a:ea typeface="Noto Sans CJK SC"/>
                          <a:cs typeface="Noto Sans CJK SC"/>
                        </a:rPr>
                        <a:t>弱减少</a:t>
                      </a:r>
                    </a:p>
                  </a:txBody>
                  <a:tcPr marL="85725" marR="85725" marT="57150" marB="57150" anchor="ctr">
                    <a:solidFill>
                      <a:srgbClr val="F0F4F7"/>
                    </a:solidFill>
                  </a:tcPr>
                </a:tc>
                <a:tc>
                  <a:txBody>
                    <a:bodyPr wrap="square">
                      <a:noAutofit/>
                    </a:bodyPr>
                    <a:lstStyle/>
                    <a:p>
                      <a:pPr algn="l">
                        <a:lnSpc>
                          <a:spcPct val="100000"/>
                        </a:lnSpc>
                        <a:buNone/>
                      </a:pPr>
                      <a:r>
                        <a:rPr sz="2000" b="0">
                          <a:solidFill>
                            <a:srgbClr val="243746"/>
                          </a:solidFill>
                          <a:latin typeface="Noto Sans CJK SC"/>
                          <a:ea typeface="Noto Sans CJK SC"/>
                          <a:cs typeface="Noto Sans CJK SC"/>
                        </a:rPr>
                        <a:t>错误替换的经济后果更重</a:t>
                      </a:r>
                    </a:p>
                  </a:txBody>
                  <a:tcPr marL="85725" marR="85725" marT="57150" marB="57150" anchor="ctr">
                    <a:solidFill>
                      <a:srgbClr val="F0F4F7"/>
                    </a:solidFill>
                  </a:tcPr>
                </a:tc>
              </a:tr>
              <a:tr h="548640">
                <a:tc>
                  <a:txBody>
                    <a:bodyPr wrap="square">
                      <a:noAutofit/>
                    </a:bodyPr>
                    <a:lstStyle/>
                    <a:p>
                      <a:pPr algn="l">
                        <a:lnSpc>
                          <a:spcPct val="100000"/>
                        </a:lnSpc>
                        <a:buNone/>
                      </a:pPr>
                      <a:r>
                        <a:rPr sz="2000" b="0">
                          <a:solidFill>
                            <a:srgbClr val="243746"/>
                          </a:solidFill>
                          <a:latin typeface="Noto Sans CJK SC"/>
                          <a:ea typeface="Noto Sans CJK SC"/>
                          <a:cs typeface="Noto Sans CJK SC"/>
                        </a:rPr>
                        <a:t>漏报预期损害 Dβ 增加</a:t>
                      </a:r>
                    </a:p>
                  </a:txBody>
                  <a:tcPr marL="85725" marR="85725" marT="57150" marB="57150" anchor="ctr">
                    <a:solidFill>
                      <a:srgbClr val="FFFFFF"/>
                    </a:solidFill>
                  </a:tcPr>
                </a:tc>
                <a:tc>
                  <a:txBody>
                    <a:bodyPr wrap="square">
                      <a:noAutofit/>
                    </a:bodyPr>
                    <a:lstStyle/>
                    <a:p>
                      <a:pPr algn="l">
                        <a:lnSpc>
                          <a:spcPct val="100000"/>
                        </a:lnSpc>
                        <a:buNone/>
                      </a:pPr>
                      <a:r>
                        <a:rPr sz="2000" b="0">
                          <a:solidFill>
                            <a:srgbClr val="243746"/>
                          </a:solidFill>
                          <a:latin typeface="Noto Sans CJK SC"/>
                          <a:ea typeface="Noto Sans CJK SC"/>
                          <a:cs typeface="Noto Sans CJK SC"/>
                        </a:rPr>
                        <a:t>弱减少</a:t>
                      </a:r>
                    </a:p>
                  </a:txBody>
                  <a:tcPr marL="85725" marR="85725" marT="57150" marB="57150" anchor="ctr">
                    <a:solidFill>
                      <a:srgbClr val="FFFFFF"/>
                    </a:solidFill>
                  </a:tcPr>
                </a:tc>
                <a:tc>
                  <a:txBody>
                    <a:bodyPr wrap="square">
                      <a:noAutofit/>
                    </a:bodyPr>
                    <a:lstStyle/>
                    <a:p>
                      <a:pPr algn="l">
                        <a:lnSpc>
                          <a:spcPct val="100000"/>
                        </a:lnSpc>
                        <a:buNone/>
                      </a:pPr>
                      <a:r>
                        <a:rPr sz="2000" b="0">
                          <a:solidFill>
                            <a:srgbClr val="243746"/>
                          </a:solidFill>
                          <a:latin typeface="Noto Sans CJK SC"/>
                          <a:ea typeface="Noto Sans CJK SC"/>
                          <a:cs typeface="Noto Sans CJK SC"/>
                        </a:rPr>
                        <a:t>遗漏违规的经济后果更重</a:t>
                      </a:r>
                    </a:p>
                  </a:txBody>
                  <a:tcPr marL="85725" marR="85725" marT="57150" marB="57150" anchor="ctr">
                    <a:solidFill>
                      <a:srgbClr val="FFFFFF"/>
                    </a:solidFill>
                  </a:tcPr>
                </a:tc>
              </a:tr>
            </a:tbl>
          </a:graphicData>
        </a:graphic>
      </p:graphicFrame>
      <p:sp>
        <p:nvSpPr>
          <p:cNvPr id="4" name="text-2">
            <a:extLst xmlns:a="http://schemas.openxmlformats.org/drawingml/2006/main">
              <a:ext uri="{FF2B5EF4-FFF2-40B4-BE49-F238E27FC236}">
                <a16:creationId xmlns:a16="http://schemas.microsoft.com/office/drawing/2014/main" id="{3486B744-813D-4F3C-B9A3-770B7B65CAD1}"/>
              </a:ext>
            </a:extLst>
          </p:cNvPr>
          <p:cNvSpPr>
            <a:spLocks xmlns:a="http://schemas.openxmlformats.org/drawingml/2006/main" noGrp="1"/>
          </p:cNvSpPr>
          <p:nvPr/>
        </p:nvSpPr>
        <p:spPr>
          <a:xfrm xmlns:a="http://schemas.openxmlformats.org/drawingml/2006/main">
            <a:off x="731520" y="5907024"/>
            <a:ext cx="10725912" cy="4754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1800" b="1">
                <a:solidFill>
                  <a:srgbClr val="587C95"/>
                </a:solidFill>
                <a:latin typeface="Noto Sans CJK SC"/>
                <a:ea typeface="Noto Sans CJK SC"/>
                <a:cs typeface="Noto Sans CJK SC"/>
              </a:defRPr>
            </a:defPPr>
          </a:lstStyle>
          <a:p xmlns:a="http://schemas.openxmlformats.org/drawingml/2006/main">
            <a:pPr algn="l">
              <a:lnSpc>
                <a:spcPct val="103000"/>
              </a:lnSpc>
              <a:buNone/>
              <a:defRPr sz="1800" b="1">
                <a:solidFill>
                  <a:srgbClr val="587C95"/>
                </a:solidFill>
                <a:latin typeface="Noto Sans CJK SC"/>
                <a:ea typeface="Noto Sans CJK SC"/>
                <a:cs typeface="Noto Sans CJK SC"/>
              </a:defRPr>
            </a:pPr>
            <a:r>
              <a:rPr sz="1800" b="1">
                <a:solidFill>
                  <a:srgbClr val="587C95"/>
                </a:solidFill>
                <a:latin typeface="Noto Sans CJK SC"/>
                <a:ea typeface="Noto Sans CJK SC"/>
                <a:cs typeface="Noto Sans CJK SC"/>
              </a:rPr>
              <a:t>比较 e 需保留审计可行性；企业收益改善仍不等于社会筛查改善。</a:t>
            </a:r>
          </a:p>
        </p:txBody>
      </p:sp>
      <p:sp>
        <p:nvSpPr>
          <p:cNvPr id="5" name="source-footer">
            <a:extLst xmlns:a="http://schemas.openxmlformats.org/drawingml/2006/main">
              <a:ext uri="{FF2B5EF4-FFF2-40B4-BE49-F238E27FC236}">
                <a16:creationId xmlns:a16="http://schemas.microsoft.com/office/drawing/2014/main" id="{A8F722BA-16DE-4532-BBEC-EC565CA13CA5}"/>
              </a:ext>
            </a:extLst>
          </p:cNvPr>
          <p:cNvSpPr>
            <a:spLocks xmlns:a="http://schemas.openxmlformats.org/drawingml/2006/main" noGrp="1"/>
          </p:cNvSpPr>
          <p:nvPr/>
        </p:nvSpPr>
        <p:spPr>
          <a:xfrm xmlns:a="http://schemas.openxmlformats.org/drawingml/2006/main">
            <a:off x="676656" y="6492240"/>
            <a:ext cx="10442448"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1040" b="0">
                <a:solidFill>
                  <a:srgbClr val="627281"/>
                </a:solidFill>
                <a:latin typeface="Noto Sans CJK SC"/>
                <a:ea typeface="Noto Sans CJK SC"/>
                <a:cs typeface="Noto Sans CJK SC"/>
              </a:defRPr>
            </a:defPPr>
          </a:lstStyle>
          <a:p xmlns:a="http://schemas.openxmlformats.org/drawingml/2006/main">
            <a:pPr algn="l">
              <a:lnSpc>
                <a:spcPct val="103000"/>
              </a:lnSpc>
              <a:buNone/>
              <a:defRPr sz="1040" b="0">
                <a:solidFill>
                  <a:srgbClr val="627281"/>
                </a:solidFill>
                <a:latin typeface="Noto Sans CJK SC"/>
                <a:ea typeface="Noto Sans CJK SC"/>
                <a:cs typeface="Noto Sans CJK SC"/>
              </a:defRPr>
            </a:pPr>
            <a:r>
              <a:rPr sz="1040" b="0">
                <a:solidFill>
                  <a:srgbClr val="627281"/>
                </a:solidFill>
                <a:latin typeface="Noto Sans CJK SC"/>
                <a:ea typeface="Noto Sans CJK SC"/>
                <a:cs typeface="Noto Sans CJK SC"/>
              </a:rPr>
              <a:t>Corollary 2，p. 9；比较 e 时保留有效审计的可行域</a:t>
            </a:r>
          </a:p>
        </p:txBody>
      </p:sp>
      <p:sp>
        <p:nvSpPr>
          <p:cNvPr id="6" name="page-number">
            <a:extLst xmlns:a="http://schemas.openxmlformats.org/drawingml/2006/main">
              <a:ext uri="{FF2B5EF4-FFF2-40B4-BE49-F238E27FC236}">
                <a16:creationId xmlns:a16="http://schemas.microsoft.com/office/drawing/2014/main" id="{46AC00D7-B0E7-4E0E-BBD0-9AFFB9C0C287}"/>
              </a:ext>
            </a:extLst>
          </p:cNvPr>
          <p:cNvSpPr>
            <a:spLocks xmlns:a="http://schemas.openxmlformats.org/drawingml/2006/main" noGrp="1"/>
          </p:cNvSpPr>
          <p:nvPr/>
        </p:nvSpPr>
        <p:spPr>
          <a:xfrm xmlns:a="http://schemas.openxmlformats.org/drawingml/2006/main">
            <a:off x="11000232" y="6492240"/>
            <a:ext cx="502920"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r">
              <a:defRPr sz="1050" b="0">
                <a:solidFill>
                  <a:srgbClr val="587C95"/>
                </a:solidFill>
                <a:latin typeface="Noto Sans CJK SC"/>
                <a:ea typeface="Noto Sans CJK SC"/>
                <a:cs typeface="Noto Sans CJK SC"/>
              </a:defRPr>
            </a:defPPr>
          </a:lstStyle>
          <a:p xmlns:a="http://schemas.openxmlformats.org/drawingml/2006/main">
            <a:pPr algn="r">
              <a:lnSpc>
                <a:spcPct val="103000"/>
              </a:lnSpc>
              <a:buNone/>
              <a:defRPr sz="1050" b="0">
                <a:solidFill>
                  <a:srgbClr val="587C95"/>
                </a:solidFill>
                <a:latin typeface="Noto Sans CJK SC"/>
                <a:ea typeface="Noto Sans CJK SC"/>
                <a:cs typeface="Noto Sans CJK SC"/>
              </a:defRPr>
            </a:pPr>
            <a:r>
              <a:rPr sz="1050" b="0">
                <a:solidFill>
                  <a:srgbClr val="587C95"/>
                </a:solidFill>
                <a:latin typeface="Noto Sans CJK SC"/>
                <a:ea typeface="Noto Sans CJK SC"/>
                <a:cs typeface="Noto Sans CJK SC"/>
              </a:rPr>
              <a:t>19</a:t>
            </a:r>
          </a:p>
        </p:txBody>
      </p:sp>
    </p:spTree>
    <p:extLst>
      <p:ext uri="{BB962C8B-B14F-4D97-AF65-F5344CB8AC3E}">
        <p14:creationId xmlns:p14="http://schemas.microsoft.com/office/powerpoint/2010/main" val="1761483420"/>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sp>
        <p:nvSpPr>
          <p:cNvPr id="8" name="section-heading">
            <a:extLst xmlns:a="http://schemas.openxmlformats.org/drawingml/2006/main">
              <a:ext uri="{FF2B5EF4-FFF2-40B4-BE49-F238E27FC236}">
                <a16:creationId xmlns:a16="http://schemas.microsoft.com/office/drawing/2014/main" id="{B05897EB-9587-4164-975A-575736B86C70}"/>
              </a:ext>
            </a:extLst>
          </p:cNvPr>
          <p:cNvSpPr>
            <a:spLocks xmlns:a="http://schemas.openxmlformats.org/drawingml/2006/main" noGrp="1"/>
          </p:cNvSpPr>
          <p:nvPr/>
        </p:nvSpPr>
        <p:spPr>
          <a:xfrm xmlns:a="http://schemas.openxmlformats.org/drawingml/2006/main">
            <a:off x="1499616" y="630936"/>
            <a:ext cx="9784080" cy="5486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2700" b="1">
                <a:solidFill>
                  <a:srgbClr val="243746"/>
                </a:solidFill>
                <a:latin typeface="Noto Sans CJK SC"/>
                <a:ea typeface="Noto Sans CJK SC"/>
                <a:cs typeface="Noto Sans CJK SC"/>
              </a:defRPr>
            </a:defPPr>
          </a:lstStyle>
          <a:p xmlns:a="http://schemas.openxmlformats.org/drawingml/2006/main">
            <a:pPr algn="l">
              <a:lnSpc>
                <a:spcPct val="103000"/>
              </a:lnSpc>
              <a:buNone/>
              <a:defRPr sz="2700" b="1">
                <a:solidFill>
                  <a:srgbClr val="243746"/>
                </a:solidFill>
                <a:latin typeface="Noto Sans CJK SC"/>
                <a:ea typeface="Noto Sans CJK SC"/>
                <a:cs typeface="Noto Sans CJK SC"/>
              </a:defRPr>
            </a:pPr>
            <a:r>
              <a:rPr sz="2700" b="1">
                <a:solidFill>
                  <a:srgbClr val="243746"/>
                </a:solidFill>
                <a:latin typeface="Noto Sans CJK SC"/>
                <a:ea typeface="Noto Sans CJK SC"/>
                <a:cs typeface="Noto Sans CJK SC"/>
              </a:rPr>
              <a:t>五、模型分析：一对一基准</a:t>
            </a:r>
          </a:p>
        </p:txBody>
      </p:sp>
      <p:sp>
        <p:nvSpPr>
          <p:cNvPr id="2" name="slide-topic">
            <a:extLst xmlns:a="http://schemas.openxmlformats.org/drawingml/2006/main">
              <a:ext uri="{FF2B5EF4-FFF2-40B4-BE49-F238E27FC236}">
                <a16:creationId xmlns:a16="http://schemas.microsoft.com/office/drawing/2014/main" id="{EACFD8B7-816D-4C57-84F0-250C81D36B7C}"/>
              </a:ext>
            </a:extLst>
          </p:cNvPr>
          <p:cNvSpPr>
            <a:spLocks xmlns:a="http://schemas.openxmlformats.org/drawingml/2006/main" noGrp="1"/>
          </p:cNvSpPr>
          <p:nvPr/>
        </p:nvSpPr>
        <p:spPr>
          <a:xfrm xmlns:a="http://schemas.openxmlformats.org/drawingml/2006/main">
            <a:off x="658368" y="1709928"/>
            <a:ext cx="10881360" cy="5486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2400" b="1">
                <a:solidFill>
                  <a:srgbClr val="243746"/>
                </a:solidFill>
                <a:latin typeface="Noto Sans CJK SC"/>
                <a:ea typeface="Noto Sans CJK SC"/>
                <a:cs typeface="Noto Sans CJK SC"/>
              </a:defRPr>
            </a:defPPr>
          </a:lstStyle>
          <a:p xmlns:a="http://schemas.openxmlformats.org/drawingml/2006/main">
            <a:pPr algn="l">
              <a:lnSpc>
                <a:spcPct val="103000"/>
              </a:lnSpc>
              <a:buNone/>
              <a:defRPr sz="2400" b="1">
                <a:solidFill>
                  <a:srgbClr val="243746"/>
                </a:solidFill>
                <a:latin typeface="Noto Sans CJK SC"/>
                <a:ea typeface="Noto Sans CJK SC"/>
                <a:cs typeface="Noto Sans CJK SC"/>
              </a:defRPr>
            </a:pPr>
            <a:r>
              <a:rPr sz="2400" b="1">
                <a:solidFill>
                  <a:srgbClr val="243746"/>
                </a:solidFill>
                <a:latin typeface="Noto Sans CJK SC"/>
                <a:ea typeface="Noto Sans CJK SC"/>
                <a:cs typeface="Noto Sans CJK SC"/>
              </a:rPr>
              <a:t>命题 2：私人收益改善时，社会筛查可能变弱</a:t>
            </a:r>
          </a:p>
        </p:txBody>
      </p:sp>
      <p:pic>
        <p:nvPicPr>
          <p:cNvPr id="3" name="">
            <a:extLst xmlns:a="http://schemas.openxmlformats.org/drawingml/2006/main">
              <a:ext uri="{FF2B5EF4-FFF2-40B4-BE49-F238E27FC236}">
                <a16:creationId xmlns:a16="http://schemas.microsoft.com/office/drawing/2014/main" id="{892EFC50-598D-4B0B-90FE-25C9781557D5}"/>
              </a:ext>
            </a:extLst>
          </p:cNvPr>
          <p:cNvPicPr>
            <a:picLocks xmlns:a="http://schemas.openxmlformats.org/drawingml/2006/main" noChangeAspect="1"/>
          </p:cNvPicPr>
          <p:nvPr/>
        </p:nvPicPr>
        <p:blipFill>
          <a:blip xmlns:r="http://schemas.openxmlformats.org/officeDocument/2006/relationships" xmlns:a="http://schemas.openxmlformats.org/drawingml/2006/main" r:embed="Rc885a77692e040dd"/>
          <a:stretch xmlns:a="http://schemas.openxmlformats.org/drawingml/2006/main"/>
        </p:blipFill>
        <p:spPr>
          <a:xfrm xmlns:a="http://schemas.openxmlformats.org/drawingml/2006/main">
            <a:off x="1767319" y="2350008"/>
            <a:ext cx="8663459" cy="603504"/>
          </a:xfrm>
          <a:prstGeom xmlns:a="http://schemas.openxmlformats.org/drawingml/2006/main" prst="rect">
            <a:avLst/>
          </a:prstGeom>
        </p:spPr>
      </p:pic>
      <p:graphicFrame>
        <p:nvGraphicFramePr>
          <p:cNvPr id="4" name="Chart">
            <a:extLst xmlns:a="http://schemas.openxmlformats.org/drawingml/2006/main">
              <a:ext uri="{FF2B5EF4-FFF2-40B4-BE49-F238E27FC236}">
                <a16:creationId xmlns:a16="http://schemas.microsoft.com/office/drawing/2014/main" id="{21463DE6-3F4F-45F4-A4AF-AFC6830704FD}"/>
              </a:ext>
            </a:extLst>
          </p:cNvPr>
          <p:cNvGraphicFramePr/>
          <p:nvPr/>
        </p:nvGraphicFramePr>
        <p:xfrm>
          <a:off xmlns:a="http://schemas.openxmlformats.org/drawingml/2006/main" x="658368" y="3127248"/>
          <a:ext xmlns:a="http://schemas.openxmlformats.org/drawingml/2006/main" cx="6976872" cy="2926080"/>
        </p:xfrm>
        <a:graphic xmlns:a="http://schemas.openxmlformats.org/drawingml/2006/main">
          <a:graphicData uri="http://schemas.openxmlformats.org/drawingml/2006/chart">
            <c:chart xmlns:r="http://schemas.openxmlformats.org/officeDocument/2006/relationships" xmlns:c="http://schemas.openxmlformats.org/drawingml/2006/chart" r:id="R0b4ed57d4b274fa3"/>
          </a:graphicData>
        </a:graphic>
      </p:graphicFrame>
      <p:sp>
        <p:nvSpPr>
          <p:cNvPr id="5" name="text-2">
            <a:extLst xmlns:a="http://schemas.openxmlformats.org/drawingml/2006/main">
              <a:ext uri="{FF2B5EF4-FFF2-40B4-BE49-F238E27FC236}">
                <a16:creationId xmlns:a16="http://schemas.microsoft.com/office/drawing/2014/main" id="{DA656C36-B5E1-461B-871A-865069D0316C}"/>
              </a:ext>
            </a:extLst>
          </p:cNvPr>
          <p:cNvSpPr>
            <a:spLocks xmlns:a="http://schemas.openxmlformats.org/drawingml/2006/main" noGrp="1"/>
          </p:cNvSpPr>
          <p:nvPr/>
        </p:nvSpPr>
        <p:spPr>
          <a:xfrm xmlns:a="http://schemas.openxmlformats.org/drawingml/2006/main">
            <a:off x="7973568" y="3291840"/>
            <a:ext cx="3529584" cy="24688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1800" b="0">
                <a:solidFill>
                  <a:srgbClr val="243746"/>
                </a:solidFill>
                <a:latin typeface="Noto Sans CJK SC"/>
                <a:ea typeface="Noto Sans CJK SC"/>
                <a:cs typeface="Noto Sans CJK SC"/>
              </a:defRPr>
            </a:defPPr>
          </a:lstStyle>
          <a:p xmlns:a="http://schemas.openxmlformats.org/drawingml/2006/main">
            <a:pPr algn="l">
              <a:lnSpc>
                <a:spcPct val="103000"/>
              </a:lnSpc>
              <a:buNone/>
              <a:defRPr sz="1800" b="0">
                <a:solidFill>
                  <a:srgbClr val="243746"/>
                </a:solidFill>
                <a:latin typeface="Noto Sans CJK SC"/>
                <a:ea typeface="Noto Sans CJK SC"/>
                <a:cs typeface="Noto Sans CJK SC"/>
              </a:defRPr>
            </a:pPr>
            <a:r>
              <a:rPr sz="1800" b="0">
                <a:solidFill>
                  <a:srgbClr val="243746"/>
                </a:solidFill>
                <a:latin typeface="Noto Sans CJK SC"/>
                <a:ea typeface="Noto Sans CJK SC"/>
                <a:cs typeface="Noto Sans CJK SC"/>
              </a:rPr>
              <a:t>特殊区域：</a:t>
            </a:r>
          </a:p>
          <a:p xmlns:a="http://schemas.openxmlformats.org/drawingml/2006/main">
            <a:pPr algn="l">
              <a:lnSpc>
                <a:spcPct val="103000"/>
              </a:lnSpc>
              <a:buNone/>
              <a:defRPr sz="1800" b="0">
                <a:solidFill>
                  <a:srgbClr val="243746"/>
                </a:solidFill>
                <a:latin typeface="Noto Sans CJK SC"/>
                <a:ea typeface="Noto Sans CJK SC"/>
                <a:cs typeface="Noto Sans CJK SC"/>
              </a:defRPr>
            </a:pPr>
            <a:r>
              <a:rPr sz="1800" b="0">
                <a:solidFill>
                  <a:srgbClr val="243746"/>
                </a:solidFill>
                <a:latin typeface="Noto Sans CJK SC"/>
                <a:ea typeface="Noto Sans CJK SC"/>
                <a:cs typeface="Noto Sans CJK SC"/>
              </a:rPr>
              <a:t>(Dβ−Dα)/2 &lt; Δs &lt; Δr &lt; Dβ/2</a:t>
            </a:r>
          </a:p>
          <a:p xmlns:a="http://schemas.openxmlformats.org/drawingml/2006/main">
            <a:r>
              <a:t/>
            </a:r>
          </a:p>
          <a:p xmlns:a="http://schemas.openxmlformats.org/drawingml/2006/main">
            <a:pPr algn="l">
              <a:lnSpc>
                <a:spcPct val="103000"/>
              </a:lnSpc>
              <a:buNone/>
              <a:defRPr sz="1800" b="0">
                <a:solidFill>
                  <a:srgbClr val="243746"/>
                </a:solidFill>
                <a:latin typeface="Noto Sans CJK SC"/>
                <a:ea typeface="Noto Sans CJK SC"/>
                <a:cs typeface="Noto Sans CJK SC"/>
              </a:defRPr>
            </a:pPr>
            <a:r>
              <a:rPr sz="1800" b="0">
                <a:solidFill>
                  <a:srgbClr val="243746"/>
                </a:solidFill>
                <a:latin typeface="Noto Sans CJK SC"/>
                <a:ea typeface="Noto Sans CJK SC"/>
                <a:cs typeface="Noto Sans CJK SC"/>
              </a:rPr>
              <a:t>低预算：C + 整改</a:t>
            </a:r>
          </a:p>
          <a:p xmlns:a="http://schemas.openxmlformats.org/drawingml/2006/main">
            <a:pPr algn="l">
              <a:lnSpc>
                <a:spcPct val="103000"/>
              </a:lnSpc>
              <a:buNone/>
              <a:defRPr sz="1800" b="0">
                <a:solidFill>
                  <a:srgbClr val="243746"/>
                </a:solidFill>
                <a:latin typeface="Noto Sans CJK SC"/>
                <a:ea typeface="Noto Sans CJK SC"/>
                <a:cs typeface="Noto Sans CJK SC"/>
              </a:defRPr>
            </a:pPr>
            <a:r>
              <a:rPr sz="1800" b="0">
                <a:solidFill>
                  <a:srgbClr val="243746"/>
                </a:solidFill>
                <a:latin typeface="Noto Sans CJK SC"/>
                <a:ea typeface="Noto Sans CJK SC"/>
                <a:cs typeface="Noto Sans CJK SC"/>
              </a:rPr>
              <a:t>高预算：N + 替换</a:t>
            </a:r>
          </a:p>
          <a:p xmlns:a="http://schemas.openxmlformats.org/drawingml/2006/main">
            <a:r>
              <a:t/>
            </a:r>
          </a:p>
          <a:p xmlns:a="http://schemas.openxmlformats.org/drawingml/2006/main">
            <a:pPr algn="l">
              <a:lnSpc>
                <a:spcPct val="103000"/>
              </a:lnSpc>
              <a:buNone/>
              <a:defRPr sz="1800" b="0">
                <a:solidFill>
                  <a:srgbClr val="243746"/>
                </a:solidFill>
                <a:latin typeface="Noto Sans CJK SC"/>
                <a:ea typeface="Noto Sans CJK SC"/>
                <a:cs typeface="Noto Sans CJK SC"/>
              </a:defRPr>
            </a:pPr>
            <a:r>
              <a:rPr sz="1800" b="0">
                <a:solidFill>
                  <a:srgbClr val="243746"/>
                </a:solidFill>
                <a:latin typeface="Noto Sans CJK SC"/>
                <a:ea typeface="Noto Sans CJK SC"/>
                <a:cs typeface="Noto Sans CJK SC"/>
              </a:rPr>
              <a:t>切换点的社会风险可能跳升。</a:t>
            </a:r>
          </a:p>
        </p:txBody>
      </p:sp>
      <p:sp>
        <p:nvSpPr>
          <p:cNvPr id="6" name="source-footer">
            <a:extLst xmlns:a="http://schemas.openxmlformats.org/drawingml/2006/main">
              <a:ext uri="{FF2B5EF4-FFF2-40B4-BE49-F238E27FC236}">
                <a16:creationId xmlns:a16="http://schemas.microsoft.com/office/drawing/2014/main" id="{3B20433E-66B3-45D4-98B8-391200CB299E}"/>
              </a:ext>
            </a:extLst>
          </p:cNvPr>
          <p:cNvSpPr>
            <a:spLocks xmlns:a="http://schemas.openxmlformats.org/drawingml/2006/main" noGrp="1"/>
          </p:cNvSpPr>
          <p:nvPr/>
        </p:nvSpPr>
        <p:spPr>
          <a:xfrm xmlns:a="http://schemas.openxmlformats.org/drawingml/2006/main">
            <a:off x="676656" y="6492240"/>
            <a:ext cx="10442448"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1040" b="0">
                <a:solidFill>
                  <a:srgbClr val="627281"/>
                </a:solidFill>
                <a:latin typeface="Noto Sans CJK SC"/>
                <a:ea typeface="Noto Sans CJK SC"/>
                <a:cs typeface="Noto Sans CJK SC"/>
              </a:defRPr>
            </a:defPPr>
          </a:lstStyle>
          <a:p xmlns:a="http://schemas.openxmlformats.org/drawingml/2006/main">
            <a:pPr algn="l">
              <a:lnSpc>
                <a:spcPct val="103000"/>
              </a:lnSpc>
              <a:buNone/>
              <a:defRPr sz="1040" b="0">
                <a:solidFill>
                  <a:srgbClr val="627281"/>
                </a:solidFill>
                <a:latin typeface="Noto Sans CJK SC"/>
                <a:ea typeface="Noto Sans CJK SC"/>
                <a:cs typeface="Noto Sans CJK SC"/>
              </a:defRPr>
            </a:pPr>
            <a:r>
              <a:rPr sz="1040" b="0">
                <a:solidFill>
                  <a:srgbClr val="627281"/>
                </a:solidFill>
                <a:latin typeface="Noto Sans CJK SC"/>
                <a:ea typeface="Noto Sans CJK SC"/>
                <a:cs typeface="Noto Sans CJK SC"/>
              </a:rPr>
              <a:t>Proposition 2，pp. 9–10；图为基于原模型的解释性算例</a:t>
            </a:r>
          </a:p>
        </p:txBody>
      </p:sp>
      <p:sp>
        <p:nvSpPr>
          <p:cNvPr id="7" name="page-number">
            <a:extLst xmlns:a="http://schemas.openxmlformats.org/drawingml/2006/main">
              <a:ext uri="{FF2B5EF4-FFF2-40B4-BE49-F238E27FC236}">
                <a16:creationId xmlns:a16="http://schemas.microsoft.com/office/drawing/2014/main" id="{C0A68677-9B2F-45C8-9F8F-6C5E125DAD4B}"/>
              </a:ext>
            </a:extLst>
          </p:cNvPr>
          <p:cNvSpPr>
            <a:spLocks xmlns:a="http://schemas.openxmlformats.org/drawingml/2006/main" noGrp="1"/>
          </p:cNvSpPr>
          <p:nvPr/>
        </p:nvSpPr>
        <p:spPr>
          <a:xfrm xmlns:a="http://schemas.openxmlformats.org/drawingml/2006/main">
            <a:off x="11000232" y="6492240"/>
            <a:ext cx="502920"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r">
              <a:defRPr sz="1050" b="0">
                <a:solidFill>
                  <a:srgbClr val="587C95"/>
                </a:solidFill>
                <a:latin typeface="Noto Sans CJK SC"/>
                <a:ea typeface="Noto Sans CJK SC"/>
                <a:cs typeface="Noto Sans CJK SC"/>
              </a:defRPr>
            </a:defPPr>
          </a:lstStyle>
          <a:p xmlns:a="http://schemas.openxmlformats.org/drawingml/2006/main">
            <a:pPr algn="r">
              <a:lnSpc>
                <a:spcPct val="103000"/>
              </a:lnSpc>
              <a:buNone/>
              <a:defRPr sz="1050" b="0">
                <a:solidFill>
                  <a:srgbClr val="587C95"/>
                </a:solidFill>
                <a:latin typeface="Noto Sans CJK SC"/>
                <a:ea typeface="Noto Sans CJK SC"/>
                <a:cs typeface="Noto Sans CJK SC"/>
              </a:defRPr>
            </a:pPr>
            <a:r>
              <a:rPr sz="1050" b="0">
                <a:solidFill>
                  <a:srgbClr val="587C95"/>
                </a:solidFill>
                <a:latin typeface="Noto Sans CJK SC"/>
                <a:ea typeface="Noto Sans CJK SC"/>
                <a:cs typeface="Noto Sans CJK SC"/>
              </a:rPr>
              <a:t>20</a:t>
            </a:r>
          </a:p>
        </p:txBody>
      </p:sp>
    </p:spTree>
    <p:extLst>
      <p:ext uri="{BB962C8B-B14F-4D97-AF65-F5344CB8AC3E}">
        <p14:creationId xmlns:p14="http://schemas.microsoft.com/office/powerpoint/2010/main" val="1517144172"/>
      </p:ext>
    </p:extLst>
  </p:cSld>
</p:sld>
</file>

<file path=ppt/slides/slide21.xml><?xml version="1.0" encoding="utf-8"?>
<p:sld xmlns:p="http://schemas.openxmlformats.org/presentationml/2006/main">
  <p:cSld>
    <p:spTree>
      <p:nvGrpSpPr>
        <p:cNvPr id="1" name=""/>
        <p:cNvGrpSpPr/>
        <p:nvPr/>
      </p:nvGrpSpPr>
      <p:grpSpPr>
        <a:xfrm xmlns:a="http://schemas.openxmlformats.org/drawingml/2006/main"/>
      </p:grpSpPr>
      <p:sp>
        <p:nvSpPr>
          <p:cNvPr id="9" name="section-heading">
            <a:extLst xmlns:a="http://schemas.openxmlformats.org/drawingml/2006/main">
              <a:ext uri="{FF2B5EF4-FFF2-40B4-BE49-F238E27FC236}">
                <a16:creationId xmlns:a16="http://schemas.microsoft.com/office/drawing/2014/main" id="{C0BBEBD0-1BA6-4042-98EE-F109E2E51BAA}"/>
              </a:ext>
            </a:extLst>
          </p:cNvPr>
          <p:cNvSpPr>
            <a:spLocks xmlns:a="http://schemas.openxmlformats.org/drawingml/2006/main" noGrp="1"/>
          </p:cNvSpPr>
          <p:nvPr/>
        </p:nvSpPr>
        <p:spPr>
          <a:xfrm xmlns:a="http://schemas.openxmlformats.org/drawingml/2006/main">
            <a:off x="1499616" y="630936"/>
            <a:ext cx="9784080" cy="5486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2700" b="1">
                <a:solidFill>
                  <a:srgbClr val="243746"/>
                </a:solidFill>
                <a:latin typeface="Noto Sans CJK SC"/>
                <a:ea typeface="Noto Sans CJK SC"/>
                <a:cs typeface="Noto Sans CJK SC"/>
              </a:defRPr>
            </a:defPPr>
          </a:lstStyle>
          <a:p xmlns:a="http://schemas.openxmlformats.org/drawingml/2006/main">
            <a:pPr algn="l">
              <a:lnSpc>
                <a:spcPct val="103000"/>
              </a:lnSpc>
              <a:buNone/>
              <a:defRPr sz="2700" b="1">
                <a:solidFill>
                  <a:srgbClr val="243746"/>
                </a:solidFill>
                <a:latin typeface="Noto Sans CJK SC"/>
                <a:ea typeface="Noto Sans CJK SC"/>
                <a:cs typeface="Noto Sans CJK SC"/>
              </a:defRPr>
            </a:pPr>
            <a:r>
              <a:rPr sz="2700" b="1">
                <a:solidFill>
                  <a:srgbClr val="243746"/>
                </a:solidFill>
                <a:latin typeface="Noto Sans CJK SC"/>
                <a:ea typeface="Noto Sans CJK SC"/>
                <a:cs typeface="Noto Sans CJK SC"/>
              </a:rPr>
              <a:t>五、模型分析：装配网络</a:t>
            </a:r>
          </a:p>
        </p:txBody>
      </p:sp>
      <p:sp>
        <p:nvSpPr>
          <p:cNvPr id="2" name="slide-topic">
            <a:extLst xmlns:a="http://schemas.openxmlformats.org/drawingml/2006/main">
              <a:ext uri="{FF2B5EF4-FFF2-40B4-BE49-F238E27FC236}">
                <a16:creationId xmlns:a16="http://schemas.microsoft.com/office/drawing/2014/main" id="{681D5EF1-7D41-468E-BDFE-64EF76B65A1C}"/>
              </a:ext>
            </a:extLst>
          </p:cNvPr>
          <p:cNvSpPr>
            <a:spLocks xmlns:a="http://schemas.openxmlformats.org/drawingml/2006/main" noGrp="1"/>
          </p:cNvSpPr>
          <p:nvPr/>
        </p:nvSpPr>
        <p:spPr>
          <a:xfrm xmlns:a="http://schemas.openxmlformats.org/drawingml/2006/main">
            <a:off x="658368" y="1709928"/>
            <a:ext cx="10881360" cy="5486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2400" b="1">
                <a:solidFill>
                  <a:srgbClr val="243746"/>
                </a:solidFill>
                <a:latin typeface="Noto Sans CJK SC"/>
                <a:ea typeface="Noto Sans CJK SC"/>
                <a:cs typeface="Noto Sans CJK SC"/>
              </a:defRPr>
            </a:defPPr>
          </a:lstStyle>
          <a:p xmlns:a="http://schemas.openxmlformats.org/drawingml/2006/main">
            <a:pPr algn="l">
              <a:lnSpc>
                <a:spcPct val="103000"/>
              </a:lnSpc>
              <a:buNone/>
              <a:defRPr sz="2400" b="1">
                <a:solidFill>
                  <a:srgbClr val="243746"/>
                </a:solidFill>
                <a:latin typeface="Noto Sans CJK SC"/>
                <a:ea typeface="Noto Sans CJK SC"/>
                <a:cs typeface="Noto Sans CJK SC"/>
              </a:defRPr>
            </a:pPr>
            <a:r>
              <a:rPr sz="2400" b="1">
                <a:solidFill>
                  <a:srgbClr val="243746"/>
                </a:solidFill>
                <a:latin typeface="Noto Sans CJK SC"/>
                <a:ea typeface="Noto Sans CJK SC"/>
                <a:cs typeface="Noto Sans CJK SC"/>
              </a:rPr>
              <a:t>两阶段优化：先求治理响应，再设计审计方案</a:t>
            </a:r>
          </a:p>
        </p:txBody>
      </p:sp>
      <p:pic>
        <p:nvPicPr>
          <p:cNvPr id="3" name="">
            <a:extLst xmlns:a="http://schemas.openxmlformats.org/drawingml/2006/main">
              <a:ext uri="{FF2B5EF4-FFF2-40B4-BE49-F238E27FC236}">
                <a16:creationId xmlns:a16="http://schemas.microsoft.com/office/drawing/2014/main" id="{1B09D093-A418-4EDB-ACF4-FA6B17939F65}"/>
              </a:ext>
            </a:extLst>
          </p:cNvPr>
          <p:cNvPicPr>
            <a:picLocks xmlns:a="http://schemas.openxmlformats.org/drawingml/2006/main" noChangeAspect="1"/>
          </p:cNvPicPr>
          <p:nvPr/>
        </p:nvPicPr>
        <p:blipFill>
          <a:blip xmlns:r="http://schemas.openxmlformats.org/officeDocument/2006/relationships" xmlns:a="http://schemas.openxmlformats.org/drawingml/2006/main" r:embed="Rf04f1411405142a9"/>
          <a:stretch xmlns:a="http://schemas.openxmlformats.org/drawingml/2006/main"/>
        </p:blipFill>
        <p:spPr>
          <a:xfrm xmlns:a="http://schemas.openxmlformats.org/drawingml/2006/main">
            <a:off x="3882177" y="2313432"/>
            <a:ext cx="4433743" cy="521208"/>
          </a:xfrm>
          <a:prstGeom xmlns:a="http://schemas.openxmlformats.org/drawingml/2006/main" prst="rect">
            <a:avLst/>
          </a:prstGeom>
        </p:spPr>
      </p:pic>
      <p:pic>
        <p:nvPicPr>
          <p:cNvPr id="4" name="">
            <a:extLst xmlns:a="http://schemas.openxmlformats.org/drawingml/2006/main">
              <a:ext uri="{FF2B5EF4-FFF2-40B4-BE49-F238E27FC236}">
                <a16:creationId xmlns:a16="http://schemas.microsoft.com/office/drawing/2014/main" id="{887B1683-B2DF-4325-869E-0C26BD0B71BC}"/>
              </a:ext>
            </a:extLst>
          </p:cNvPr>
          <p:cNvPicPr>
            <a:picLocks xmlns:a="http://schemas.openxmlformats.org/drawingml/2006/main" noChangeAspect="1"/>
          </p:cNvPicPr>
          <p:nvPr/>
        </p:nvPicPr>
        <p:blipFill>
          <a:blip xmlns:r="http://schemas.openxmlformats.org/officeDocument/2006/relationships" xmlns:a="http://schemas.openxmlformats.org/drawingml/2006/main" r:embed="Rc367d77bddba48aa"/>
          <a:stretch xmlns:a="http://schemas.openxmlformats.org/drawingml/2006/main"/>
        </p:blipFill>
        <p:spPr>
          <a:xfrm xmlns:a="http://schemas.openxmlformats.org/drawingml/2006/main">
            <a:off x="2958757" y="3108960"/>
            <a:ext cx="6280582" cy="640080"/>
          </a:xfrm>
          <a:prstGeom xmlns:a="http://schemas.openxmlformats.org/drawingml/2006/main" prst="rect">
            <a:avLst/>
          </a:prstGeom>
        </p:spPr>
      </p:pic>
      <p:pic>
        <p:nvPicPr>
          <p:cNvPr id="5" name="">
            <a:extLst xmlns:a="http://schemas.openxmlformats.org/drawingml/2006/main">
              <a:ext uri="{FF2B5EF4-FFF2-40B4-BE49-F238E27FC236}">
                <a16:creationId xmlns:a16="http://schemas.microsoft.com/office/drawing/2014/main" id="{EF65EC82-403B-4F7E-A8A0-98B0FB948845}"/>
              </a:ext>
            </a:extLst>
          </p:cNvPr>
          <p:cNvPicPr>
            <a:picLocks xmlns:a="http://schemas.openxmlformats.org/drawingml/2006/main" noChangeAspect="1"/>
          </p:cNvPicPr>
          <p:nvPr/>
        </p:nvPicPr>
        <p:blipFill>
          <a:blip xmlns:r="http://schemas.openxmlformats.org/officeDocument/2006/relationships" xmlns:a="http://schemas.openxmlformats.org/drawingml/2006/main" r:embed="R41b99b6683194733"/>
          <a:stretch xmlns:a="http://schemas.openxmlformats.org/drawingml/2006/main"/>
        </p:blipFill>
        <p:spPr>
          <a:xfrm xmlns:a="http://schemas.openxmlformats.org/drawingml/2006/main">
            <a:off x="4181785" y="4050792"/>
            <a:ext cx="3834526" cy="640080"/>
          </a:xfrm>
          <a:prstGeom xmlns:a="http://schemas.openxmlformats.org/drawingml/2006/main" prst="rect">
            <a:avLst/>
          </a:prstGeom>
        </p:spPr>
      </p:pic>
      <p:pic>
        <p:nvPicPr>
          <p:cNvPr id="6" name="">
            <a:extLst xmlns:a="http://schemas.openxmlformats.org/drawingml/2006/main">
              <a:ext uri="{FF2B5EF4-FFF2-40B4-BE49-F238E27FC236}">
                <a16:creationId xmlns:a16="http://schemas.microsoft.com/office/drawing/2014/main" id="{BFDD8759-9F65-48AD-83F0-BB52CE5BFE8F}"/>
              </a:ext>
            </a:extLst>
          </p:cNvPr>
          <p:cNvPicPr>
            <a:picLocks xmlns:a="http://schemas.openxmlformats.org/drawingml/2006/main" noChangeAspect="1"/>
          </p:cNvPicPr>
          <p:nvPr/>
        </p:nvPicPr>
        <p:blipFill>
          <a:blip xmlns:r="http://schemas.openxmlformats.org/officeDocument/2006/relationships" xmlns:a="http://schemas.openxmlformats.org/drawingml/2006/main" r:embed="R3746d39194004d81"/>
          <a:stretch xmlns:a="http://schemas.openxmlformats.org/drawingml/2006/main"/>
        </p:blipFill>
        <p:spPr>
          <a:xfrm xmlns:a="http://schemas.openxmlformats.org/drawingml/2006/main">
            <a:off x="2943214" y="5038344"/>
            <a:ext cx="6311668" cy="758952"/>
          </a:xfrm>
          <a:prstGeom xmlns:a="http://schemas.openxmlformats.org/drawingml/2006/main" prst="rect">
            <a:avLst/>
          </a:prstGeom>
        </p:spPr>
      </p:pic>
      <p:sp>
        <p:nvSpPr>
          <p:cNvPr id="7" name="source-footer">
            <a:extLst xmlns:a="http://schemas.openxmlformats.org/drawingml/2006/main">
              <a:ext uri="{FF2B5EF4-FFF2-40B4-BE49-F238E27FC236}">
                <a16:creationId xmlns:a16="http://schemas.microsoft.com/office/drawing/2014/main" id="{3785A9B5-3C7E-49EE-92AB-FED9DA1BC818}"/>
              </a:ext>
            </a:extLst>
          </p:cNvPr>
          <p:cNvSpPr>
            <a:spLocks xmlns:a="http://schemas.openxmlformats.org/drawingml/2006/main" noGrp="1"/>
          </p:cNvSpPr>
          <p:nvPr/>
        </p:nvSpPr>
        <p:spPr>
          <a:xfrm xmlns:a="http://schemas.openxmlformats.org/drawingml/2006/main">
            <a:off x="676656" y="6492240"/>
            <a:ext cx="10442448"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1040" b="0">
                <a:solidFill>
                  <a:srgbClr val="627281"/>
                </a:solidFill>
                <a:latin typeface="Noto Sans CJK SC"/>
                <a:ea typeface="Noto Sans CJK SC"/>
                <a:cs typeface="Noto Sans CJK SC"/>
              </a:defRPr>
            </a:defPPr>
          </a:lstStyle>
          <a:p xmlns:a="http://schemas.openxmlformats.org/drawingml/2006/main">
            <a:pPr algn="l">
              <a:lnSpc>
                <a:spcPct val="103000"/>
              </a:lnSpc>
              <a:buNone/>
              <a:defRPr sz="1040" b="0">
                <a:solidFill>
                  <a:srgbClr val="627281"/>
                </a:solidFill>
                <a:latin typeface="Noto Sans CJK SC"/>
                <a:ea typeface="Noto Sans CJK SC"/>
                <a:cs typeface="Noto Sans CJK SC"/>
              </a:defRPr>
            </a:pPr>
            <a:r>
              <a:rPr sz="1040" b="0">
                <a:solidFill>
                  <a:srgbClr val="627281"/>
                </a:solidFill>
                <a:latin typeface="Noto Sans CJK SC"/>
                <a:ea typeface="Noto Sans CJK SC"/>
                <a:cs typeface="Noto Sans CJK SC"/>
              </a:rPr>
              <a:t>原文 eqs. (6)–(12)，p. 10</a:t>
            </a:r>
          </a:p>
        </p:txBody>
      </p:sp>
      <p:sp>
        <p:nvSpPr>
          <p:cNvPr id="8" name="page-number">
            <a:extLst xmlns:a="http://schemas.openxmlformats.org/drawingml/2006/main">
              <a:ext uri="{FF2B5EF4-FFF2-40B4-BE49-F238E27FC236}">
                <a16:creationId xmlns:a16="http://schemas.microsoft.com/office/drawing/2014/main" id="{DFA56B4D-8E6C-4EB8-9055-A6899C77B712}"/>
              </a:ext>
            </a:extLst>
          </p:cNvPr>
          <p:cNvSpPr>
            <a:spLocks xmlns:a="http://schemas.openxmlformats.org/drawingml/2006/main" noGrp="1"/>
          </p:cNvSpPr>
          <p:nvPr/>
        </p:nvSpPr>
        <p:spPr>
          <a:xfrm xmlns:a="http://schemas.openxmlformats.org/drawingml/2006/main">
            <a:off x="11000232" y="6492240"/>
            <a:ext cx="502920"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r">
              <a:defRPr sz="1050" b="0">
                <a:solidFill>
                  <a:srgbClr val="587C95"/>
                </a:solidFill>
                <a:latin typeface="Noto Sans CJK SC"/>
                <a:ea typeface="Noto Sans CJK SC"/>
                <a:cs typeface="Noto Sans CJK SC"/>
              </a:defRPr>
            </a:defPPr>
          </a:lstStyle>
          <a:p xmlns:a="http://schemas.openxmlformats.org/drawingml/2006/main">
            <a:pPr algn="r">
              <a:lnSpc>
                <a:spcPct val="103000"/>
              </a:lnSpc>
              <a:buNone/>
              <a:defRPr sz="1050" b="0">
                <a:solidFill>
                  <a:srgbClr val="587C95"/>
                </a:solidFill>
                <a:latin typeface="Noto Sans CJK SC"/>
                <a:ea typeface="Noto Sans CJK SC"/>
                <a:cs typeface="Noto Sans CJK SC"/>
              </a:defRPr>
            </a:pPr>
            <a:r>
              <a:rPr sz="1050" b="0">
                <a:solidFill>
                  <a:srgbClr val="587C95"/>
                </a:solidFill>
                <a:latin typeface="Noto Sans CJK SC"/>
                <a:ea typeface="Noto Sans CJK SC"/>
                <a:cs typeface="Noto Sans CJK SC"/>
              </a:rPr>
              <a:t>21</a:t>
            </a:r>
          </a:p>
        </p:txBody>
      </p:sp>
    </p:spTree>
    <p:extLst>
      <p:ext uri="{BB962C8B-B14F-4D97-AF65-F5344CB8AC3E}">
        <p14:creationId xmlns:p14="http://schemas.microsoft.com/office/powerpoint/2010/main" val="954699284"/>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sp>
        <p:nvSpPr>
          <p:cNvPr id="9" name="section-heading">
            <a:extLst xmlns:a="http://schemas.openxmlformats.org/drawingml/2006/main">
              <a:ext uri="{FF2B5EF4-FFF2-40B4-BE49-F238E27FC236}">
                <a16:creationId xmlns:a16="http://schemas.microsoft.com/office/drawing/2014/main" id="{A2788772-2343-4A92-8877-4717769D248A}"/>
              </a:ext>
            </a:extLst>
          </p:cNvPr>
          <p:cNvSpPr>
            <a:spLocks xmlns:a="http://schemas.openxmlformats.org/drawingml/2006/main" noGrp="1"/>
          </p:cNvSpPr>
          <p:nvPr/>
        </p:nvSpPr>
        <p:spPr>
          <a:xfrm xmlns:a="http://schemas.openxmlformats.org/drawingml/2006/main">
            <a:off x="1499616" y="630936"/>
            <a:ext cx="9784080" cy="5486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2700" b="1">
                <a:solidFill>
                  <a:srgbClr val="243746"/>
                </a:solidFill>
                <a:latin typeface="Noto Sans CJK SC"/>
                <a:ea typeface="Noto Sans CJK SC"/>
                <a:cs typeface="Noto Sans CJK SC"/>
              </a:defRPr>
            </a:defPPr>
          </a:lstStyle>
          <a:p xmlns:a="http://schemas.openxmlformats.org/drawingml/2006/main">
            <a:pPr algn="l">
              <a:lnSpc>
                <a:spcPct val="103000"/>
              </a:lnSpc>
              <a:buNone/>
              <a:defRPr sz="2700" b="1">
                <a:solidFill>
                  <a:srgbClr val="243746"/>
                </a:solidFill>
                <a:latin typeface="Noto Sans CJK SC"/>
                <a:ea typeface="Noto Sans CJK SC"/>
                <a:cs typeface="Noto Sans CJK SC"/>
              </a:defRPr>
            </a:pPr>
            <a:r>
              <a:rPr sz="2700" b="1">
                <a:solidFill>
                  <a:srgbClr val="243746"/>
                </a:solidFill>
                <a:latin typeface="Noto Sans CJK SC"/>
                <a:ea typeface="Noto Sans CJK SC"/>
                <a:cs typeface="Noto Sans CJK SC"/>
              </a:rPr>
              <a:t>五、模型分析：装配网络</a:t>
            </a:r>
          </a:p>
        </p:txBody>
      </p:sp>
      <p:sp>
        <p:nvSpPr>
          <p:cNvPr id="2" name="slide-topic">
            <a:extLst xmlns:a="http://schemas.openxmlformats.org/drawingml/2006/main">
              <a:ext uri="{FF2B5EF4-FFF2-40B4-BE49-F238E27FC236}">
                <a16:creationId xmlns:a16="http://schemas.microsoft.com/office/drawing/2014/main" id="{C535D41A-DFC8-411E-BFF2-0EF02DE61E66}"/>
              </a:ext>
            </a:extLst>
          </p:cNvPr>
          <p:cNvSpPr>
            <a:spLocks xmlns:a="http://schemas.openxmlformats.org/drawingml/2006/main" noGrp="1"/>
          </p:cNvSpPr>
          <p:nvPr/>
        </p:nvSpPr>
        <p:spPr>
          <a:xfrm xmlns:a="http://schemas.openxmlformats.org/drawingml/2006/main">
            <a:off x="658368" y="1709928"/>
            <a:ext cx="10881360" cy="5486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2400" b="1">
                <a:solidFill>
                  <a:srgbClr val="243746"/>
                </a:solidFill>
                <a:latin typeface="Noto Sans CJK SC"/>
                <a:ea typeface="Noto Sans CJK SC"/>
                <a:cs typeface="Noto Sans CJK SC"/>
              </a:defRPr>
            </a:defPPr>
          </a:lstStyle>
          <a:p xmlns:a="http://schemas.openxmlformats.org/drawingml/2006/main">
            <a:pPr algn="l">
              <a:lnSpc>
                <a:spcPct val="103000"/>
              </a:lnSpc>
              <a:buNone/>
              <a:defRPr sz="2400" b="1">
                <a:solidFill>
                  <a:srgbClr val="243746"/>
                </a:solidFill>
                <a:latin typeface="Noto Sans CJK SC"/>
                <a:ea typeface="Noto Sans CJK SC"/>
                <a:cs typeface="Noto Sans CJK SC"/>
              </a:defRPr>
            </a:pPr>
            <a:r>
              <a:rPr sz="2400" b="1">
                <a:solidFill>
                  <a:srgbClr val="243746"/>
                </a:solidFill>
                <a:latin typeface="Noto Sans CJK SC"/>
                <a:ea typeface="Noto Sans CJK SC"/>
                <a:cs typeface="Noto Sans CJK SC"/>
              </a:rPr>
              <a:t>命题 3 与内外层分解：本地治理、共享预算</a:t>
            </a:r>
          </a:p>
        </p:txBody>
      </p:sp>
      <p:sp>
        <p:nvSpPr>
          <p:cNvPr id="3" name="text-2">
            <a:extLst xmlns:a="http://schemas.openxmlformats.org/drawingml/2006/main">
              <a:ext uri="{FF2B5EF4-FFF2-40B4-BE49-F238E27FC236}">
                <a16:creationId xmlns:a16="http://schemas.microsoft.com/office/drawing/2014/main" id="{8D1E39D9-DF70-46A4-9884-F5C42FC87FA2}"/>
              </a:ext>
            </a:extLst>
          </p:cNvPr>
          <p:cNvSpPr>
            <a:spLocks xmlns:a="http://schemas.openxmlformats.org/drawingml/2006/main" noGrp="1"/>
          </p:cNvSpPr>
          <p:nvPr/>
        </p:nvSpPr>
        <p:spPr>
          <a:xfrm xmlns:a="http://schemas.openxmlformats.org/drawingml/2006/main">
            <a:off x="804672" y="2386584"/>
            <a:ext cx="10515600" cy="8046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2000" b="0">
                <a:solidFill>
                  <a:srgbClr val="243746"/>
                </a:solidFill>
                <a:latin typeface="Noto Sans CJK SC"/>
                <a:ea typeface="Noto Sans CJK SC"/>
                <a:cs typeface="Noto Sans CJK SC"/>
              </a:defRPr>
            </a:defPPr>
          </a:lstStyle>
          <a:p xmlns:a="http://schemas.openxmlformats.org/drawingml/2006/main">
            <a:pPr algn="l">
              <a:lnSpc>
                <a:spcPct val="103000"/>
              </a:lnSpc>
              <a:buNone/>
              <a:defRPr sz="2000" b="0">
                <a:solidFill>
                  <a:srgbClr val="243746"/>
                </a:solidFill>
                <a:latin typeface="Noto Sans CJK SC"/>
                <a:ea typeface="Noto Sans CJK SC"/>
                <a:cs typeface="Noto Sans CJK SC"/>
              </a:defRPr>
            </a:pPr>
            <a:r>
              <a:rPr sz="2000" b="0">
                <a:solidFill>
                  <a:srgbClr val="243746"/>
                </a:solidFill>
                <a:latin typeface="Noto Sans CJK SC"/>
                <a:ea typeface="Noto Sans CJK SC"/>
                <a:cs typeface="Noto Sans CJK SC"/>
              </a:rPr>
              <a:t>本地治理：供应商 i 未通过时，比较 Δr−Δs 与 δ(αᵢ,βᵢ)。</a:t>
            </a:r>
          </a:p>
          <a:p xmlns:a="http://schemas.openxmlformats.org/drawingml/2006/main">
            <a:pPr algn="l">
              <a:lnSpc>
                <a:spcPct val="103000"/>
              </a:lnSpc>
              <a:buNone/>
              <a:defRPr sz="2000" b="0">
                <a:solidFill>
                  <a:srgbClr val="243746"/>
                </a:solidFill>
                <a:latin typeface="Noto Sans CJK SC"/>
                <a:ea typeface="Noto Sans CJK SC"/>
                <a:cs typeface="Noto Sans CJK SC"/>
              </a:defRPr>
            </a:pPr>
            <a:r>
              <a:rPr sz="2000" b="0">
                <a:solidFill>
                  <a:srgbClr val="243746"/>
                </a:solidFill>
                <a:latin typeface="Noto Sans CJK SC"/>
                <a:ea typeface="Noto Sans CJK SC"/>
                <a:cs typeface="Noto Sans CJK SC"/>
              </a:rPr>
              <a:t>共享资源：两家的治理可分解，但预算分配仍然耦合。</a:t>
            </a:r>
          </a:p>
        </p:txBody>
      </p:sp>
      <p:pic>
        <p:nvPicPr>
          <p:cNvPr id="4" name="">
            <a:extLst xmlns:a="http://schemas.openxmlformats.org/drawingml/2006/main">
              <a:ext uri="{FF2B5EF4-FFF2-40B4-BE49-F238E27FC236}">
                <a16:creationId xmlns:a16="http://schemas.microsoft.com/office/drawing/2014/main" id="{65A5E4BD-F66F-4E68-A25A-890D03873A4D}"/>
              </a:ext>
            </a:extLst>
          </p:cNvPr>
          <p:cNvPicPr>
            <a:picLocks xmlns:a="http://schemas.openxmlformats.org/drawingml/2006/main" noChangeAspect="1"/>
          </p:cNvPicPr>
          <p:nvPr/>
        </p:nvPicPr>
        <p:blipFill>
          <a:blip xmlns:r="http://schemas.openxmlformats.org/officeDocument/2006/relationships" xmlns:a="http://schemas.openxmlformats.org/drawingml/2006/main" r:embed="R61c4dbf7f03a47f4"/>
          <a:stretch xmlns:a="http://schemas.openxmlformats.org/drawingml/2006/main"/>
        </p:blipFill>
        <p:spPr>
          <a:xfrm xmlns:a="http://schemas.openxmlformats.org/drawingml/2006/main">
            <a:off x="3376218" y="3502152"/>
            <a:ext cx="5445659" cy="685800"/>
          </a:xfrm>
          <a:prstGeom xmlns:a="http://schemas.openxmlformats.org/drawingml/2006/main" prst="rect">
            <a:avLst/>
          </a:prstGeom>
        </p:spPr>
      </p:pic>
      <p:pic>
        <p:nvPicPr>
          <p:cNvPr id="5" name="">
            <a:extLst xmlns:a="http://schemas.openxmlformats.org/drawingml/2006/main">
              <a:ext uri="{FF2B5EF4-FFF2-40B4-BE49-F238E27FC236}">
                <a16:creationId xmlns:a16="http://schemas.microsoft.com/office/drawing/2014/main" id="{82B2E053-A092-44A6-ACAB-673A383D0946}"/>
              </a:ext>
            </a:extLst>
          </p:cNvPr>
          <p:cNvPicPr>
            <a:picLocks xmlns:a="http://schemas.openxmlformats.org/drawingml/2006/main" noChangeAspect="1"/>
          </p:cNvPicPr>
          <p:nvPr/>
        </p:nvPicPr>
        <p:blipFill>
          <a:blip xmlns:r="http://schemas.openxmlformats.org/officeDocument/2006/relationships" xmlns:a="http://schemas.openxmlformats.org/drawingml/2006/main" r:embed="R1aaa06d3d75a4adf"/>
          <a:stretch xmlns:a="http://schemas.openxmlformats.org/drawingml/2006/main"/>
        </p:blipFill>
        <p:spPr>
          <a:xfrm xmlns:a="http://schemas.openxmlformats.org/drawingml/2006/main">
            <a:off x="1985946" y="4507992"/>
            <a:ext cx="8226205" cy="685800"/>
          </a:xfrm>
          <a:prstGeom xmlns:a="http://schemas.openxmlformats.org/drawingml/2006/main" prst="rect">
            <a:avLst/>
          </a:prstGeom>
        </p:spPr>
      </p:pic>
      <p:sp>
        <p:nvSpPr>
          <p:cNvPr id="6" name="text-3">
            <a:extLst xmlns:a="http://schemas.openxmlformats.org/drawingml/2006/main">
              <a:ext uri="{FF2B5EF4-FFF2-40B4-BE49-F238E27FC236}">
                <a16:creationId xmlns:a16="http://schemas.microsoft.com/office/drawing/2014/main" id="{59ED9330-E63A-4808-B781-91046A40EF6A}"/>
              </a:ext>
            </a:extLst>
          </p:cNvPr>
          <p:cNvSpPr>
            <a:spLocks xmlns:a="http://schemas.openxmlformats.org/drawingml/2006/main" noGrp="1"/>
          </p:cNvSpPr>
          <p:nvPr/>
        </p:nvSpPr>
        <p:spPr>
          <a:xfrm xmlns:a="http://schemas.openxmlformats.org/drawingml/2006/main">
            <a:off x="731520" y="5907024"/>
            <a:ext cx="10725912" cy="4754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1800" b="1">
                <a:solidFill>
                  <a:srgbClr val="587C95"/>
                </a:solidFill>
                <a:latin typeface="Noto Sans CJK SC"/>
                <a:ea typeface="Noto Sans CJK SC"/>
                <a:cs typeface="Noto Sans CJK SC"/>
              </a:defRPr>
            </a:defPPr>
          </a:lstStyle>
          <a:p xmlns:a="http://schemas.openxmlformats.org/drawingml/2006/main">
            <a:pPr algn="l">
              <a:lnSpc>
                <a:spcPct val="103000"/>
              </a:lnSpc>
              <a:buNone/>
              <a:defRPr sz="1800" b="1">
                <a:solidFill>
                  <a:srgbClr val="587C95"/>
                </a:solidFill>
                <a:latin typeface="Noto Sans CJK SC"/>
                <a:ea typeface="Noto Sans CJK SC"/>
                <a:cs typeface="Noto Sans CJK SC"/>
              </a:defRPr>
            </a:pPr>
            <a:r>
              <a:rPr sz="1800" b="1">
                <a:solidFill>
                  <a:srgbClr val="587C95"/>
                </a:solidFill>
                <a:latin typeface="Noto Sans CJK SC"/>
                <a:ea typeface="Noto Sans CJK SC"/>
                <a:cs typeface="Noto Sans CJK SC"/>
              </a:rPr>
              <a:t>内层：给定 b₁、b₂ 选误差组合；外层：在预算约束下选 b₁、b₂。</a:t>
            </a:r>
          </a:p>
        </p:txBody>
      </p:sp>
      <p:sp>
        <p:nvSpPr>
          <p:cNvPr id="7" name="source-footer">
            <a:extLst xmlns:a="http://schemas.openxmlformats.org/drawingml/2006/main">
              <a:ext uri="{FF2B5EF4-FFF2-40B4-BE49-F238E27FC236}">
                <a16:creationId xmlns:a16="http://schemas.microsoft.com/office/drawing/2014/main" id="{5811A5D9-AC7A-4033-BA82-10F711D0EE45}"/>
              </a:ext>
            </a:extLst>
          </p:cNvPr>
          <p:cNvSpPr>
            <a:spLocks xmlns:a="http://schemas.openxmlformats.org/drawingml/2006/main" noGrp="1"/>
          </p:cNvSpPr>
          <p:nvPr/>
        </p:nvSpPr>
        <p:spPr>
          <a:xfrm xmlns:a="http://schemas.openxmlformats.org/drawingml/2006/main">
            <a:off x="676656" y="6492240"/>
            <a:ext cx="10442448"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1040" b="0">
                <a:solidFill>
                  <a:srgbClr val="627281"/>
                </a:solidFill>
                <a:latin typeface="Noto Sans CJK SC"/>
                <a:ea typeface="Noto Sans CJK SC"/>
                <a:cs typeface="Noto Sans CJK SC"/>
              </a:defRPr>
            </a:defPPr>
          </a:lstStyle>
          <a:p xmlns:a="http://schemas.openxmlformats.org/drawingml/2006/main">
            <a:pPr algn="l">
              <a:lnSpc>
                <a:spcPct val="103000"/>
              </a:lnSpc>
              <a:buNone/>
              <a:defRPr sz="1040" b="0">
                <a:solidFill>
                  <a:srgbClr val="627281"/>
                </a:solidFill>
                <a:latin typeface="Noto Sans CJK SC"/>
                <a:ea typeface="Noto Sans CJK SC"/>
                <a:cs typeface="Noto Sans CJK SC"/>
              </a:defRPr>
            </a:pPr>
            <a:r>
              <a:rPr sz="1040" b="0">
                <a:solidFill>
                  <a:srgbClr val="627281"/>
                </a:solidFill>
                <a:latin typeface="Noto Sans CJK SC"/>
                <a:ea typeface="Noto Sans CJK SC"/>
                <a:cs typeface="Noto Sans CJK SC"/>
              </a:rPr>
              <a:t>Proposition 3 / eqs. (13)–(17)，pp. 10–11</a:t>
            </a:r>
          </a:p>
        </p:txBody>
      </p:sp>
      <p:sp>
        <p:nvSpPr>
          <p:cNvPr id="8" name="page-number">
            <a:extLst xmlns:a="http://schemas.openxmlformats.org/drawingml/2006/main">
              <a:ext uri="{FF2B5EF4-FFF2-40B4-BE49-F238E27FC236}">
                <a16:creationId xmlns:a16="http://schemas.microsoft.com/office/drawing/2014/main" id="{B20530E0-C7D2-4ED8-9DD8-E9AA82FED488}"/>
              </a:ext>
            </a:extLst>
          </p:cNvPr>
          <p:cNvSpPr>
            <a:spLocks xmlns:a="http://schemas.openxmlformats.org/drawingml/2006/main" noGrp="1"/>
          </p:cNvSpPr>
          <p:nvPr/>
        </p:nvSpPr>
        <p:spPr>
          <a:xfrm xmlns:a="http://schemas.openxmlformats.org/drawingml/2006/main">
            <a:off x="11000232" y="6492240"/>
            <a:ext cx="502920"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r">
              <a:defRPr sz="1050" b="0">
                <a:solidFill>
                  <a:srgbClr val="587C95"/>
                </a:solidFill>
                <a:latin typeface="Noto Sans CJK SC"/>
                <a:ea typeface="Noto Sans CJK SC"/>
                <a:cs typeface="Noto Sans CJK SC"/>
              </a:defRPr>
            </a:defPPr>
          </a:lstStyle>
          <a:p xmlns:a="http://schemas.openxmlformats.org/drawingml/2006/main">
            <a:pPr algn="r">
              <a:lnSpc>
                <a:spcPct val="103000"/>
              </a:lnSpc>
              <a:buNone/>
              <a:defRPr sz="1050" b="0">
                <a:solidFill>
                  <a:srgbClr val="587C95"/>
                </a:solidFill>
                <a:latin typeface="Noto Sans CJK SC"/>
                <a:ea typeface="Noto Sans CJK SC"/>
                <a:cs typeface="Noto Sans CJK SC"/>
              </a:defRPr>
            </a:pPr>
            <a:r>
              <a:rPr sz="1050" b="0">
                <a:solidFill>
                  <a:srgbClr val="587C95"/>
                </a:solidFill>
                <a:latin typeface="Noto Sans CJK SC"/>
                <a:ea typeface="Noto Sans CJK SC"/>
                <a:cs typeface="Noto Sans CJK SC"/>
              </a:rPr>
              <a:t>22</a:t>
            </a:r>
          </a:p>
        </p:txBody>
      </p:sp>
    </p:spTree>
    <p:extLst>
      <p:ext uri="{BB962C8B-B14F-4D97-AF65-F5344CB8AC3E}">
        <p14:creationId xmlns:p14="http://schemas.microsoft.com/office/powerpoint/2010/main" val="1040681912"/>
      </p:ext>
    </p:extLst>
  </p:cSld>
</p:sld>
</file>

<file path=ppt/slides/slide23.xml><?xml version="1.0" encoding="utf-8"?>
<p:sld xmlns:p="http://schemas.openxmlformats.org/presentationml/2006/main">
  <p:cSld>
    <p:spTree>
      <p:nvGrpSpPr>
        <p:cNvPr id="1" name=""/>
        <p:cNvGrpSpPr/>
        <p:nvPr/>
      </p:nvGrpSpPr>
      <p:grpSpPr>
        <a:xfrm xmlns:a="http://schemas.openxmlformats.org/drawingml/2006/main"/>
      </p:grpSpPr>
      <p:sp>
        <p:nvSpPr>
          <p:cNvPr id="7" name="section-heading">
            <a:extLst xmlns:a="http://schemas.openxmlformats.org/drawingml/2006/main">
              <a:ext uri="{FF2B5EF4-FFF2-40B4-BE49-F238E27FC236}">
                <a16:creationId xmlns:a16="http://schemas.microsoft.com/office/drawing/2014/main" id="{184752CB-7E87-4F10-AB46-3DDFFE6CAB1E}"/>
              </a:ext>
            </a:extLst>
          </p:cNvPr>
          <p:cNvSpPr>
            <a:spLocks xmlns:a="http://schemas.openxmlformats.org/drawingml/2006/main" noGrp="1"/>
          </p:cNvSpPr>
          <p:nvPr/>
        </p:nvSpPr>
        <p:spPr>
          <a:xfrm xmlns:a="http://schemas.openxmlformats.org/drawingml/2006/main">
            <a:off x="1499616" y="630936"/>
            <a:ext cx="9784080" cy="5486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2700" b="1">
                <a:solidFill>
                  <a:srgbClr val="243746"/>
                </a:solidFill>
                <a:latin typeface="Noto Sans CJK SC"/>
                <a:ea typeface="Noto Sans CJK SC"/>
                <a:cs typeface="Noto Sans CJK SC"/>
              </a:defRPr>
            </a:defPPr>
          </a:lstStyle>
          <a:p xmlns:a="http://schemas.openxmlformats.org/drawingml/2006/main">
            <a:pPr algn="l">
              <a:lnSpc>
                <a:spcPct val="103000"/>
              </a:lnSpc>
              <a:buNone/>
              <a:defRPr sz="2700" b="1">
                <a:solidFill>
                  <a:srgbClr val="243746"/>
                </a:solidFill>
                <a:latin typeface="Noto Sans CJK SC"/>
                <a:ea typeface="Noto Sans CJK SC"/>
                <a:cs typeface="Noto Sans CJK SC"/>
              </a:defRPr>
            </a:pPr>
            <a:r>
              <a:rPr sz="2700" b="1">
                <a:solidFill>
                  <a:srgbClr val="243746"/>
                </a:solidFill>
                <a:latin typeface="Noto Sans CJK SC"/>
                <a:ea typeface="Noto Sans CJK SC"/>
                <a:cs typeface="Noto Sans CJK SC"/>
              </a:rPr>
              <a:t>五、模型分析：装配网络</a:t>
            </a:r>
          </a:p>
        </p:txBody>
      </p:sp>
      <p:sp>
        <p:nvSpPr>
          <p:cNvPr id="2" name="slide-topic">
            <a:extLst xmlns:a="http://schemas.openxmlformats.org/drawingml/2006/main">
              <a:ext uri="{FF2B5EF4-FFF2-40B4-BE49-F238E27FC236}">
                <a16:creationId xmlns:a16="http://schemas.microsoft.com/office/drawing/2014/main" id="{4563D92B-F622-484B-A9C9-0AD5E996342C}"/>
              </a:ext>
            </a:extLst>
          </p:cNvPr>
          <p:cNvSpPr>
            <a:spLocks xmlns:a="http://schemas.openxmlformats.org/drawingml/2006/main" noGrp="1"/>
          </p:cNvSpPr>
          <p:nvPr/>
        </p:nvSpPr>
        <p:spPr>
          <a:xfrm xmlns:a="http://schemas.openxmlformats.org/drawingml/2006/main">
            <a:off x="658368" y="1709928"/>
            <a:ext cx="10881360" cy="5486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2400" b="1">
                <a:solidFill>
                  <a:srgbClr val="243746"/>
                </a:solidFill>
                <a:latin typeface="Noto Sans CJK SC"/>
                <a:ea typeface="Noto Sans CJK SC"/>
                <a:cs typeface="Noto Sans CJK SC"/>
              </a:defRPr>
            </a:defPPr>
          </a:lstStyle>
          <a:p xmlns:a="http://schemas.openxmlformats.org/drawingml/2006/main">
            <a:pPr algn="l">
              <a:lnSpc>
                <a:spcPct val="103000"/>
              </a:lnSpc>
              <a:buNone/>
              <a:defRPr sz="2400" b="1">
                <a:solidFill>
                  <a:srgbClr val="243746"/>
                </a:solidFill>
                <a:latin typeface="Noto Sans CJK SC"/>
                <a:ea typeface="Noto Sans CJK SC"/>
                <a:cs typeface="Noto Sans CJK SC"/>
              </a:defRPr>
            </a:pPr>
            <a:r>
              <a:rPr sz="2400" b="1">
                <a:solidFill>
                  <a:srgbClr val="243746"/>
                </a:solidFill>
                <a:latin typeface="Noto Sans CJK SC"/>
                <a:ea typeface="Noto Sans CJK SC"/>
                <a:cs typeface="Noto Sans CJK SC"/>
              </a:rPr>
              <a:t>命题 4 与原文图 3：给定分配后的错误政策</a:t>
            </a:r>
          </a:p>
        </p:txBody>
      </p:sp>
      <p:pic>
        <p:nvPicPr>
          <p:cNvPr id="3" name="">
            <a:extLst xmlns:a="http://schemas.openxmlformats.org/drawingml/2006/main">
              <a:ext uri="{FF2B5EF4-FFF2-40B4-BE49-F238E27FC236}">
                <a16:creationId xmlns:a16="http://schemas.microsoft.com/office/drawing/2014/main" id="{99DF53C7-47E9-4BE0-9EDD-CA32598B8777}"/>
              </a:ext>
            </a:extLst>
          </p:cNvPr>
          <p:cNvPicPr>
            <a:picLocks xmlns:a="http://schemas.openxmlformats.org/drawingml/2006/main" noChangeAspect="1"/>
          </p:cNvPicPr>
          <p:nvPr/>
        </p:nvPicPr>
        <p:blipFill>
          <a:blip xmlns:r="http://schemas.openxmlformats.org/officeDocument/2006/relationships" xmlns:a="http://schemas.openxmlformats.org/drawingml/2006/main" r:embed="R715c20bfe9d34063"/>
          <a:stretch xmlns:a="http://schemas.openxmlformats.org/drawingml/2006/main"/>
        </p:blipFill>
        <p:spPr>
          <a:xfrm xmlns:a="http://schemas.openxmlformats.org/drawingml/2006/main">
            <a:off x="711708" y="2313432"/>
            <a:ext cx="7665720" cy="3840480"/>
          </a:xfrm>
          <a:prstGeom xmlns:a="http://schemas.openxmlformats.org/drawingml/2006/main" prst="rect">
            <a:avLst/>
          </a:prstGeom>
        </p:spPr>
      </p:pic>
      <p:sp>
        <p:nvSpPr>
          <p:cNvPr id="4" name="text-2">
            <a:extLst xmlns:a="http://schemas.openxmlformats.org/drawingml/2006/main">
              <a:ext uri="{FF2B5EF4-FFF2-40B4-BE49-F238E27FC236}">
                <a16:creationId xmlns:a16="http://schemas.microsoft.com/office/drawing/2014/main" id="{1D4BF1E1-8E54-4F87-9A2D-D4B6F0951961}"/>
              </a:ext>
            </a:extLst>
          </p:cNvPr>
          <p:cNvSpPr>
            <a:spLocks xmlns:a="http://schemas.openxmlformats.org/drawingml/2006/main" noGrp="1"/>
          </p:cNvSpPr>
          <p:nvPr/>
        </p:nvSpPr>
        <p:spPr>
          <a:xfrm xmlns:a="http://schemas.openxmlformats.org/drawingml/2006/main">
            <a:off x="8714232" y="2578608"/>
            <a:ext cx="2743200" cy="340156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1800" b="0">
                <a:solidFill>
                  <a:srgbClr val="243746"/>
                </a:solidFill>
                <a:latin typeface="Noto Sans CJK SC"/>
                <a:ea typeface="Noto Sans CJK SC"/>
                <a:cs typeface="Noto Sans CJK SC"/>
              </a:defRPr>
            </a:defPPr>
          </a:lstStyle>
          <a:p xmlns:a="http://schemas.openxmlformats.org/drawingml/2006/main">
            <a:pPr algn="l">
              <a:lnSpc>
                <a:spcPct val="103000"/>
              </a:lnSpc>
              <a:buNone/>
              <a:defRPr sz="1800" b="0">
                <a:solidFill>
                  <a:srgbClr val="243746"/>
                </a:solidFill>
                <a:latin typeface="Noto Sans CJK SC"/>
                <a:ea typeface="Noto Sans CJK SC"/>
                <a:cs typeface="Noto Sans CJK SC"/>
              </a:defRPr>
            </a:pPr>
            <a:r>
              <a:rPr sz="1800" b="0">
                <a:solidFill>
                  <a:srgbClr val="243746"/>
                </a:solidFill>
                <a:latin typeface="Noto Sans CJK SC"/>
                <a:ea typeface="Noto Sans CJK SC"/>
                <a:cs typeface="Noto Sans CJK SC"/>
              </a:rPr>
              <a:t>每家依据 bᵢ 决策。</a:t>
            </a:r>
          </a:p>
          <a:p xmlns:a="http://schemas.openxmlformats.org/drawingml/2006/main">
            <a:r>
              <a:t/>
            </a:r>
          </a:p>
          <a:p xmlns:a="http://schemas.openxmlformats.org/drawingml/2006/main">
            <a:pPr algn="l">
              <a:lnSpc>
                <a:spcPct val="103000"/>
              </a:lnSpc>
              <a:buNone/>
              <a:defRPr sz="1800" b="0">
                <a:solidFill>
                  <a:srgbClr val="243746"/>
                </a:solidFill>
                <a:latin typeface="Noto Sans CJK SC"/>
                <a:ea typeface="Noto Sans CJK SC"/>
                <a:cs typeface="Noto Sans CJK SC"/>
              </a:defRPr>
            </a:pPr>
            <a:r>
              <a:rPr sz="1800" b="0">
                <a:solidFill>
                  <a:srgbClr val="243746"/>
                </a:solidFill>
                <a:latin typeface="Noto Sans CJK SC"/>
                <a:ea typeface="Noto Sans CJK SC"/>
                <a:cs typeface="Noto Sans CJK SC"/>
              </a:rPr>
              <a:t>切换区中：</a:t>
            </a:r>
          </a:p>
          <a:p xmlns:a="http://schemas.openxmlformats.org/drawingml/2006/main">
            <a:pPr algn="l">
              <a:lnSpc>
                <a:spcPct val="103000"/>
              </a:lnSpc>
              <a:buNone/>
              <a:defRPr sz="1800" b="0">
                <a:solidFill>
                  <a:srgbClr val="243746"/>
                </a:solidFill>
                <a:latin typeface="Noto Sans CJK SC"/>
                <a:ea typeface="Noto Sans CJK SC"/>
                <a:cs typeface="Noto Sans CJK SC"/>
              </a:defRPr>
            </a:pPr>
            <a:r>
              <a:rPr sz="1800" b="0">
                <a:solidFill>
                  <a:srgbClr val="243746"/>
                </a:solidFill>
                <a:latin typeface="Noto Sans CJK SC"/>
                <a:ea typeface="Noto Sans CJK SC"/>
                <a:cs typeface="Noto Sans CJK SC"/>
              </a:rPr>
              <a:t>bᵢ 低 → 政策 C</a:t>
            </a:r>
          </a:p>
          <a:p xmlns:a="http://schemas.openxmlformats.org/drawingml/2006/main">
            <a:pPr algn="l">
              <a:lnSpc>
                <a:spcPct val="103000"/>
              </a:lnSpc>
              <a:buNone/>
              <a:defRPr sz="1800" b="0">
                <a:solidFill>
                  <a:srgbClr val="243746"/>
                </a:solidFill>
                <a:latin typeface="Noto Sans CJK SC"/>
                <a:ea typeface="Noto Sans CJK SC"/>
                <a:cs typeface="Noto Sans CJK SC"/>
              </a:defRPr>
            </a:pPr>
            <a:r>
              <a:rPr sz="1800" b="0">
                <a:solidFill>
                  <a:srgbClr val="243746"/>
                </a:solidFill>
                <a:latin typeface="Noto Sans CJK SC"/>
                <a:ea typeface="Noto Sans CJK SC"/>
                <a:cs typeface="Noto Sans CJK SC"/>
              </a:rPr>
              <a:t>bᵢ 高 → 政策 N</a:t>
            </a:r>
          </a:p>
          <a:p xmlns:a="http://schemas.openxmlformats.org/drawingml/2006/main">
            <a:r>
              <a:t/>
            </a:r>
          </a:p>
          <a:p xmlns:a="http://schemas.openxmlformats.org/drawingml/2006/main">
            <a:pPr algn="l">
              <a:lnSpc>
                <a:spcPct val="103000"/>
              </a:lnSpc>
              <a:buNone/>
              <a:defRPr sz="1800" b="0">
                <a:solidFill>
                  <a:srgbClr val="243746"/>
                </a:solidFill>
                <a:latin typeface="Noto Sans CJK SC"/>
                <a:ea typeface="Noto Sans CJK SC"/>
                <a:cs typeface="Noto Sans CJK SC"/>
              </a:defRPr>
            </a:pPr>
            <a:r>
              <a:rPr sz="1800" b="0">
                <a:solidFill>
                  <a:srgbClr val="243746"/>
                </a:solidFill>
                <a:latin typeface="Noto Sans CJK SC"/>
                <a:ea typeface="Noto Sans CJK SC"/>
                <a:cs typeface="Noto Sans CJK SC"/>
              </a:rPr>
              <a:t>本图给定分配。</a:t>
            </a:r>
          </a:p>
          <a:p xmlns:a="http://schemas.openxmlformats.org/drawingml/2006/main">
            <a:pPr algn="l">
              <a:lnSpc>
                <a:spcPct val="103000"/>
              </a:lnSpc>
              <a:buNone/>
              <a:defRPr sz="1800" b="0">
                <a:solidFill>
                  <a:srgbClr val="243746"/>
                </a:solidFill>
                <a:latin typeface="Noto Sans CJK SC"/>
                <a:ea typeface="Noto Sans CJK SC"/>
                <a:cs typeface="Noto Sans CJK SC"/>
              </a:defRPr>
            </a:pPr>
            <a:r>
              <a:rPr sz="1800" b="0">
                <a:solidFill>
                  <a:srgbClr val="243746"/>
                </a:solidFill>
                <a:latin typeface="Noto Sans CJK SC"/>
                <a:ea typeface="Noto Sans CJK SC"/>
                <a:cs typeface="Noto Sans CJK SC"/>
              </a:rPr>
              <a:t>外层最优分配见命题 5。</a:t>
            </a:r>
          </a:p>
        </p:txBody>
      </p:sp>
      <p:sp>
        <p:nvSpPr>
          <p:cNvPr id="5" name="source-footer">
            <a:extLst xmlns:a="http://schemas.openxmlformats.org/drawingml/2006/main">
              <a:ext uri="{FF2B5EF4-FFF2-40B4-BE49-F238E27FC236}">
                <a16:creationId xmlns:a16="http://schemas.microsoft.com/office/drawing/2014/main" id="{0640BE10-68BB-447C-9ED0-2B05A29A54AA}"/>
              </a:ext>
            </a:extLst>
          </p:cNvPr>
          <p:cNvSpPr>
            <a:spLocks xmlns:a="http://schemas.openxmlformats.org/drawingml/2006/main" noGrp="1"/>
          </p:cNvSpPr>
          <p:nvPr/>
        </p:nvSpPr>
        <p:spPr>
          <a:xfrm xmlns:a="http://schemas.openxmlformats.org/drawingml/2006/main">
            <a:off x="676656" y="6492240"/>
            <a:ext cx="10442448"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1040" b="0">
                <a:solidFill>
                  <a:srgbClr val="627281"/>
                </a:solidFill>
                <a:latin typeface="Noto Sans CJK SC"/>
                <a:ea typeface="Noto Sans CJK SC"/>
                <a:cs typeface="Noto Sans CJK SC"/>
              </a:defRPr>
            </a:defPPr>
          </a:lstStyle>
          <a:p xmlns:a="http://schemas.openxmlformats.org/drawingml/2006/main">
            <a:pPr algn="l">
              <a:lnSpc>
                <a:spcPct val="103000"/>
              </a:lnSpc>
              <a:buNone/>
              <a:defRPr sz="1040" b="0">
                <a:solidFill>
                  <a:srgbClr val="627281"/>
                </a:solidFill>
                <a:latin typeface="Noto Sans CJK SC"/>
                <a:ea typeface="Noto Sans CJK SC"/>
                <a:cs typeface="Noto Sans CJK SC"/>
              </a:defRPr>
            </a:pPr>
            <a:r>
              <a:rPr sz="1040" b="0">
                <a:solidFill>
                  <a:srgbClr val="627281"/>
                </a:solidFill>
                <a:latin typeface="Noto Sans CJK SC"/>
                <a:ea typeface="Noto Sans CJK SC"/>
                <a:cs typeface="Noto Sans CJK SC"/>
              </a:rPr>
              <a:t>Figure 3，p. 12｜e=.5，Dβ=5.5，b1=.88，b2=.72；左 Dα=3，右 Dα=0</a:t>
            </a:r>
          </a:p>
        </p:txBody>
      </p:sp>
      <p:sp>
        <p:nvSpPr>
          <p:cNvPr id="6" name="page-number">
            <a:extLst xmlns:a="http://schemas.openxmlformats.org/drawingml/2006/main">
              <a:ext uri="{FF2B5EF4-FFF2-40B4-BE49-F238E27FC236}">
                <a16:creationId xmlns:a16="http://schemas.microsoft.com/office/drawing/2014/main" id="{649FFDB3-57F6-48B6-B918-A2485B80780D}"/>
              </a:ext>
            </a:extLst>
          </p:cNvPr>
          <p:cNvSpPr>
            <a:spLocks xmlns:a="http://schemas.openxmlformats.org/drawingml/2006/main" noGrp="1"/>
          </p:cNvSpPr>
          <p:nvPr/>
        </p:nvSpPr>
        <p:spPr>
          <a:xfrm xmlns:a="http://schemas.openxmlformats.org/drawingml/2006/main">
            <a:off x="11000232" y="6492240"/>
            <a:ext cx="502920"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r">
              <a:defRPr sz="1050" b="0">
                <a:solidFill>
                  <a:srgbClr val="587C95"/>
                </a:solidFill>
                <a:latin typeface="Noto Sans CJK SC"/>
                <a:ea typeface="Noto Sans CJK SC"/>
                <a:cs typeface="Noto Sans CJK SC"/>
              </a:defRPr>
            </a:defPPr>
          </a:lstStyle>
          <a:p xmlns:a="http://schemas.openxmlformats.org/drawingml/2006/main">
            <a:pPr algn="r">
              <a:lnSpc>
                <a:spcPct val="103000"/>
              </a:lnSpc>
              <a:buNone/>
              <a:defRPr sz="1050" b="0">
                <a:solidFill>
                  <a:srgbClr val="587C95"/>
                </a:solidFill>
                <a:latin typeface="Noto Sans CJK SC"/>
                <a:ea typeface="Noto Sans CJK SC"/>
                <a:cs typeface="Noto Sans CJK SC"/>
              </a:defRPr>
            </a:pPr>
            <a:r>
              <a:rPr sz="1050" b="0">
                <a:solidFill>
                  <a:srgbClr val="587C95"/>
                </a:solidFill>
                <a:latin typeface="Noto Sans CJK SC"/>
                <a:ea typeface="Noto Sans CJK SC"/>
                <a:cs typeface="Noto Sans CJK SC"/>
              </a:rPr>
              <a:t>23</a:t>
            </a:r>
          </a:p>
        </p:txBody>
      </p:sp>
    </p:spTree>
    <p:extLst>
      <p:ext uri="{BB962C8B-B14F-4D97-AF65-F5344CB8AC3E}">
        <p14:creationId xmlns:p14="http://schemas.microsoft.com/office/powerpoint/2010/main" val="37935625"/>
      </p:ext>
    </p:extLst>
  </p:cSld>
</p:sld>
</file>

<file path=ppt/slides/slide24.xml><?xml version="1.0" encoding="utf-8"?>
<p:sld xmlns:p="http://schemas.openxmlformats.org/presentationml/2006/main">
  <p:cSld>
    <p:spTree>
      <p:nvGrpSpPr>
        <p:cNvPr id="1" name=""/>
        <p:cNvGrpSpPr/>
        <p:nvPr/>
      </p:nvGrpSpPr>
      <p:grpSpPr>
        <a:xfrm xmlns:a="http://schemas.openxmlformats.org/drawingml/2006/main"/>
      </p:grpSpPr>
      <p:sp>
        <p:nvSpPr>
          <p:cNvPr id="7" name="section-heading">
            <a:extLst xmlns:a="http://schemas.openxmlformats.org/drawingml/2006/main">
              <a:ext uri="{FF2B5EF4-FFF2-40B4-BE49-F238E27FC236}">
                <a16:creationId xmlns:a16="http://schemas.microsoft.com/office/drawing/2014/main" id="{7BAD56EE-0A2D-4721-BEB4-BCF34DEEE5EB}"/>
              </a:ext>
            </a:extLst>
          </p:cNvPr>
          <p:cNvSpPr>
            <a:spLocks xmlns:a="http://schemas.openxmlformats.org/drawingml/2006/main" noGrp="1"/>
          </p:cNvSpPr>
          <p:nvPr/>
        </p:nvSpPr>
        <p:spPr>
          <a:xfrm xmlns:a="http://schemas.openxmlformats.org/drawingml/2006/main">
            <a:off x="1499616" y="630936"/>
            <a:ext cx="9784080" cy="5486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2700" b="1">
                <a:solidFill>
                  <a:srgbClr val="243746"/>
                </a:solidFill>
                <a:latin typeface="Noto Sans CJK SC"/>
                <a:ea typeface="Noto Sans CJK SC"/>
                <a:cs typeface="Noto Sans CJK SC"/>
              </a:defRPr>
            </a:defPPr>
          </a:lstStyle>
          <a:p xmlns:a="http://schemas.openxmlformats.org/drawingml/2006/main">
            <a:pPr algn="l">
              <a:lnSpc>
                <a:spcPct val="103000"/>
              </a:lnSpc>
              <a:buNone/>
              <a:defRPr sz="2700" b="1">
                <a:solidFill>
                  <a:srgbClr val="243746"/>
                </a:solidFill>
                <a:latin typeface="Noto Sans CJK SC"/>
                <a:ea typeface="Noto Sans CJK SC"/>
                <a:cs typeface="Noto Sans CJK SC"/>
              </a:defRPr>
            </a:pPr>
            <a:r>
              <a:rPr sz="2700" b="1">
                <a:solidFill>
                  <a:srgbClr val="243746"/>
                </a:solidFill>
                <a:latin typeface="Noto Sans CJK SC"/>
                <a:ea typeface="Noto Sans CJK SC"/>
                <a:cs typeface="Noto Sans CJK SC"/>
              </a:rPr>
              <a:t>五、模型分析：装配网络</a:t>
            </a:r>
          </a:p>
        </p:txBody>
      </p:sp>
      <p:sp>
        <p:nvSpPr>
          <p:cNvPr id="2" name="slide-topic">
            <a:extLst xmlns:a="http://schemas.openxmlformats.org/drawingml/2006/main">
              <a:ext uri="{FF2B5EF4-FFF2-40B4-BE49-F238E27FC236}">
                <a16:creationId xmlns:a16="http://schemas.microsoft.com/office/drawing/2014/main" id="{4CC41517-FD24-4834-A340-243216EF172F}"/>
              </a:ext>
            </a:extLst>
          </p:cNvPr>
          <p:cNvSpPr>
            <a:spLocks xmlns:a="http://schemas.openxmlformats.org/drawingml/2006/main" noGrp="1"/>
          </p:cNvSpPr>
          <p:nvPr/>
        </p:nvSpPr>
        <p:spPr>
          <a:xfrm xmlns:a="http://schemas.openxmlformats.org/drawingml/2006/main">
            <a:off x="658368" y="1709928"/>
            <a:ext cx="10881360" cy="5486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2400" b="1">
                <a:solidFill>
                  <a:srgbClr val="243746"/>
                </a:solidFill>
                <a:latin typeface="Noto Sans CJK SC"/>
                <a:ea typeface="Noto Sans CJK SC"/>
                <a:cs typeface="Noto Sans CJK SC"/>
              </a:defRPr>
            </a:defPPr>
          </a:lstStyle>
          <a:p xmlns:a="http://schemas.openxmlformats.org/drawingml/2006/main">
            <a:pPr algn="l">
              <a:lnSpc>
                <a:spcPct val="103000"/>
              </a:lnSpc>
              <a:buNone/>
              <a:defRPr sz="2400" b="1">
                <a:solidFill>
                  <a:srgbClr val="243746"/>
                </a:solidFill>
                <a:latin typeface="Noto Sans CJK SC"/>
                <a:ea typeface="Noto Sans CJK SC"/>
                <a:cs typeface="Noto Sans CJK SC"/>
              </a:defRPr>
            </a:pPr>
            <a:r>
              <a:rPr sz="2400" b="1">
                <a:solidFill>
                  <a:srgbClr val="243746"/>
                </a:solidFill>
                <a:latin typeface="Noto Sans CJK SC"/>
                <a:ea typeface="Noto Sans CJK SC"/>
                <a:cs typeface="Noto Sans CJK SC"/>
              </a:rPr>
              <a:t>命题 5：均分与不均分的精确区域</a:t>
            </a:r>
          </a:p>
        </p:txBody>
      </p:sp>
      <p:graphicFrame>
        <p:nvGraphicFramePr>
          <p:cNvPr id="3" name="">
            <a:extLst xmlns:a="http://schemas.openxmlformats.org/drawingml/2006/main">
              <a:ext uri="{FF2B5EF4-FFF2-40B4-BE49-F238E27FC236}">
                <a16:creationId xmlns:a16="http://schemas.microsoft.com/office/drawing/2014/main" id="{63465774-4DDD-450A-BD0B-CBF9B5AEF67D}"/>
              </a:ext>
            </a:extLst>
          </p:cNvPr>
          <p:cNvGraphicFramePr/>
          <p:nvPr/>
        </p:nvGraphicFramePr>
        <p:xfrm>
          <a:off xmlns:a="http://schemas.openxmlformats.org/drawingml/2006/main" x="658368" y="2414016"/>
          <a:ext xmlns:a="http://schemas.openxmlformats.org/drawingml/2006/main" cx="10872216" cy="2569464"/>
        </p:xfrm>
        <a:graphic xmlns:a="http://schemas.openxmlformats.org/drawingml/2006/main">
          <a:graphicData uri="http://schemas.openxmlformats.org/drawingml/2006/table">
            <a:tbl>
              <a:tblPr firstRow="1" bandRow="0"/>
              <a:tblGrid>
                <a:gridCol w="3776472"/>
                <a:gridCol w="7095744"/>
              </a:tblGrid>
              <a:tr h="642366">
                <a:tc>
                  <a:txBody>
                    <a:bodyPr wrap="square">
                      <a:noAutofit/>
                    </a:bodyPr>
                    <a:lstStyle/>
                    <a:p>
                      <a:pPr algn="l">
                        <a:lnSpc>
                          <a:spcPct val="100000"/>
                        </a:lnSpc>
                        <a:buNone/>
                      </a:pPr>
                      <a:r>
                        <a:rPr sz="1950" b="1">
                          <a:solidFill>
                            <a:srgbClr val="FFFFFF"/>
                          </a:solidFill>
                          <a:latin typeface="Noto Sans CJK SC"/>
                          <a:ea typeface="Noto Sans CJK SC"/>
                          <a:cs typeface="Noto Sans CJK SC"/>
                        </a:rPr>
                        <a:t>分配结果</a:t>
                      </a:r>
                    </a:p>
                  </a:txBody>
                  <a:tcPr marL="85725" marR="85725" marT="57150" marB="57150" anchor="ctr">
                    <a:solidFill>
                      <a:srgbClr val="587C95"/>
                    </a:solidFill>
                  </a:tcPr>
                </a:tc>
                <a:tc>
                  <a:txBody>
                    <a:bodyPr wrap="square">
                      <a:noAutofit/>
                    </a:bodyPr>
                    <a:lstStyle/>
                    <a:p>
                      <a:pPr algn="l">
                        <a:lnSpc>
                          <a:spcPct val="100000"/>
                        </a:lnSpc>
                        <a:buNone/>
                      </a:pPr>
                      <a:r>
                        <a:rPr sz="1950" b="1">
                          <a:solidFill>
                            <a:srgbClr val="FFFFFF"/>
                          </a:solidFill>
                          <a:latin typeface="Noto Sans CJK SC"/>
                          <a:ea typeface="Noto Sans CJK SC"/>
                          <a:cs typeface="Noto Sans CJK SC"/>
                        </a:rPr>
                        <a:t>参数区域</a:t>
                      </a:r>
                    </a:p>
                  </a:txBody>
                  <a:tcPr marL="85725" marR="85725" marT="57150" marB="57150" anchor="ctr">
                    <a:solidFill>
                      <a:srgbClr val="587C95"/>
                    </a:solidFill>
                  </a:tcPr>
                </a:tc>
              </a:tr>
              <a:tr h="642366">
                <a:tc>
                  <a:txBody>
                    <a:bodyPr wrap="square">
                      <a:noAutofit/>
                    </a:bodyPr>
                    <a:lstStyle/>
                    <a:p>
                      <a:pPr algn="l">
                        <a:lnSpc>
                          <a:spcPct val="100000"/>
                        </a:lnSpc>
                        <a:buNone/>
                      </a:pPr>
                      <a:r>
                        <a:rPr sz="1900" b="0">
                          <a:solidFill>
                            <a:srgbClr val="243746"/>
                          </a:solidFill>
                          <a:latin typeface="Noto Sans CJK SC"/>
                          <a:ea typeface="Noto Sans CJK SC"/>
                          <a:cs typeface="Noto Sans CJK SC"/>
                        </a:rPr>
                        <a:t>始终均分</a:t>
                      </a:r>
                    </a:p>
                  </a:txBody>
                  <a:tcPr marL="85725" marR="85725" marT="57150" marB="57150" anchor="ctr">
                    <a:solidFill>
                      <a:srgbClr val="F0F4F7"/>
                    </a:solidFill>
                  </a:tcPr>
                </a:tc>
                <a:tc>
                  <a:txBody>
                    <a:bodyPr wrap="square">
                      <a:noAutofit/>
                    </a:bodyPr>
                    <a:lstStyle/>
                    <a:p>
                      <a:pPr algn="l">
                        <a:lnSpc>
                          <a:spcPct val="100000"/>
                        </a:lnSpc>
                        <a:buNone/>
                      </a:pPr>
                      <a:r>
                        <a:rPr sz="1900" b="0">
                          <a:solidFill>
                            <a:srgbClr val="243746"/>
                          </a:solidFill>
                          <a:latin typeface="Noto Sans CJK SC"/>
                          <a:ea typeface="Noto Sans CJK SC"/>
                          <a:cs typeface="Noto Sans CJK SC"/>
                        </a:rPr>
                        <a:t>Δs &gt; Δr；或 Δr &gt; Δs 且</a:t>
                      </a:r>
                    </a:p>
                    <a:p>
                      <a:pPr algn="l">
                        <a:lnSpc>
                          <a:spcPct val="100000"/>
                        </a:lnSpc>
                        <a:buNone/>
                      </a:pPr>
                      <a:r>
                        <a:rPr sz="1900" b="0">
                          <a:solidFill>
                            <a:srgbClr val="243746"/>
                          </a:solidFill>
                          <a:latin typeface="Noto Sans CJK SC"/>
                          <a:ea typeface="Noto Sans CJK SC"/>
                          <a:cs typeface="Noto Sans CJK SC"/>
                        </a:rPr>
                        <a:t>Δr &gt; min{Δs+Dα/2,Dβ/2}</a:t>
                      </a:r>
                    </a:p>
                  </a:txBody>
                  <a:tcPr marL="85725" marR="85725" marT="57150" marB="57150" anchor="ctr">
                    <a:solidFill>
                      <a:srgbClr val="F0F4F7"/>
                    </a:solidFill>
                  </a:tcPr>
                </a:tc>
              </a:tr>
              <a:tr h="642366">
                <a:tc>
                  <a:txBody>
                    <a:bodyPr wrap="square">
                      <a:noAutofit/>
                    </a:bodyPr>
                    <a:lstStyle/>
                    <a:p>
                      <a:pPr algn="l">
                        <a:lnSpc>
                          <a:spcPct val="100000"/>
                        </a:lnSpc>
                        <a:buNone/>
                      </a:pPr>
                      <a:r>
                        <a:rPr sz="1900" b="0">
                          <a:solidFill>
                            <a:srgbClr val="243746"/>
                          </a:solidFill>
                          <a:latin typeface="Noto Sans CJK SC"/>
                          <a:ea typeface="Noto Sans CJK SC"/>
                          <a:cs typeface="Noto Sans CJK SC"/>
                        </a:rPr>
                        <a:t>中等预算不均分，情形 a</a:t>
                      </a:r>
                    </a:p>
                  </a:txBody>
                  <a:tcPr marL="85725" marR="85725" marT="57150" marB="57150" anchor="ctr">
                    <a:solidFill>
                      <a:srgbClr val="FFFFFF"/>
                    </a:solidFill>
                  </a:tcPr>
                </a:tc>
                <a:tc>
                  <a:txBody>
                    <a:bodyPr wrap="square">
                      <a:noAutofit/>
                    </a:bodyPr>
                    <a:lstStyle/>
                    <a:p>
                      <a:pPr algn="l">
                        <a:lnSpc>
                          <a:spcPct val="100000"/>
                        </a:lnSpc>
                        <a:buNone/>
                      </a:pPr>
                      <a:r>
                        <a:rPr sz="1900" b="0">
                          <a:solidFill>
                            <a:srgbClr val="243746"/>
                          </a:solidFill>
                          <a:latin typeface="Noto Sans CJK SC"/>
                          <a:ea typeface="Noto Sans CJK SC"/>
                          <a:cs typeface="Noto Sans CJK SC"/>
                        </a:rPr>
                        <a:t>Δs &lt; Δr &lt; Δs+Dα/2，且</a:t>
                      </a:r>
                    </a:p>
                    <a:p>
                      <a:pPr algn="l">
                        <a:lnSpc>
                          <a:spcPct val="100000"/>
                        </a:lnSpc>
                        <a:buNone/>
                      </a:pPr>
                      <a:r>
                        <a:rPr sz="1900" b="0">
                          <a:solidFill>
                            <a:srgbClr val="243746"/>
                          </a:solidFill>
                          <a:latin typeface="Noto Sans CJK SC"/>
                          <a:ea typeface="Noto Sans CJK SC"/>
                          <a:cs typeface="Noto Sans CJK SC"/>
                        </a:rPr>
                        <a:t>Δs &lt; (Dβ−Dα)/2</a:t>
                      </a:r>
                    </a:p>
                  </a:txBody>
                  <a:tcPr marL="85725" marR="85725" marT="57150" marB="57150" anchor="ctr">
                    <a:solidFill>
                      <a:srgbClr val="FFFFFF"/>
                    </a:solidFill>
                  </a:tcPr>
                </a:tc>
              </a:tr>
              <a:tr h="642366">
                <a:tc>
                  <a:txBody>
                    <a:bodyPr wrap="square">
                      <a:noAutofit/>
                    </a:bodyPr>
                    <a:lstStyle/>
                    <a:p>
                      <a:pPr algn="l">
                        <a:lnSpc>
                          <a:spcPct val="100000"/>
                        </a:lnSpc>
                        <a:buNone/>
                      </a:pPr>
                      <a:r>
                        <a:rPr sz="1900" b="0">
                          <a:solidFill>
                            <a:srgbClr val="243746"/>
                          </a:solidFill>
                          <a:latin typeface="Noto Sans CJK SC"/>
                          <a:ea typeface="Noto Sans CJK SC"/>
                          <a:cs typeface="Noto Sans CJK SC"/>
                        </a:rPr>
                        <a:t>中等预算不均分，情形 b</a:t>
                      </a:r>
                    </a:p>
                  </a:txBody>
                  <a:tcPr marL="85725" marR="85725" marT="57150" marB="57150" anchor="ctr">
                    <a:solidFill>
                      <a:srgbClr val="F0F4F7"/>
                    </a:solidFill>
                  </a:tcPr>
                </a:tc>
                <a:tc>
                  <a:txBody>
                    <a:bodyPr wrap="square">
                      <a:noAutofit/>
                    </a:bodyPr>
                    <a:lstStyle/>
                    <a:p>
                      <a:pPr algn="l">
                        <a:lnSpc>
                          <a:spcPct val="100000"/>
                        </a:lnSpc>
                        <a:buNone/>
                      </a:pPr>
                      <a:r>
                        <a:rPr sz="1900" b="0">
                          <a:solidFill>
                            <a:srgbClr val="243746"/>
                          </a:solidFill>
                          <a:latin typeface="Noto Sans CJK SC"/>
                          <a:ea typeface="Noto Sans CJK SC"/>
                          <a:cs typeface="Noto Sans CJK SC"/>
                        </a:rPr>
                        <a:t>(Dβ−Dα)/2 &lt; Δs &lt; Δr &lt; Dβ/2</a:t>
                      </a:r>
                    </a:p>
                  </a:txBody>
                  <a:tcPr marL="85725" marR="85725" marT="57150" marB="57150" anchor="ctr">
                    <a:solidFill>
                      <a:srgbClr val="F0F4F7"/>
                    </a:solidFill>
                  </a:tcPr>
                </a:tc>
              </a:tr>
            </a:tbl>
          </a:graphicData>
        </a:graphic>
      </p:graphicFrame>
      <p:sp>
        <p:nvSpPr>
          <p:cNvPr id="4" name="text-2">
            <a:extLst xmlns:a="http://schemas.openxmlformats.org/drawingml/2006/main">
              <a:ext uri="{FF2B5EF4-FFF2-40B4-BE49-F238E27FC236}">
                <a16:creationId xmlns:a16="http://schemas.microsoft.com/office/drawing/2014/main" id="{CD98D342-EC7A-4A46-929A-690C090E07C5}"/>
              </a:ext>
            </a:extLst>
          </p:cNvPr>
          <p:cNvSpPr>
            <a:spLocks xmlns:a="http://schemas.openxmlformats.org/drawingml/2006/main" noGrp="1"/>
          </p:cNvSpPr>
          <p:nvPr/>
        </p:nvSpPr>
        <p:spPr>
          <a:xfrm xmlns:a="http://schemas.openxmlformats.org/drawingml/2006/main">
            <a:off x="813816" y="5303520"/>
            <a:ext cx="10533888" cy="83210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1900" b="1">
                <a:solidFill>
                  <a:srgbClr val="587C95"/>
                </a:solidFill>
                <a:latin typeface="Noto Sans CJK SC"/>
                <a:ea typeface="Noto Sans CJK SC"/>
                <a:cs typeface="Noto Sans CJK SC"/>
              </a:defRPr>
            </a:defPPr>
          </a:lstStyle>
          <a:p xmlns:a="http://schemas.openxmlformats.org/drawingml/2006/main">
            <a:pPr algn="l">
              <a:lnSpc>
                <a:spcPct val="103000"/>
              </a:lnSpc>
              <a:buNone/>
              <a:defRPr sz="1900" b="1">
                <a:solidFill>
                  <a:srgbClr val="587C95"/>
                </a:solidFill>
                <a:latin typeface="Noto Sans CJK SC"/>
                <a:ea typeface="Noto Sans CJK SC"/>
                <a:cs typeface="Noto Sans CJK SC"/>
              </a:defRPr>
            </a:pPr>
            <a:r>
              <a:rPr sz="1900" b="1">
                <a:solidFill>
                  <a:srgbClr val="587C95"/>
                </a:solidFill>
                <a:latin typeface="Noto Sans CJK SC"/>
                <a:ea typeface="Noto Sans CJK SC"/>
                <a:cs typeface="Noto Sans CJK SC"/>
              </a:rPr>
              <a:t>两种不均分情形均为：低预算均分，中等预算不均分，高预算恢复均分。</a:t>
            </a:r>
          </a:p>
          <a:p xmlns:a="http://schemas.openxmlformats.org/drawingml/2006/main">
            <a:pPr algn="l">
              <a:lnSpc>
                <a:spcPct val="103000"/>
              </a:lnSpc>
              <a:buNone/>
              <a:defRPr sz="1900" b="1">
                <a:solidFill>
                  <a:srgbClr val="587C95"/>
                </a:solidFill>
                <a:latin typeface="Noto Sans CJK SC"/>
                <a:ea typeface="Noto Sans CJK SC"/>
                <a:cs typeface="Noto Sans CJK SC"/>
              </a:defRPr>
            </a:pPr>
            <a:r>
              <a:rPr sz="1900" b="1">
                <a:solidFill>
                  <a:srgbClr val="587C95"/>
                </a:solidFill>
                <a:latin typeface="Noto Sans CJK SC"/>
                <a:ea typeface="Noto Sans CJK SC"/>
                <a:cs typeface="Noto Sans CJK SC"/>
              </a:rPr>
              <a:t>情形 a：即便两家都用 C，治理动作不同仍可导致不均分。</a:t>
            </a:r>
          </a:p>
        </p:txBody>
      </p:sp>
      <p:sp>
        <p:nvSpPr>
          <p:cNvPr id="5" name="source-footer">
            <a:extLst xmlns:a="http://schemas.openxmlformats.org/drawingml/2006/main">
              <a:ext uri="{FF2B5EF4-FFF2-40B4-BE49-F238E27FC236}">
                <a16:creationId xmlns:a16="http://schemas.microsoft.com/office/drawing/2014/main" id="{B09930C8-1FC0-42CE-B825-C92B6267EC53}"/>
              </a:ext>
            </a:extLst>
          </p:cNvPr>
          <p:cNvSpPr>
            <a:spLocks xmlns:a="http://schemas.openxmlformats.org/drawingml/2006/main" noGrp="1"/>
          </p:cNvSpPr>
          <p:nvPr/>
        </p:nvSpPr>
        <p:spPr>
          <a:xfrm xmlns:a="http://schemas.openxmlformats.org/drawingml/2006/main">
            <a:off x="676656" y="6492240"/>
            <a:ext cx="10442448"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1040" b="0">
                <a:solidFill>
                  <a:srgbClr val="627281"/>
                </a:solidFill>
                <a:latin typeface="Noto Sans CJK SC"/>
                <a:ea typeface="Noto Sans CJK SC"/>
                <a:cs typeface="Noto Sans CJK SC"/>
              </a:defRPr>
            </a:defPPr>
          </a:lstStyle>
          <a:p xmlns:a="http://schemas.openxmlformats.org/drawingml/2006/main">
            <a:pPr algn="l">
              <a:lnSpc>
                <a:spcPct val="103000"/>
              </a:lnSpc>
              <a:buNone/>
              <a:defRPr sz="1040" b="0">
                <a:solidFill>
                  <a:srgbClr val="627281"/>
                </a:solidFill>
                <a:latin typeface="Noto Sans CJK SC"/>
                <a:ea typeface="Noto Sans CJK SC"/>
                <a:cs typeface="Noto Sans CJK SC"/>
              </a:defRPr>
            </a:pPr>
            <a:r>
              <a:rPr sz="1040" b="0">
                <a:solidFill>
                  <a:srgbClr val="627281"/>
                </a:solidFill>
                <a:latin typeface="Noto Sans CJK SC"/>
                <a:ea typeface="Noto Sans CJK SC"/>
                <a:cs typeface="Noto Sans CJK SC"/>
              </a:rPr>
              <a:t>Proposition 5，pp. 11–12</a:t>
            </a:r>
          </a:p>
        </p:txBody>
      </p:sp>
      <p:sp>
        <p:nvSpPr>
          <p:cNvPr id="6" name="page-number">
            <a:extLst xmlns:a="http://schemas.openxmlformats.org/drawingml/2006/main">
              <a:ext uri="{FF2B5EF4-FFF2-40B4-BE49-F238E27FC236}">
                <a16:creationId xmlns:a16="http://schemas.microsoft.com/office/drawing/2014/main" id="{04D79065-E83B-4B95-9AB4-ABE9AB2F0C73}"/>
              </a:ext>
            </a:extLst>
          </p:cNvPr>
          <p:cNvSpPr>
            <a:spLocks xmlns:a="http://schemas.openxmlformats.org/drawingml/2006/main" noGrp="1"/>
          </p:cNvSpPr>
          <p:nvPr/>
        </p:nvSpPr>
        <p:spPr>
          <a:xfrm xmlns:a="http://schemas.openxmlformats.org/drawingml/2006/main">
            <a:off x="11000232" y="6492240"/>
            <a:ext cx="502920"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r">
              <a:defRPr sz="1050" b="0">
                <a:solidFill>
                  <a:srgbClr val="587C95"/>
                </a:solidFill>
                <a:latin typeface="Noto Sans CJK SC"/>
                <a:ea typeface="Noto Sans CJK SC"/>
                <a:cs typeface="Noto Sans CJK SC"/>
              </a:defRPr>
            </a:defPPr>
          </a:lstStyle>
          <a:p xmlns:a="http://schemas.openxmlformats.org/drawingml/2006/main">
            <a:pPr algn="r">
              <a:lnSpc>
                <a:spcPct val="103000"/>
              </a:lnSpc>
              <a:buNone/>
              <a:defRPr sz="1050" b="0">
                <a:solidFill>
                  <a:srgbClr val="587C95"/>
                </a:solidFill>
                <a:latin typeface="Noto Sans CJK SC"/>
                <a:ea typeface="Noto Sans CJK SC"/>
                <a:cs typeface="Noto Sans CJK SC"/>
              </a:defRPr>
            </a:pPr>
            <a:r>
              <a:rPr sz="1050" b="0">
                <a:solidFill>
                  <a:srgbClr val="587C95"/>
                </a:solidFill>
                <a:latin typeface="Noto Sans CJK SC"/>
                <a:ea typeface="Noto Sans CJK SC"/>
                <a:cs typeface="Noto Sans CJK SC"/>
              </a:rPr>
              <a:t>24</a:t>
            </a:r>
          </a:p>
        </p:txBody>
      </p:sp>
    </p:spTree>
    <p:extLst>
      <p:ext uri="{BB962C8B-B14F-4D97-AF65-F5344CB8AC3E}">
        <p14:creationId xmlns:p14="http://schemas.microsoft.com/office/powerpoint/2010/main" val="816836633"/>
      </p:ext>
    </p:extLst>
  </p:cSld>
</p:sld>
</file>

<file path=ppt/slides/slide25.xml><?xml version="1.0" encoding="utf-8"?>
<p:sld xmlns:p="http://schemas.openxmlformats.org/presentationml/2006/main">
  <p:cSld>
    <p:spTree>
      <p:nvGrpSpPr>
        <p:cNvPr id="1" name=""/>
        <p:cNvGrpSpPr/>
        <p:nvPr/>
      </p:nvGrpSpPr>
      <p:grpSpPr>
        <a:xfrm xmlns:a="http://schemas.openxmlformats.org/drawingml/2006/main"/>
      </p:grpSpPr>
      <p:sp>
        <p:nvSpPr>
          <p:cNvPr id="8" name="section-heading">
            <a:extLst xmlns:a="http://schemas.openxmlformats.org/drawingml/2006/main">
              <a:ext uri="{FF2B5EF4-FFF2-40B4-BE49-F238E27FC236}">
                <a16:creationId xmlns:a16="http://schemas.microsoft.com/office/drawing/2014/main" id="{3330E19B-B7DD-46EF-98FC-E18F09111BEF}"/>
              </a:ext>
            </a:extLst>
          </p:cNvPr>
          <p:cNvSpPr>
            <a:spLocks xmlns:a="http://schemas.openxmlformats.org/drawingml/2006/main" noGrp="1"/>
          </p:cNvSpPr>
          <p:nvPr/>
        </p:nvSpPr>
        <p:spPr>
          <a:xfrm xmlns:a="http://schemas.openxmlformats.org/drawingml/2006/main">
            <a:off x="1499616" y="630936"/>
            <a:ext cx="9784080" cy="5486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2700" b="1">
                <a:solidFill>
                  <a:srgbClr val="243746"/>
                </a:solidFill>
                <a:latin typeface="Noto Sans CJK SC"/>
                <a:ea typeface="Noto Sans CJK SC"/>
                <a:cs typeface="Noto Sans CJK SC"/>
              </a:defRPr>
            </a:defPPr>
          </a:lstStyle>
          <a:p xmlns:a="http://schemas.openxmlformats.org/drawingml/2006/main">
            <a:pPr algn="l">
              <a:lnSpc>
                <a:spcPct val="103000"/>
              </a:lnSpc>
              <a:buNone/>
              <a:defRPr sz="2700" b="1">
                <a:solidFill>
                  <a:srgbClr val="243746"/>
                </a:solidFill>
                <a:latin typeface="Noto Sans CJK SC"/>
                <a:ea typeface="Noto Sans CJK SC"/>
                <a:cs typeface="Noto Sans CJK SC"/>
              </a:defRPr>
            </a:pPr>
            <a:r>
              <a:rPr sz="2700" b="1">
                <a:solidFill>
                  <a:srgbClr val="243746"/>
                </a:solidFill>
                <a:latin typeface="Noto Sans CJK SC"/>
                <a:ea typeface="Noto Sans CJK SC"/>
                <a:cs typeface="Noto Sans CJK SC"/>
              </a:rPr>
              <a:t>五、模型分析：装配网络</a:t>
            </a:r>
          </a:p>
        </p:txBody>
      </p:sp>
      <p:sp>
        <p:nvSpPr>
          <p:cNvPr id="2" name="slide-topic">
            <a:extLst xmlns:a="http://schemas.openxmlformats.org/drawingml/2006/main">
              <a:ext uri="{FF2B5EF4-FFF2-40B4-BE49-F238E27FC236}">
                <a16:creationId xmlns:a16="http://schemas.microsoft.com/office/drawing/2014/main" id="{F5A5E240-29A3-441E-B604-9908BA6ACEE3}"/>
              </a:ext>
            </a:extLst>
          </p:cNvPr>
          <p:cNvSpPr>
            <a:spLocks xmlns:a="http://schemas.openxmlformats.org/drawingml/2006/main" noGrp="1"/>
          </p:cNvSpPr>
          <p:nvPr/>
        </p:nvSpPr>
        <p:spPr>
          <a:xfrm xmlns:a="http://schemas.openxmlformats.org/drawingml/2006/main">
            <a:off x="658368" y="1709928"/>
            <a:ext cx="10881360" cy="5486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2400" b="1">
                <a:solidFill>
                  <a:srgbClr val="243746"/>
                </a:solidFill>
                <a:latin typeface="Noto Sans CJK SC"/>
                <a:ea typeface="Noto Sans CJK SC"/>
                <a:cs typeface="Noto Sans CJK SC"/>
              </a:defRPr>
            </a:defPPr>
          </a:lstStyle>
          <a:p xmlns:a="http://schemas.openxmlformats.org/drawingml/2006/main">
            <a:pPr algn="l">
              <a:lnSpc>
                <a:spcPct val="103000"/>
              </a:lnSpc>
              <a:buNone/>
              <a:defRPr sz="2400" b="1">
                <a:solidFill>
                  <a:srgbClr val="243746"/>
                </a:solidFill>
                <a:latin typeface="Noto Sans CJK SC"/>
                <a:ea typeface="Noto Sans CJK SC"/>
                <a:cs typeface="Noto Sans CJK SC"/>
              </a:defRPr>
            </a:pPr>
            <a:r>
              <a:rPr sz="2400" b="1">
                <a:solidFill>
                  <a:srgbClr val="243746"/>
                </a:solidFill>
                <a:latin typeface="Noto Sans CJK SC"/>
                <a:ea typeface="Noto Sans CJK SC"/>
                <a:cs typeface="Noto Sans CJK SC"/>
              </a:rPr>
              <a:t>推论 3：最优分配与错误政策的联合结构</a:t>
            </a:r>
          </a:p>
        </p:txBody>
      </p:sp>
      <p:graphicFrame>
        <p:nvGraphicFramePr>
          <p:cNvPr id="3" name="Chart">
            <a:extLst xmlns:a="http://schemas.openxmlformats.org/drawingml/2006/main">
              <a:ext uri="{FF2B5EF4-FFF2-40B4-BE49-F238E27FC236}">
                <a16:creationId xmlns:a16="http://schemas.microsoft.com/office/drawing/2014/main" id="{46C4FD56-7C76-49AE-94D7-1833AD9CDE4D}"/>
              </a:ext>
            </a:extLst>
          </p:cNvPr>
          <p:cNvGraphicFramePr/>
          <p:nvPr/>
        </p:nvGraphicFramePr>
        <p:xfrm>
          <a:off xmlns:a="http://schemas.openxmlformats.org/drawingml/2006/main" x="630936" y="2377440"/>
          <a:ext xmlns:a="http://schemas.openxmlformats.org/drawingml/2006/main" cx="7269480" cy="3090672"/>
        </p:xfrm>
        <a:graphic xmlns:a="http://schemas.openxmlformats.org/drawingml/2006/main">
          <a:graphicData uri="http://schemas.openxmlformats.org/drawingml/2006/chart">
            <c:chart xmlns:r="http://schemas.openxmlformats.org/officeDocument/2006/relationships" xmlns:c="http://schemas.openxmlformats.org/drawingml/2006/chart" r:id="R52fce14e9cf2425c"/>
          </a:graphicData>
        </a:graphic>
      </p:graphicFrame>
      <p:sp>
        <p:nvSpPr>
          <p:cNvPr id="4" name="text-2">
            <a:extLst xmlns:a="http://schemas.openxmlformats.org/drawingml/2006/main">
              <a:ext uri="{FF2B5EF4-FFF2-40B4-BE49-F238E27FC236}">
                <a16:creationId xmlns:a16="http://schemas.microsoft.com/office/drawing/2014/main" id="{5B6FB869-9F75-4E84-A90B-3EE22735CC12}"/>
              </a:ext>
            </a:extLst>
          </p:cNvPr>
          <p:cNvSpPr>
            <a:spLocks xmlns:a="http://schemas.openxmlformats.org/drawingml/2006/main" noGrp="1"/>
          </p:cNvSpPr>
          <p:nvPr/>
        </p:nvSpPr>
        <p:spPr>
          <a:xfrm xmlns:a="http://schemas.openxmlformats.org/drawingml/2006/main">
            <a:off x="8156448" y="2624328"/>
            <a:ext cx="3319272" cy="282549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1800" b="0">
                <a:solidFill>
                  <a:srgbClr val="243746"/>
                </a:solidFill>
                <a:latin typeface="Noto Sans CJK SC"/>
                <a:ea typeface="Noto Sans CJK SC"/>
                <a:cs typeface="Noto Sans CJK SC"/>
              </a:defRPr>
            </a:defPPr>
          </a:lstStyle>
          <a:p xmlns:a="http://schemas.openxmlformats.org/drawingml/2006/main">
            <a:pPr algn="l">
              <a:lnSpc>
                <a:spcPct val="103000"/>
              </a:lnSpc>
              <a:buNone/>
              <a:defRPr sz="1800" b="0">
                <a:solidFill>
                  <a:srgbClr val="243746"/>
                </a:solidFill>
                <a:latin typeface="Noto Sans CJK SC"/>
                <a:ea typeface="Noto Sans CJK SC"/>
                <a:cs typeface="Noto Sans CJK SC"/>
              </a:defRPr>
            </a:pPr>
            <a:r>
              <a:rPr sz="1800" b="0">
                <a:solidFill>
                  <a:srgbClr val="243746"/>
                </a:solidFill>
                <a:latin typeface="Noto Sans CJK SC"/>
                <a:ea typeface="Noto Sans CJK SC"/>
                <a:cs typeface="Noto Sans CJK SC"/>
              </a:rPr>
              <a:t>情形 b 的政策结构</a:t>
            </a:r>
          </a:p>
          <a:p xmlns:a="http://schemas.openxmlformats.org/drawingml/2006/main">
            <a:pPr algn="l">
              <a:lnSpc>
                <a:spcPct val="103000"/>
              </a:lnSpc>
              <a:buNone/>
              <a:defRPr sz="1800" b="0">
                <a:solidFill>
                  <a:srgbClr val="243746"/>
                </a:solidFill>
                <a:latin typeface="Noto Sans CJK SC"/>
                <a:ea typeface="Noto Sans CJK SC"/>
                <a:cs typeface="Noto Sans CJK SC"/>
              </a:defRPr>
            </a:pPr>
            <a:r>
              <a:rPr sz="1800" b="0">
                <a:solidFill>
                  <a:srgbClr val="243746"/>
                </a:solidFill>
                <a:latin typeface="Noto Sans CJK SC"/>
                <a:ea typeface="Noto Sans CJK SC"/>
                <a:cs typeface="Noto Sans CJK SC"/>
              </a:rPr>
              <a:t>低 B：C/C，均分</a:t>
            </a:r>
          </a:p>
          <a:p xmlns:a="http://schemas.openxmlformats.org/drawingml/2006/main">
            <a:pPr algn="l">
              <a:lnSpc>
                <a:spcPct val="103000"/>
              </a:lnSpc>
              <a:buNone/>
              <a:defRPr sz="1800" b="0">
                <a:solidFill>
                  <a:srgbClr val="243746"/>
                </a:solidFill>
                <a:latin typeface="Noto Sans CJK SC"/>
                <a:ea typeface="Noto Sans CJK SC"/>
                <a:cs typeface="Noto Sans CJK SC"/>
              </a:defRPr>
            </a:pPr>
            <a:r>
              <a:rPr sz="1800" b="0">
                <a:solidFill>
                  <a:srgbClr val="243746"/>
                </a:solidFill>
                <a:latin typeface="Noto Sans CJK SC"/>
                <a:ea typeface="Noto Sans CJK SC"/>
                <a:cs typeface="Noto Sans CJK SC"/>
              </a:rPr>
              <a:t>中 B：N/C，不均分</a:t>
            </a:r>
          </a:p>
          <a:p xmlns:a="http://schemas.openxmlformats.org/drawingml/2006/main">
            <a:pPr algn="l">
              <a:lnSpc>
                <a:spcPct val="103000"/>
              </a:lnSpc>
              <a:buNone/>
              <a:defRPr sz="1800" b="0">
                <a:solidFill>
                  <a:srgbClr val="243746"/>
                </a:solidFill>
                <a:latin typeface="Noto Sans CJK SC"/>
                <a:ea typeface="Noto Sans CJK SC"/>
                <a:cs typeface="Noto Sans CJK SC"/>
              </a:defRPr>
            </a:pPr>
            <a:r>
              <a:rPr sz="1800" b="0">
                <a:solidFill>
                  <a:srgbClr val="243746"/>
                </a:solidFill>
                <a:latin typeface="Noto Sans CJK SC"/>
                <a:ea typeface="Noto Sans CJK SC"/>
                <a:cs typeface="Noto Sans CJK SC"/>
              </a:rPr>
              <a:t>高 B：N/N，均分</a:t>
            </a:r>
          </a:p>
          <a:p xmlns:a="http://schemas.openxmlformats.org/drawingml/2006/main">
            <a:r>
              <a:t/>
            </a:r>
          </a:p>
          <a:p xmlns:a="http://schemas.openxmlformats.org/drawingml/2006/main">
            <a:pPr algn="l">
              <a:lnSpc>
                <a:spcPct val="103000"/>
              </a:lnSpc>
              <a:buNone/>
              <a:defRPr sz="1800" b="0">
                <a:solidFill>
                  <a:srgbClr val="243746"/>
                </a:solidFill>
                <a:latin typeface="Noto Sans CJK SC"/>
                <a:ea typeface="Noto Sans CJK SC"/>
                <a:cs typeface="Noto Sans CJK SC"/>
              </a:defRPr>
            </a:pPr>
            <a:r>
              <a:rPr sz="1800" b="0">
                <a:solidFill>
                  <a:srgbClr val="243746"/>
                </a:solidFill>
                <a:latin typeface="Noto Sans CJK SC"/>
                <a:ea typeface="Noto Sans CJK SC"/>
                <a:cs typeface="Noto Sans CJK SC"/>
              </a:rPr>
              <a:t>情形 a：两家都用政策 C，</a:t>
            </a:r>
          </a:p>
          <a:p xmlns:a="http://schemas.openxmlformats.org/drawingml/2006/main">
            <a:pPr algn="l">
              <a:lnSpc>
                <a:spcPct val="103000"/>
              </a:lnSpc>
              <a:buNone/>
              <a:defRPr sz="1800" b="0">
                <a:solidFill>
                  <a:srgbClr val="243746"/>
                </a:solidFill>
                <a:latin typeface="Noto Sans CJK SC"/>
                <a:ea typeface="Noto Sans CJK SC"/>
                <a:cs typeface="Noto Sans CJK SC"/>
              </a:defRPr>
            </a:pPr>
            <a:r>
              <a:rPr sz="1800" b="0">
                <a:solidFill>
                  <a:srgbClr val="243746"/>
                </a:solidFill>
                <a:latin typeface="Noto Sans CJK SC"/>
                <a:ea typeface="Noto Sans CJK SC"/>
                <a:cs typeface="Noto Sans CJK SC"/>
              </a:rPr>
              <a:t>治理动作仍可能不同。</a:t>
            </a:r>
          </a:p>
        </p:txBody>
      </p:sp>
      <p:sp>
        <p:nvSpPr>
          <p:cNvPr id="5" name="text-3">
            <a:extLst xmlns:a="http://schemas.openxmlformats.org/drawingml/2006/main">
              <a:ext uri="{FF2B5EF4-FFF2-40B4-BE49-F238E27FC236}">
                <a16:creationId xmlns:a16="http://schemas.microsoft.com/office/drawing/2014/main" id="{C949C1B5-2B44-4810-AA10-A806C3BA3D89}"/>
              </a:ext>
            </a:extLst>
          </p:cNvPr>
          <p:cNvSpPr>
            <a:spLocks xmlns:a="http://schemas.openxmlformats.org/drawingml/2006/main" noGrp="1"/>
          </p:cNvSpPr>
          <p:nvPr/>
        </p:nvSpPr>
        <p:spPr>
          <a:xfrm xmlns:a="http://schemas.openxmlformats.org/drawingml/2006/main">
            <a:off x="813816" y="5577840"/>
            <a:ext cx="10533888" cy="3931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1600" b="0">
                <a:solidFill>
                  <a:srgbClr val="243746"/>
                </a:solidFill>
                <a:latin typeface="Noto Sans CJK SC"/>
                <a:ea typeface="Noto Sans CJK SC"/>
                <a:cs typeface="Noto Sans CJK SC"/>
              </a:defRPr>
            </a:defPPr>
          </a:lstStyle>
          <a:p xmlns:a="http://schemas.openxmlformats.org/drawingml/2006/main">
            <a:pPr algn="l">
              <a:lnSpc>
                <a:spcPct val="103000"/>
              </a:lnSpc>
              <a:buNone/>
              <a:defRPr sz="1600" b="0">
                <a:solidFill>
                  <a:srgbClr val="243746"/>
                </a:solidFill>
                <a:latin typeface="Noto Sans CJK SC"/>
                <a:ea typeface="Noto Sans CJK SC"/>
                <a:cs typeface="Noto Sans CJK SC"/>
              </a:defRPr>
            </a:pPr>
            <a:r>
              <a:rPr sz="1600" b="0">
                <a:solidFill>
                  <a:srgbClr val="243746"/>
                </a:solidFill>
                <a:latin typeface="Noto Sans CJK SC"/>
                <a:ea typeface="Noto Sans CJK SC"/>
                <a:cs typeface="Noto Sans CJK SC"/>
              </a:rPr>
              <a:t>算例：e=.5，Dα=3，Dβ=5.5，Δs=1.6，Δr=2。预算金额为 bᵢ²/2。</a:t>
            </a:r>
          </a:p>
        </p:txBody>
      </p:sp>
      <p:sp>
        <p:nvSpPr>
          <p:cNvPr id="6" name="source-footer">
            <a:extLst xmlns:a="http://schemas.openxmlformats.org/drawingml/2006/main">
              <a:ext uri="{FF2B5EF4-FFF2-40B4-BE49-F238E27FC236}">
                <a16:creationId xmlns:a16="http://schemas.microsoft.com/office/drawing/2014/main" id="{D073A45B-3AAD-441B-BFDF-F2A7D7FA21EA}"/>
              </a:ext>
            </a:extLst>
          </p:cNvPr>
          <p:cNvSpPr>
            <a:spLocks xmlns:a="http://schemas.openxmlformats.org/drawingml/2006/main" noGrp="1"/>
          </p:cNvSpPr>
          <p:nvPr/>
        </p:nvSpPr>
        <p:spPr>
          <a:xfrm xmlns:a="http://schemas.openxmlformats.org/drawingml/2006/main">
            <a:off x="676656" y="6492240"/>
            <a:ext cx="10442448"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1040" b="0">
                <a:solidFill>
                  <a:srgbClr val="627281"/>
                </a:solidFill>
                <a:latin typeface="Noto Sans CJK SC"/>
                <a:ea typeface="Noto Sans CJK SC"/>
                <a:cs typeface="Noto Sans CJK SC"/>
              </a:defRPr>
            </a:defPPr>
          </a:lstStyle>
          <a:p xmlns:a="http://schemas.openxmlformats.org/drawingml/2006/main">
            <a:pPr algn="l">
              <a:lnSpc>
                <a:spcPct val="103000"/>
              </a:lnSpc>
              <a:buNone/>
              <a:defRPr sz="1040" b="0">
                <a:solidFill>
                  <a:srgbClr val="627281"/>
                </a:solidFill>
                <a:latin typeface="Noto Sans CJK SC"/>
                <a:ea typeface="Noto Sans CJK SC"/>
                <a:cs typeface="Noto Sans CJK SC"/>
              </a:defRPr>
            </a:pPr>
            <a:r>
              <a:rPr sz="1040" b="0">
                <a:solidFill>
                  <a:srgbClr val="627281"/>
                </a:solidFill>
                <a:latin typeface="Noto Sans CJK SC"/>
                <a:ea typeface="Noto Sans CJK SC"/>
                <a:cs typeface="Noto Sans CJK SC"/>
              </a:rPr>
              <a:t>Corollary 3，p. 13；图为条件审计两家的模型算例</a:t>
            </a:r>
          </a:p>
        </p:txBody>
      </p:sp>
      <p:sp>
        <p:nvSpPr>
          <p:cNvPr id="7" name="page-number">
            <a:extLst xmlns:a="http://schemas.openxmlformats.org/drawingml/2006/main">
              <a:ext uri="{FF2B5EF4-FFF2-40B4-BE49-F238E27FC236}">
                <a16:creationId xmlns:a16="http://schemas.microsoft.com/office/drawing/2014/main" id="{A2E094C8-F46F-44FA-A4A3-C19C6C581250}"/>
              </a:ext>
            </a:extLst>
          </p:cNvPr>
          <p:cNvSpPr>
            <a:spLocks xmlns:a="http://schemas.openxmlformats.org/drawingml/2006/main" noGrp="1"/>
          </p:cNvSpPr>
          <p:nvPr/>
        </p:nvSpPr>
        <p:spPr>
          <a:xfrm xmlns:a="http://schemas.openxmlformats.org/drawingml/2006/main">
            <a:off x="11000232" y="6492240"/>
            <a:ext cx="502920"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r">
              <a:defRPr sz="1050" b="0">
                <a:solidFill>
                  <a:srgbClr val="587C95"/>
                </a:solidFill>
                <a:latin typeface="Noto Sans CJK SC"/>
                <a:ea typeface="Noto Sans CJK SC"/>
                <a:cs typeface="Noto Sans CJK SC"/>
              </a:defRPr>
            </a:defPPr>
          </a:lstStyle>
          <a:p xmlns:a="http://schemas.openxmlformats.org/drawingml/2006/main">
            <a:pPr algn="r">
              <a:lnSpc>
                <a:spcPct val="103000"/>
              </a:lnSpc>
              <a:buNone/>
              <a:defRPr sz="1050" b="0">
                <a:solidFill>
                  <a:srgbClr val="587C95"/>
                </a:solidFill>
                <a:latin typeface="Noto Sans CJK SC"/>
                <a:ea typeface="Noto Sans CJK SC"/>
                <a:cs typeface="Noto Sans CJK SC"/>
              </a:defRPr>
            </a:pPr>
            <a:r>
              <a:rPr sz="1050" b="0">
                <a:solidFill>
                  <a:srgbClr val="587C95"/>
                </a:solidFill>
                <a:latin typeface="Noto Sans CJK SC"/>
                <a:ea typeface="Noto Sans CJK SC"/>
                <a:cs typeface="Noto Sans CJK SC"/>
              </a:rPr>
              <a:t>25</a:t>
            </a:r>
          </a:p>
        </p:txBody>
      </p:sp>
    </p:spTree>
    <p:extLst>
      <p:ext uri="{BB962C8B-B14F-4D97-AF65-F5344CB8AC3E}">
        <p14:creationId xmlns:p14="http://schemas.microsoft.com/office/powerpoint/2010/main" val="1786041520"/>
      </p:ext>
    </p:extLst>
  </p:cSld>
</p:sld>
</file>

<file path=ppt/slides/slide26.xml><?xml version="1.0" encoding="utf-8"?>
<p:sld xmlns:p="http://schemas.openxmlformats.org/presentationml/2006/main">
  <p:cSld>
    <p:spTree>
      <p:nvGrpSpPr>
        <p:cNvPr id="1" name=""/>
        <p:cNvGrpSpPr/>
        <p:nvPr/>
      </p:nvGrpSpPr>
      <p:grpSpPr>
        <a:xfrm xmlns:a="http://schemas.openxmlformats.org/drawingml/2006/main"/>
      </p:grpSpPr>
      <p:sp>
        <p:nvSpPr>
          <p:cNvPr id="8" name="section-heading">
            <a:extLst xmlns:a="http://schemas.openxmlformats.org/drawingml/2006/main">
              <a:ext uri="{FF2B5EF4-FFF2-40B4-BE49-F238E27FC236}">
                <a16:creationId xmlns:a16="http://schemas.microsoft.com/office/drawing/2014/main" id="{2037E495-3808-4674-A56E-62ED53576D68}"/>
              </a:ext>
            </a:extLst>
          </p:cNvPr>
          <p:cNvSpPr>
            <a:spLocks xmlns:a="http://schemas.openxmlformats.org/drawingml/2006/main" noGrp="1"/>
          </p:cNvSpPr>
          <p:nvPr/>
        </p:nvSpPr>
        <p:spPr>
          <a:xfrm xmlns:a="http://schemas.openxmlformats.org/drawingml/2006/main">
            <a:off x="1499616" y="630936"/>
            <a:ext cx="9784080" cy="5486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2700" b="1">
                <a:solidFill>
                  <a:srgbClr val="243746"/>
                </a:solidFill>
                <a:latin typeface="Noto Sans CJK SC"/>
                <a:ea typeface="Noto Sans CJK SC"/>
                <a:cs typeface="Noto Sans CJK SC"/>
              </a:defRPr>
            </a:defPPr>
          </a:lstStyle>
          <a:p xmlns:a="http://schemas.openxmlformats.org/drawingml/2006/main">
            <a:pPr algn="l">
              <a:lnSpc>
                <a:spcPct val="103000"/>
              </a:lnSpc>
              <a:buNone/>
              <a:defRPr sz="2700" b="1">
                <a:solidFill>
                  <a:srgbClr val="243746"/>
                </a:solidFill>
                <a:latin typeface="Noto Sans CJK SC"/>
                <a:ea typeface="Noto Sans CJK SC"/>
                <a:cs typeface="Noto Sans CJK SC"/>
              </a:defRPr>
            </a:pPr>
            <a:r>
              <a:rPr sz="2700" b="1">
                <a:solidFill>
                  <a:srgbClr val="243746"/>
                </a:solidFill>
                <a:latin typeface="Noto Sans CJK SC"/>
                <a:ea typeface="Noto Sans CJK SC"/>
                <a:cs typeface="Noto Sans CJK SC"/>
              </a:rPr>
              <a:t>五、模型分析：装配网络</a:t>
            </a:r>
          </a:p>
        </p:txBody>
      </p:sp>
      <p:sp>
        <p:nvSpPr>
          <p:cNvPr id="2" name="slide-topic">
            <a:extLst xmlns:a="http://schemas.openxmlformats.org/drawingml/2006/main">
              <a:ext uri="{FF2B5EF4-FFF2-40B4-BE49-F238E27FC236}">
                <a16:creationId xmlns:a16="http://schemas.microsoft.com/office/drawing/2014/main" id="{13A019B6-8418-406B-B17E-84247F01FEC3}"/>
              </a:ext>
            </a:extLst>
          </p:cNvPr>
          <p:cNvSpPr>
            <a:spLocks xmlns:a="http://schemas.openxmlformats.org/drawingml/2006/main" noGrp="1"/>
          </p:cNvSpPr>
          <p:nvPr/>
        </p:nvSpPr>
        <p:spPr>
          <a:xfrm xmlns:a="http://schemas.openxmlformats.org/drawingml/2006/main">
            <a:off x="658368" y="1709928"/>
            <a:ext cx="10881360" cy="5486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2400" b="1">
                <a:solidFill>
                  <a:srgbClr val="243746"/>
                </a:solidFill>
                <a:latin typeface="Noto Sans CJK SC"/>
                <a:ea typeface="Noto Sans CJK SC"/>
                <a:cs typeface="Noto Sans CJK SC"/>
              </a:defRPr>
            </a:defPPr>
          </a:lstStyle>
          <a:p xmlns:a="http://schemas.openxmlformats.org/drawingml/2006/main">
            <a:pPr algn="l">
              <a:lnSpc>
                <a:spcPct val="103000"/>
              </a:lnSpc>
              <a:buNone/>
              <a:defRPr sz="2400" b="1">
                <a:solidFill>
                  <a:srgbClr val="243746"/>
                </a:solidFill>
                <a:latin typeface="Noto Sans CJK SC"/>
                <a:ea typeface="Noto Sans CJK SC"/>
                <a:cs typeface="Noto Sans CJK SC"/>
              </a:defRPr>
            </a:pPr>
            <a:r>
              <a:rPr sz="2400" b="1">
                <a:solidFill>
                  <a:srgbClr val="243746"/>
                </a:solidFill>
                <a:latin typeface="Noto Sans CJK SC"/>
                <a:ea typeface="Noto Sans CJK SC"/>
                <a:cs typeface="Noto Sans CJK SC"/>
              </a:rPr>
              <a:t>命题 6：政策切换点的社会风险可能向上跳</a:t>
            </a:r>
          </a:p>
        </p:txBody>
      </p:sp>
      <p:pic>
        <p:nvPicPr>
          <p:cNvPr id="3" name="">
            <a:extLst xmlns:a="http://schemas.openxmlformats.org/drawingml/2006/main">
              <a:ext uri="{FF2B5EF4-FFF2-40B4-BE49-F238E27FC236}">
                <a16:creationId xmlns:a16="http://schemas.microsoft.com/office/drawing/2014/main" id="{F3F3F3B5-1EB5-4E0C-90C8-1D060C904EC2}"/>
              </a:ext>
            </a:extLst>
          </p:cNvPr>
          <p:cNvPicPr>
            <a:picLocks xmlns:a="http://schemas.openxmlformats.org/drawingml/2006/main" noChangeAspect="1"/>
          </p:cNvPicPr>
          <p:nvPr/>
        </p:nvPicPr>
        <p:blipFill>
          <a:blip xmlns:r="http://schemas.openxmlformats.org/officeDocument/2006/relationships" xmlns:a="http://schemas.openxmlformats.org/drawingml/2006/main" r:embed="R3f8caee830e44cff"/>
          <a:stretch xmlns:a="http://schemas.openxmlformats.org/drawingml/2006/main"/>
        </p:blipFill>
        <p:spPr>
          <a:xfrm xmlns:a="http://schemas.openxmlformats.org/drawingml/2006/main">
            <a:off x="2654243" y="2313432"/>
            <a:ext cx="6889610" cy="521208"/>
          </a:xfrm>
          <a:prstGeom xmlns:a="http://schemas.openxmlformats.org/drawingml/2006/main" prst="rect">
            <a:avLst/>
          </a:prstGeom>
        </p:spPr>
      </p:pic>
      <p:graphicFrame>
        <p:nvGraphicFramePr>
          <p:cNvPr id="4" name="Chart">
            <a:extLst xmlns:a="http://schemas.openxmlformats.org/drawingml/2006/main">
              <a:ext uri="{FF2B5EF4-FFF2-40B4-BE49-F238E27FC236}">
                <a16:creationId xmlns:a16="http://schemas.microsoft.com/office/drawing/2014/main" id="{6CFC9961-AFB0-4628-ADB0-C2B2911660FF}"/>
              </a:ext>
            </a:extLst>
          </p:cNvPr>
          <p:cNvGraphicFramePr/>
          <p:nvPr/>
        </p:nvGraphicFramePr>
        <p:xfrm>
          <a:off xmlns:a="http://schemas.openxmlformats.org/drawingml/2006/main" x="649224" y="3035808"/>
          <a:ext xmlns:a="http://schemas.openxmlformats.org/drawingml/2006/main" cx="7123176" cy="2999232"/>
        </p:xfrm>
        <a:graphic xmlns:a="http://schemas.openxmlformats.org/drawingml/2006/main">
          <a:graphicData uri="http://schemas.openxmlformats.org/drawingml/2006/chart">
            <c:chart xmlns:r="http://schemas.openxmlformats.org/officeDocument/2006/relationships" xmlns:c="http://schemas.openxmlformats.org/drawingml/2006/chart" r:id="R751c12f948a04f82"/>
          </a:graphicData>
        </a:graphic>
      </p:graphicFrame>
      <p:sp>
        <p:nvSpPr>
          <p:cNvPr id="5" name="text-2">
            <a:extLst xmlns:a="http://schemas.openxmlformats.org/drawingml/2006/main">
              <a:ext uri="{FF2B5EF4-FFF2-40B4-BE49-F238E27FC236}">
                <a16:creationId xmlns:a16="http://schemas.microsoft.com/office/drawing/2014/main" id="{B895E618-F4B7-4964-94F2-6E8331B8C73C}"/>
              </a:ext>
            </a:extLst>
          </p:cNvPr>
          <p:cNvSpPr>
            <a:spLocks xmlns:a="http://schemas.openxmlformats.org/drawingml/2006/main" noGrp="1"/>
          </p:cNvSpPr>
          <p:nvPr/>
        </p:nvSpPr>
        <p:spPr>
          <a:xfrm xmlns:a="http://schemas.openxmlformats.org/drawingml/2006/main">
            <a:off x="8119872" y="3044952"/>
            <a:ext cx="3383280" cy="31089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1750" b="0">
                <a:solidFill>
                  <a:srgbClr val="243746"/>
                </a:solidFill>
                <a:latin typeface="Noto Sans CJK SC"/>
                <a:ea typeface="Noto Sans CJK SC"/>
                <a:cs typeface="Noto Sans CJK SC"/>
              </a:defRPr>
            </a:defPPr>
          </a:lstStyle>
          <a:p xmlns:a="http://schemas.openxmlformats.org/drawingml/2006/main">
            <a:pPr algn="l">
              <a:lnSpc>
                <a:spcPct val="103000"/>
              </a:lnSpc>
              <a:buNone/>
              <a:defRPr sz="1750" b="0">
                <a:solidFill>
                  <a:srgbClr val="243746"/>
                </a:solidFill>
                <a:latin typeface="Noto Sans CJK SC"/>
                <a:ea typeface="Noto Sans CJK SC"/>
                <a:cs typeface="Noto Sans CJK SC"/>
              </a:defRPr>
            </a:pPr>
            <a:r>
              <a:rPr sz="1750" b="0">
                <a:solidFill>
                  <a:srgbClr val="243746"/>
                </a:solidFill>
                <a:latin typeface="Noto Sans CJK SC"/>
                <a:ea typeface="Noto Sans CJK SC"/>
                <a:cs typeface="Noto Sans CJK SC"/>
              </a:rPr>
              <a:t>特殊区间：</a:t>
            </a:r>
          </a:p>
          <a:p xmlns:a="http://schemas.openxmlformats.org/drawingml/2006/main">
            <a:pPr algn="l">
              <a:lnSpc>
                <a:spcPct val="103000"/>
              </a:lnSpc>
              <a:buNone/>
              <a:defRPr sz="1750" b="0">
                <a:solidFill>
                  <a:srgbClr val="243746"/>
                </a:solidFill>
                <a:latin typeface="Noto Sans CJK SC"/>
                <a:ea typeface="Noto Sans CJK SC"/>
                <a:cs typeface="Noto Sans CJK SC"/>
              </a:defRPr>
            </a:pPr>
            <a:r>
              <a:rPr sz="1750" b="0">
                <a:solidFill>
                  <a:srgbClr val="243746"/>
                </a:solidFill>
                <a:latin typeface="Noto Sans CJK SC"/>
                <a:ea typeface="Noto Sans CJK SC"/>
                <a:cs typeface="Noto Sans CJK SC"/>
              </a:rPr>
              <a:t>(Dβ−Dα)/2 &lt; Δs &lt; Δr &lt; Dβ/2</a:t>
            </a:r>
          </a:p>
          <a:p xmlns:a="http://schemas.openxmlformats.org/drawingml/2006/main">
            <a:r>
              <a:t/>
            </a:r>
          </a:p>
          <a:p xmlns:a="http://schemas.openxmlformats.org/drawingml/2006/main">
            <a:pPr algn="l">
              <a:lnSpc>
                <a:spcPct val="103000"/>
              </a:lnSpc>
              <a:buNone/>
              <a:defRPr sz="1750" b="0">
                <a:solidFill>
                  <a:srgbClr val="243746"/>
                </a:solidFill>
                <a:latin typeface="Noto Sans CJK SC"/>
                <a:ea typeface="Noto Sans CJK SC"/>
                <a:cs typeface="Noto Sans CJK SC"/>
              </a:defRPr>
            </a:pPr>
            <a:r>
              <a:rPr sz="1750" b="0">
                <a:solidFill>
                  <a:srgbClr val="243746"/>
                </a:solidFill>
                <a:latin typeface="Noto Sans CJK SC"/>
                <a:ea typeface="Noto Sans CJK SC"/>
                <a:cs typeface="Noto Sans CJK SC"/>
              </a:rPr>
              <a:t>低 B：L*=0</a:t>
            </a:r>
          </a:p>
          <a:p xmlns:a="http://schemas.openxmlformats.org/drawingml/2006/main">
            <a:pPr algn="l">
              <a:lnSpc>
                <a:spcPct val="103000"/>
              </a:lnSpc>
              <a:buNone/>
              <a:defRPr sz="1750" b="0">
                <a:solidFill>
                  <a:srgbClr val="243746"/>
                </a:solidFill>
                <a:latin typeface="Noto Sans CJK SC"/>
                <a:ea typeface="Noto Sans CJK SC"/>
                <a:cs typeface="Noto Sans CJK SC"/>
              </a:defRPr>
            </a:pPr>
            <a:r>
              <a:rPr sz="1750" b="0">
                <a:solidFill>
                  <a:srgbClr val="243746"/>
                </a:solidFill>
                <a:latin typeface="Noto Sans CJK SC"/>
                <a:ea typeface="Noto Sans CJK SC"/>
                <a:cs typeface="Noto Sans CJK SC"/>
              </a:rPr>
              <a:t>中 B：L*=1−b1*</a:t>
            </a:r>
          </a:p>
          <a:p xmlns:a="http://schemas.openxmlformats.org/drawingml/2006/main">
            <a:pPr algn="l">
              <a:lnSpc>
                <a:spcPct val="103000"/>
              </a:lnSpc>
              <a:buNone/>
              <a:defRPr sz="1750" b="0">
                <a:solidFill>
                  <a:srgbClr val="243746"/>
                </a:solidFill>
                <a:latin typeface="Noto Sans CJK SC"/>
                <a:ea typeface="Noto Sans CJK SC"/>
                <a:cs typeface="Noto Sans CJK SC"/>
              </a:defRPr>
            </a:pPr>
            <a:r>
              <a:rPr sz="1750" b="0">
                <a:solidFill>
                  <a:srgbClr val="243746"/>
                </a:solidFill>
                <a:latin typeface="Noto Sans CJK SC"/>
                <a:ea typeface="Noto Sans CJK SC"/>
                <a:cs typeface="Noto Sans CJK SC"/>
              </a:rPr>
              <a:t>高 B：L*=1−B</a:t>
            </a:r>
          </a:p>
          <a:p xmlns:a="http://schemas.openxmlformats.org/drawingml/2006/main">
            <a:r>
              <a:t/>
            </a:r>
          </a:p>
          <a:p xmlns:a="http://schemas.openxmlformats.org/drawingml/2006/main">
            <a:pPr algn="l">
              <a:lnSpc>
                <a:spcPct val="103000"/>
              </a:lnSpc>
              <a:buNone/>
              <a:defRPr sz="1750" b="0">
                <a:solidFill>
                  <a:srgbClr val="243746"/>
                </a:solidFill>
                <a:latin typeface="Noto Sans CJK SC"/>
                <a:ea typeface="Noto Sans CJK SC"/>
                <a:cs typeface="Noto Sans CJK SC"/>
              </a:defRPr>
            </a:pPr>
            <a:r>
              <a:rPr sz="1750" b="0">
                <a:solidFill>
                  <a:srgbClr val="243746"/>
                </a:solidFill>
                <a:latin typeface="Noto Sans CJK SC"/>
                <a:ea typeface="Noto Sans CJK SC"/>
                <a:cs typeface="Noto Sans CJK SC"/>
              </a:rPr>
              <a:t>分支内下降，切换点可能跳升。</a:t>
            </a:r>
          </a:p>
        </p:txBody>
      </p:sp>
      <p:sp>
        <p:nvSpPr>
          <p:cNvPr id="6" name="source-footer">
            <a:extLst xmlns:a="http://schemas.openxmlformats.org/drawingml/2006/main">
              <a:ext uri="{FF2B5EF4-FFF2-40B4-BE49-F238E27FC236}">
                <a16:creationId xmlns:a16="http://schemas.microsoft.com/office/drawing/2014/main" id="{196BE284-76B6-4132-8123-C60C53AE4C2A}"/>
              </a:ext>
            </a:extLst>
          </p:cNvPr>
          <p:cNvSpPr>
            <a:spLocks xmlns:a="http://schemas.openxmlformats.org/drawingml/2006/main" noGrp="1"/>
          </p:cNvSpPr>
          <p:nvPr/>
        </p:nvSpPr>
        <p:spPr>
          <a:xfrm xmlns:a="http://schemas.openxmlformats.org/drawingml/2006/main">
            <a:off x="676656" y="6492240"/>
            <a:ext cx="10442448"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1040" b="0">
                <a:solidFill>
                  <a:srgbClr val="627281"/>
                </a:solidFill>
                <a:latin typeface="Noto Sans CJK SC"/>
                <a:ea typeface="Noto Sans CJK SC"/>
                <a:cs typeface="Noto Sans CJK SC"/>
              </a:defRPr>
            </a:defPPr>
          </a:lstStyle>
          <a:p xmlns:a="http://schemas.openxmlformats.org/drawingml/2006/main">
            <a:pPr algn="l">
              <a:lnSpc>
                <a:spcPct val="103000"/>
              </a:lnSpc>
              <a:buNone/>
              <a:defRPr sz="1040" b="0">
                <a:solidFill>
                  <a:srgbClr val="627281"/>
                </a:solidFill>
                <a:latin typeface="Noto Sans CJK SC"/>
                <a:ea typeface="Noto Sans CJK SC"/>
                <a:cs typeface="Noto Sans CJK SC"/>
              </a:defRPr>
            </a:pPr>
            <a:r>
              <a:rPr sz="1040" b="0">
                <a:solidFill>
                  <a:srgbClr val="627281"/>
                </a:solidFill>
                <a:latin typeface="Noto Sans CJK SC"/>
                <a:ea typeface="Noto Sans CJK SC"/>
                <a:cs typeface="Noto Sans CJK SC"/>
              </a:rPr>
              <a:t>Proposition 6，p. 13；条件：审计两家</a:t>
            </a:r>
          </a:p>
        </p:txBody>
      </p:sp>
      <p:sp>
        <p:nvSpPr>
          <p:cNvPr id="7" name="page-number">
            <a:extLst xmlns:a="http://schemas.openxmlformats.org/drawingml/2006/main">
              <a:ext uri="{FF2B5EF4-FFF2-40B4-BE49-F238E27FC236}">
                <a16:creationId xmlns:a16="http://schemas.microsoft.com/office/drawing/2014/main" id="{485B2C3D-28A7-452D-93A8-05EF064BB181}"/>
              </a:ext>
            </a:extLst>
          </p:cNvPr>
          <p:cNvSpPr>
            <a:spLocks xmlns:a="http://schemas.openxmlformats.org/drawingml/2006/main" noGrp="1"/>
          </p:cNvSpPr>
          <p:nvPr/>
        </p:nvSpPr>
        <p:spPr>
          <a:xfrm xmlns:a="http://schemas.openxmlformats.org/drawingml/2006/main">
            <a:off x="11000232" y="6492240"/>
            <a:ext cx="502920"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r">
              <a:defRPr sz="1050" b="0">
                <a:solidFill>
                  <a:srgbClr val="587C95"/>
                </a:solidFill>
                <a:latin typeface="Noto Sans CJK SC"/>
                <a:ea typeface="Noto Sans CJK SC"/>
                <a:cs typeface="Noto Sans CJK SC"/>
              </a:defRPr>
            </a:defPPr>
          </a:lstStyle>
          <a:p xmlns:a="http://schemas.openxmlformats.org/drawingml/2006/main">
            <a:pPr algn="r">
              <a:lnSpc>
                <a:spcPct val="103000"/>
              </a:lnSpc>
              <a:buNone/>
              <a:defRPr sz="1050" b="0">
                <a:solidFill>
                  <a:srgbClr val="587C95"/>
                </a:solidFill>
                <a:latin typeface="Noto Sans CJK SC"/>
                <a:ea typeface="Noto Sans CJK SC"/>
                <a:cs typeface="Noto Sans CJK SC"/>
              </a:defRPr>
            </a:pPr>
            <a:r>
              <a:rPr sz="1050" b="0">
                <a:solidFill>
                  <a:srgbClr val="587C95"/>
                </a:solidFill>
                <a:latin typeface="Noto Sans CJK SC"/>
                <a:ea typeface="Noto Sans CJK SC"/>
                <a:cs typeface="Noto Sans CJK SC"/>
              </a:rPr>
              <a:t>26</a:t>
            </a:r>
          </a:p>
        </p:txBody>
      </p:sp>
    </p:spTree>
    <p:extLst>
      <p:ext uri="{BB962C8B-B14F-4D97-AF65-F5344CB8AC3E}">
        <p14:creationId xmlns:p14="http://schemas.microsoft.com/office/powerpoint/2010/main" val="697064678"/>
      </p:ext>
    </p:extLst>
  </p:cSld>
</p:sld>
</file>

<file path=ppt/slides/slide27.xml><?xml version="1.0" encoding="utf-8"?>
<p:sld xmlns:p="http://schemas.openxmlformats.org/presentationml/2006/main">
  <p:cSld>
    <p:spTree>
      <p:nvGrpSpPr>
        <p:cNvPr id="1" name=""/>
        <p:cNvGrpSpPr/>
        <p:nvPr/>
      </p:nvGrpSpPr>
      <p:grpSpPr>
        <a:xfrm xmlns:a="http://schemas.openxmlformats.org/drawingml/2006/main"/>
      </p:grpSpPr>
      <p:sp>
        <p:nvSpPr>
          <p:cNvPr id="8" name="section-heading">
            <a:extLst xmlns:a="http://schemas.openxmlformats.org/drawingml/2006/main">
              <a:ext uri="{FF2B5EF4-FFF2-40B4-BE49-F238E27FC236}">
                <a16:creationId xmlns:a16="http://schemas.microsoft.com/office/drawing/2014/main" id="{B0938E96-DBE5-48B1-87DE-2BABA285AB77}"/>
              </a:ext>
            </a:extLst>
          </p:cNvPr>
          <p:cNvSpPr>
            <a:spLocks xmlns:a="http://schemas.openxmlformats.org/drawingml/2006/main" noGrp="1"/>
          </p:cNvSpPr>
          <p:nvPr/>
        </p:nvSpPr>
        <p:spPr>
          <a:xfrm xmlns:a="http://schemas.openxmlformats.org/drawingml/2006/main">
            <a:off x="1499616" y="630936"/>
            <a:ext cx="9784080" cy="5486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2700" b="1">
                <a:solidFill>
                  <a:srgbClr val="243746"/>
                </a:solidFill>
                <a:latin typeface="Noto Sans CJK SC"/>
                <a:ea typeface="Noto Sans CJK SC"/>
                <a:cs typeface="Noto Sans CJK SC"/>
              </a:defRPr>
            </a:defPPr>
          </a:lstStyle>
          <a:p xmlns:a="http://schemas.openxmlformats.org/drawingml/2006/main">
            <a:pPr algn="l">
              <a:lnSpc>
                <a:spcPct val="103000"/>
              </a:lnSpc>
              <a:buNone/>
              <a:defRPr sz="2700" b="1">
                <a:solidFill>
                  <a:srgbClr val="243746"/>
                </a:solidFill>
                <a:latin typeface="Noto Sans CJK SC"/>
                <a:ea typeface="Noto Sans CJK SC"/>
                <a:cs typeface="Noto Sans CJK SC"/>
              </a:defRPr>
            </a:pPr>
            <a:r>
              <a:rPr sz="2700" b="1">
                <a:solidFill>
                  <a:srgbClr val="243746"/>
                </a:solidFill>
                <a:latin typeface="Noto Sans CJK SC"/>
                <a:ea typeface="Noto Sans CJK SC"/>
                <a:cs typeface="Noto Sans CJK SC"/>
              </a:rPr>
              <a:t>五、模型分析：装配网络</a:t>
            </a:r>
          </a:p>
        </p:txBody>
      </p:sp>
      <p:sp>
        <p:nvSpPr>
          <p:cNvPr id="2" name="slide-topic">
            <a:extLst xmlns:a="http://schemas.openxmlformats.org/drawingml/2006/main">
              <a:ext uri="{FF2B5EF4-FFF2-40B4-BE49-F238E27FC236}">
                <a16:creationId xmlns:a16="http://schemas.microsoft.com/office/drawing/2014/main" id="{51FA1E04-9BAE-4D87-8724-5E0023FF41C4}"/>
              </a:ext>
            </a:extLst>
          </p:cNvPr>
          <p:cNvSpPr>
            <a:spLocks xmlns:a="http://schemas.openxmlformats.org/drawingml/2006/main" noGrp="1"/>
          </p:cNvSpPr>
          <p:nvPr/>
        </p:nvSpPr>
        <p:spPr>
          <a:xfrm xmlns:a="http://schemas.openxmlformats.org/drawingml/2006/main">
            <a:off x="658368" y="1709928"/>
            <a:ext cx="10881360" cy="5486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2400" b="1">
                <a:solidFill>
                  <a:srgbClr val="243746"/>
                </a:solidFill>
                <a:latin typeface="Noto Sans CJK SC"/>
                <a:ea typeface="Noto Sans CJK SC"/>
                <a:cs typeface="Noto Sans CJK SC"/>
              </a:defRPr>
            </a:defPPr>
          </a:lstStyle>
          <a:p xmlns:a="http://schemas.openxmlformats.org/drawingml/2006/main">
            <a:pPr algn="l">
              <a:lnSpc>
                <a:spcPct val="103000"/>
              </a:lnSpc>
              <a:buNone/>
              <a:defRPr sz="2400" b="1">
                <a:solidFill>
                  <a:srgbClr val="243746"/>
                </a:solidFill>
                <a:latin typeface="Noto Sans CJK SC"/>
                <a:ea typeface="Noto Sans CJK SC"/>
                <a:cs typeface="Noto Sans CJK SC"/>
              </a:defRPr>
            </a:pPr>
            <a:r>
              <a:rPr sz="2400" b="1">
                <a:solidFill>
                  <a:srgbClr val="243746"/>
                </a:solidFill>
                <a:latin typeface="Noto Sans CJK SC"/>
                <a:ea typeface="Noto Sans CJK SC"/>
                <a:cs typeface="Noto Sans CJK SC"/>
              </a:rPr>
              <a:t>推论 4：只审计一家时，另一家的损失是常数</a:t>
            </a:r>
          </a:p>
        </p:txBody>
      </p:sp>
      <p:pic>
        <p:nvPicPr>
          <p:cNvPr id="3" name="">
            <a:extLst xmlns:a="http://schemas.openxmlformats.org/drawingml/2006/main">
              <a:ext uri="{FF2B5EF4-FFF2-40B4-BE49-F238E27FC236}">
                <a16:creationId xmlns:a16="http://schemas.microsoft.com/office/drawing/2014/main" id="{AFF50512-70AD-4F9A-B7F0-30935101905F}"/>
              </a:ext>
            </a:extLst>
          </p:cNvPr>
          <p:cNvPicPr>
            <a:picLocks xmlns:a="http://schemas.openxmlformats.org/drawingml/2006/main" noChangeAspect="1"/>
          </p:cNvPicPr>
          <p:nvPr/>
        </p:nvPicPr>
        <p:blipFill>
          <a:blip xmlns:r="http://schemas.openxmlformats.org/officeDocument/2006/relationships" xmlns:a="http://schemas.openxmlformats.org/drawingml/2006/main" r:embed="R4eb1720ed6134159"/>
          <a:stretch xmlns:a="http://schemas.openxmlformats.org/drawingml/2006/main"/>
        </p:blipFill>
        <p:spPr>
          <a:xfrm xmlns:a="http://schemas.openxmlformats.org/drawingml/2006/main">
            <a:off x="749808" y="2479438"/>
            <a:ext cx="10698480" cy="692117"/>
          </a:xfrm>
          <a:prstGeom xmlns:a="http://schemas.openxmlformats.org/drawingml/2006/main" prst="rect">
            <a:avLst/>
          </a:prstGeom>
        </p:spPr>
      </p:pic>
      <p:sp>
        <p:nvSpPr>
          <p:cNvPr id="4" name="text-2">
            <a:extLst xmlns:a="http://schemas.openxmlformats.org/drawingml/2006/main">
              <a:ext uri="{FF2B5EF4-FFF2-40B4-BE49-F238E27FC236}">
                <a16:creationId xmlns:a16="http://schemas.microsoft.com/office/drawing/2014/main" id="{A0FDD2A0-0712-4CAD-904C-313822A06D69}"/>
              </a:ext>
            </a:extLst>
          </p:cNvPr>
          <p:cNvSpPr>
            <a:spLocks xmlns:a="http://schemas.openxmlformats.org/drawingml/2006/main" noGrp="1"/>
          </p:cNvSpPr>
          <p:nvPr/>
        </p:nvSpPr>
        <p:spPr>
          <a:xfrm xmlns:a="http://schemas.openxmlformats.org/drawingml/2006/main">
            <a:off x="822960" y="3557016"/>
            <a:ext cx="10524744" cy="7772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2000" b="0">
                <a:solidFill>
                  <a:srgbClr val="243746"/>
                </a:solidFill>
                <a:latin typeface="Noto Sans CJK SC"/>
                <a:ea typeface="Noto Sans CJK SC"/>
                <a:cs typeface="Noto Sans CJK SC"/>
              </a:defRPr>
            </a:defPPr>
          </a:lstStyle>
          <a:p xmlns:a="http://schemas.openxmlformats.org/drawingml/2006/main">
            <a:pPr algn="l">
              <a:lnSpc>
                <a:spcPct val="103000"/>
              </a:lnSpc>
              <a:buNone/>
              <a:defRPr sz="2000" b="0">
                <a:solidFill>
                  <a:srgbClr val="243746"/>
                </a:solidFill>
                <a:latin typeface="Noto Sans CJK SC"/>
                <a:ea typeface="Noto Sans CJK SC"/>
                <a:cs typeface="Noto Sans CJK SC"/>
              </a:defRPr>
            </a:pPr>
            <a:r>
              <a:rPr sz="2000" b="0">
                <a:solidFill>
                  <a:srgbClr val="243746"/>
                </a:solidFill>
                <a:latin typeface="Noto Sans CJK SC"/>
                <a:ea typeface="Noto Sans CJK SC"/>
                <a:cs typeface="Noto Sans CJK SC"/>
              </a:rPr>
              <a:t>被审计家：沿用一对一的最优错误政策与治理规则。</a:t>
            </a:r>
          </a:p>
          <a:p xmlns:a="http://schemas.openxmlformats.org/drawingml/2006/main">
            <a:pPr algn="l">
              <a:lnSpc>
                <a:spcPct val="103000"/>
              </a:lnSpc>
              <a:buNone/>
              <a:defRPr sz="2000" b="0">
                <a:solidFill>
                  <a:srgbClr val="243746"/>
                </a:solidFill>
                <a:latin typeface="Noto Sans CJK SC"/>
                <a:ea typeface="Noto Sans CJK SC"/>
                <a:cs typeface="Noto Sans CJK SC"/>
              </a:defRPr>
            </a:pPr>
            <a:r>
              <a:rPr sz="2000" b="0">
                <a:solidFill>
                  <a:srgbClr val="243746"/>
                </a:solidFill>
                <a:latin typeface="Noto Sans CJK SC"/>
                <a:ea typeface="Noto Sans CJK SC"/>
                <a:cs typeface="Noto Sans CJK SC"/>
              </a:rPr>
              <a:t>未审计家：不治理，带来固定预期损失 (1−e)Dβ。</a:t>
            </a:r>
          </a:p>
        </p:txBody>
      </p:sp>
      <p:graphicFrame>
        <p:nvGraphicFramePr>
          <p:cNvPr id="5" name="">
            <a:extLst xmlns:a="http://schemas.openxmlformats.org/drawingml/2006/main">
              <a:ext uri="{FF2B5EF4-FFF2-40B4-BE49-F238E27FC236}">
                <a16:creationId xmlns:a16="http://schemas.microsoft.com/office/drawing/2014/main" id="{3965FD3F-2A4E-4C6B-A8F5-E91646855101}"/>
              </a:ext>
            </a:extLst>
          </p:cNvPr>
          <p:cNvGraphicFramePr/>
          <p:nvPr/>
        </p:nvGraphicFramePr>
        <p:xfrm>
          <a:off xmlns:a="http://schemas.openxmlformats.org/drawingml/2006/main" x="658368" y="4690872"/>
          <a:ext xmlns:a="http://schemas.openxmlformats.org/drawingml/2006/main" cx="10872216" cy="1197864"/>
        </p:xfrm>
        <a:graphic xmlns:a="http://schemas.openxmlformats.org/drawingml/2006/main">
          <a:graphicData uri="http://schemas.openxmlformats.org/drawingml/2006/table">
            <a:tbl>
              <a:tblPr firstRow="1" bandRow="0"/>
              <a:tblGrid>
                <a:gridCol w="4791456"/>
                <a:gridCol w="6080760"/>
              </a:tblGrid>
              <a:tr h="399288">
                <a:tc>
                  <a:txBody>
                    <a:bodyPr wrap="square">
                      <a:noAutofit/>
                    </a:bodyPr>
                    <a:lstStyle/>
                    <a:p>
                      <a:pPr algn="l">
                        <a:lnSpc>
                          <a:spcPct val="100000"/>
                        </a:lnSpc>
                        <a:buNone/>
                      </a:pPr>
                      <a:r>
                        <a:rPr sz="2050" b="1">
                          <a:solidFill>
                            <a:srgbClr val="FFFFFF"/>
                          </a:solidFill>
                          <a:latin typeface="Noto Sans CJK SC"/>
                          <a:ea typeface="Noto Sans CJK SC"/>
                          <a:cs typeface="Noto Sans CJK SC"/>
                        </a:rPr>
                        <a:t>被审计家的政策</a:t>
                      </a:r>
                    </a:p>
                  </a:txBody>
                  <a:tcPr marL="85725" marR="85725" marT="57150" marB="57150" anchor="ctr">
                    <a:solidFill>
                      <a:srgbClr val="587C95"/>
                    </a:solidFill>
                  </a:tcPr>
                </a:tc>
                <a:tc>
                  <a:txBody>
                    <a:bodyPr wrap="square">
                      <a:noAutofit/>
                    </a:bodyPr>
                    <a:lstStyle/>
                    <a:p>
                      <a:pPr algn="l">
                        <a:lnSpc>
                          <a:spcPct val="100000"/>
                        </a:lnSpc>
                        <a:buNone/>
                      </a:pPr>
                      <a:r>
                        <a:rPr sz="2050" b="1">
                          <a:solidFill>
                            <a:srgbClr val="FFFFFF"/>
                          </a:solidFill>
                          <a:latin typeface="Noto Sans CJK SC"/>
                          <a:ea typeface="Noto Sans CJK SC"/>
                          <a:cs typeface="Noto Sans CJK SC"/>
                        </a:rPr>
                        <a:t>整个装配产品违规概率</a:t>
                      </a:r>
                    </a:p>
                  </a:txBody>
                  <a:tcPr marL="85725" marR="85725" marT="57150" marB="57150" anchor="ctr">
                    <a:solidFill>
                      <a:srgbClr val="587C95"/>
                    </a:solidFill>
                  </a:tcPr>
                </a:tc>
              </a:tr>
              <a:tr h="399288">
                <a:tc>
                  <a:txBody>
                    <a:bodyPr wrap="square">
                      <a:noAutofit/>
                    </a:bodyPr>
                    <a:lstStyle/>
                    <a:p>
                      <a:pPr algn="l">
                        <a:lnSpc>
                          <a:spcPct val="100000"/>
                        </a:lnSpc>
                        <a:buNone/>
                      </a:pPr>
                      <a:r>
                        <a:rPr sz="2000" b="0">
                          <a:solidFill>
                            <a:srgbClr val="243746"/>
                          </a:solidFill>
                          <a:latin typeface="Noto Sans CJK SC"/>
                          <a:ea typeface="Noto Sans CJK SC"/>
                          <a:cs typeface="Noto Sans CJK SC"/>
                        </a:rPr>
                        <a:t>C：消除该家的漏报</a:t>
                      </a:r>
                    </a:p>
                  </a:txBody>
                  <a:tcPr marL="85725" marR="85725" marT="57150" marB="57150" anchor="ctr">
                    <a:solidFill>
                      <a:srgbClr val="F0F4F7"/>
                    </a:solidFill>
                  </a:tcPr>
                </a:tc>
                <a:tc>
                  <a:txBody>
                    <a:bodyPr wrap="square">
                      <a:noAutofit/>
                    </a:bodyPr>
                    <a:lstStyle/>
                    <a:p>
                      <a:pPr algn="l">
                        <a:lnSpc>
                          <a:spcPct val="100000"/>
                        </a:lnSpc>
                        <a:buNone/>
                      </a:pPr>
                      <a:r>
                        <a:rPr sz="2000" b="0">
                          <a:solidFill>
                            <a:srgbClr val="243746"/>
                          </a:solidFill>
                          <a:latin typeface="Noto Sans CJK SC"/>
                          <a:ea typeface="Noto Sans CJK SC"/>
                          <a:cs typeface="Noto Sans CJK SC"/>
                        </a:rPr>
                        <a:t>L*=1−e</a:t>
                      </a:r>
                    </a:p>
                  </a:txBody>
                  <a:tcPr marL="85725" marR="85725" marT="57150" marB="57150" anchor="ctr">
                    <a:solidFill>
                      <a:srgbClr val="F0F4F7"/>
                    </a:solidFill>
                  </a:tcPr>
                </a:tc>
              </a:tr>
              <a:tr h="399288">
                <a:tc>
                  <a:txBody>
                    <a:bodyPr wrap="square">
                      <a:noAutofit/>
                    </a:bodyPr>
                    <a:lstStyle/>
                    <a:p>
                      <a:pPr algn="l">
                        <a:lnSpc>
                          <a:spcPct val="100000"/>
                        </a:lnSpc>
                        <a:buNone/>
                      </a:pPr>
                      <a:r>
                        <a:rPr sz="2000" b="0">
                          <a:solidFill>
                            <a:srgbClr val="243746"/>
                          </a:solidFill>
                          <a:latin typeface="Noto Sans CJK SC"/>
                          <a:ea typeface="Noto Sans CJK SC"/>
                          <a:cs typeface="Noto Sans CJK SC"/>
                        </a:rPr>
                        <a:t>N：消除该家的误报</a:t>
                      </a:r>
                    </a:p>
                  </a:txBody>
                  <a:tcPr marL="85725" marR="85725" marT="57150" marB="57150" anchor="ctr">
                    <a:solidFill>
                      <a:srgbClr val="FFFFFF"/>
                    </a:solidFill>
                  </a:tcPr>
                </a:tc>
                <a:tc>
                  <a:txBody>
                    <a:bodyPr wrap="square">
                      <a:noAutofit/>
                    </a:bodyPr>
                    <a:lstStyle/>
                    <a:p>
                      <a:pPr algn="l">
                        <a:lnSpc>
                          <a:spcPct val="100000"/>
                        </a:lnSpc>
                        <a:buNone/>
                      </a:pPr>
                      <a:r>
                        <a:rPr sz="2000" b="0">
                          <a:solidFill>
                            <a:srgbClr val="243746"/>
                          </a:solidFill>
                          <a:latin typeface="Noto Sans CJK SC"/>
                          <a:ea typeface="Noto Sans CJK SC"/>
                          <a:cs typeface="Noto Sans CJK SC"/>
                        </a:rPr>
                        <a:t>L*=1−e b0</a:t>
                      </a:r>
                    </a:p>
                  </a:txBody>
                  <a:tcPr marL="85725" marR="85725" marT="57150" marB="57150" anchor="ctr">
                    <a:solidFill>
                      <a:srgbClr val="FFFFFF"/>
                    </a:solidFill>
                  </a:tcPr>
                </a:tc>
              </a:tr>
            </a:tbl>
          </a:graphicData>
        </a:graphic>
      </p:graphicFrame>
      <p:sp>
        <p:nvSpPr>
          <p:cNvPr id="6" name="source-footer">
            <a:extLst xmlns:a="http://schemas.openxmlformats.org/drawingml/2006/main">
              <a:ext uri="{FF2B5EF4-FFF2-40B4-BE49-F238E27FC236}">
                <a16:creationId xmlns:a16="http://schemas.microsoft.com/office/drawing/2014/main" id="{2A033F27-3283-4C01-AD7B-843899A74E70}"/>
              </a:ext>
            </a:extLst>
          </p:cNvPr>
          <p:cNvSpPr>
            <a:spLocks xmlns:a="http://schemas.openxmlformats.org/drawingml/2006/main" noGrp="1"/>
          </p:cNvSpPr>
          <p:nvPr/>
        </p:nvSpPr>
        <p:spPr>
          <a:xfrm xmlns:a="http://schemas.openxmlformats.org/drawingml/2006/main">
            <a:off x="676656" y="6492240"/>
            <a:ext cx="10442448"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1040" b="0">
                <a:solidFill>
                  <a:srgbClr val="627281"/>
                </a:solidFill>
                <a:latin typeface="Noto Sans CJK SC"/>
                <a:ea typeface="Noto Sans CJK SC"/>
                <a:cs typeface="Noto Sans CJK SC"/>
              </a:defRPr>
            </a:defPPr>
          </a:lstStyle>
          <a:p xmlns:a="http://schemas.openxmlformats.org/drawingml/2006/main">
            <a:pPr algn="l">
              <a:lnSpc>
                <a:spcPct val="103000"/>
              </a:lnSpc>
              <a:buNone/>
              <a:defRPr sz="1040" b="0">
                <a:solidFill>
                  <a:srgbClr val="627281"/>
                </a:solidFill>
                <a:latin typeface="Noto Sans CJK SC"/>
                <a:ea typeface="Noto Sans CJK SC"/>
                <a:cs typeface="Noto Sans CJK SC"/>
              </a:defRPr>
            </a:pPr>
            <a:r>
              <a:rPr sz="1040" b="0">
                <a:solidFill>
                  <a:srgbClr val="627281"/>
                </a:solidFill>
                <a:latin typeface="Noto Sans CJK SC"/>
                <a:ea typeface="Noto Sans CJK SC"/>
                <a:cs typeface="Noto Sans CJK SC"/>
              </a:rPr>
              <a:t>Corollary 4，pp. 13–14；社会指标为按原模型整理</a:t>
            </a:r>
          </a:p>
        </p:txBody>
      </p:sp>
      <p:sp>
        <p:nvSpPr>
          <p:cNvPr id="7" name="page-number">
            <a:extLst xmlns:a="http://schemas.openxmlformats.org/drawingml/2006/main">
              <a:ext uri="{FF2B5EF4-FFF2-40B4-BE49-F238E27FC236}">
                <a16:creationId xmlns:a16="http://schemas.microsoft.com/office/drawing/2014/main" id="{6F4AFA41-91CF-4DF4-8A4A-9D9B997D2E8A}"/>
              </a:ext>
            </a:extLst>
          </p:cNvPr>
          <p:cNvSpPr>
            <a:spLocks xmlns:a="http://schemas.openxmlformats.org/drawingml/2006/main" noGrp="1"/>
          </p:cNvSpPr>
          <p:nvPr/>
        </p:nvSpPr>
        <p:spPr>
          <a:xfrm xmlns:a="http://schemas.openxmlformats.org/drawingml/2006/main">
            <a:off x="11000232" y="6492240"/>
            <a:ext cx="502920"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r">
              <a:defRPr sz="1050" b="0">
                <a:solidFill>
                  <a:srgbClr val="587C95"/>
                </a:solidFill>
                <a:latin typeface="Noto Sans CJK SC"/>
                <a:ea typeface="Noto Sans CJK SC"/>
                <a:cs typeface="Noto Sans CJK SC"/>
              </a:defRPr>
            </a:defPPr>
          </a:lstStyle>
          <a:p xmlns:a="http://schemas.openxmlformats.org/drawingml/2006/main">
            <a:pPr algn="r">
              <a:lnSpc>
                <a:spcPct val="103000"/>
              </a:lnSpc>
              <a:buNone/>
              <a:defRPr sz="1050" b="0">
                <a:solidFill>
                  <a:srgbClr val="587C95"/>
                </a:solidFill>
                <a:latin typeface="Noto Sans CJK SC"/>
                <a:ea typeface="Noto Sans CJK SC"/>
                <a:cs typeface="Noto Sans CJK SC"/>
              </a:defRPr>
            </a:pPr>
            <a:r>
              <a:rPr sz="1050" b="0">
                <a:solidFill>
                  <a:srgbClr val="587C95"/>
                </a:solidFill>
                <a:latin typeface="Noto Sans CJK SC"/>
                <a:ea typeface="Noto Sans CJK SC"/>
                <a:cs typeface="Noto Sans CJK SC"/>
              </a:rPr>
              <a:t>27</a:t>
            </a:r>
          </a:p>
        </p:txBody>
      </p:sp>
    </p:spTree>
    <p:extLst>
      <p:ext uri="{BB962C8B-B14F-4D97-AF65-F5344CB8AC3E}">
        <p14:creationId xmlns:p14="http://schemas.microsoft.com/office/powerpoint/2010/main" val="422779061"/>
      </p:ext>
    </p:extLst>
  </p:cSld>
</p:sld>
</file>

<file path=ppt/slides/slide28.xml><?xml version="1.0" encoding="utf-8"?>
<p:sld xmlns:p="http://schemas.openxmlformats.org/presentationml/2006/main">
  <p:cSld>
    <p:spTree>
      <p:nvGrpSpPr>
        <p:cNvPr id="1" name=""/>
        <p:cNvGrpSpPr/>
        <p:nvPr/>
      </p:nvGrpSpPr>
      <p:grpSpPr>
        <a:xfrm xmlns:a="http://schemas.openxmlformats.org/drawingml/2006/main"/>
      </p:grpSpPr>
      <p:sp>
        <p:nvSpPr>
          <p:cNvPr id="7" name="section-heading">
            <a:extLst xmlns:a="http://schemas.openxmlformats.org/drawingml/2006/main">
              <a:ext uri="{FF2B5EF4-FFF2-40B4-BE49-F238E27FC236}">
                <a16:creationId xmlns:a16="http://schemas.microsoft.com/office/drawing/2014/main" id="{8FC34EB6-C0F1-4929-B4B2-C8EDC1172177}"/>
              </a:ext>
            </a:extLst>
          </p:cNvPr>
          <p:cNvSpPr>
            <a:spLocks xmlns:a="http://schemas.openxmlformats.org/drawingml/2006/main" noGrp="1"/>
          </p:cNvSpPr>
          <p:nvPr/>
        </p:nvSpPr>
        <p:spPr>
          <a:xfrm xmlns:a="http://schemas.openxmlformats.org/drawingml/2006/main">
            <a:off x="1499616" y="630936"/>
            <a:ext cx="9784080" cy="5486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2700" b="1">
                <a:solidFill>
                  <a:srgbClr val="243746"/>
                </a:solidFill>
                <a:latin typeface="Noto Sans CJK SC"/>
                <a:ea typeface="Noto Sans CJK SC"/>
                <a:cs typeface="Noto Sans CJK SC"/>
              </a:defRPr>
            </a:defPPr>
          </a:lstStyle>
          <a:p xmlns:a="http://schemas.openxmlformats.org/drawingml/2006/main">
            <a:pPr algn="l">
              <a:lnSpc>
                <a:spcPct val="103000"/>
              </a:lnSpc>
              <a:buNone/>
              <a:defRPr sz="2700" b="1">
                <a:solidFill>
                  <a:srgbClr val="243746"/>
                </a:solidFill>
                <a:latin typeface="Noto Sans CJK SC"/>
                <a:ea typeface="Noto Sans CJK SC"/>
                <a:cs typeface="Noto Sans CJK SC"/>
              </a:defRPr>
            </a:pPr>
            <a:r>
              <a:rPr sz="2700" b="1">
                <a:solidFill>
                  <a:srgbClr val="243746"/>
                </a:solidFill>
                <a:latin typeface="Noto Sans CJK SC"/>
                <a:ea typeface="Noto Sans CJK SC"/>
                <a:cs typeface="Noto Sans CJK SC"/>
              </a:rPr>
              <a:t>五、模型分析：装配网络</a:t>
            </a:r>
          </a:p>
        </p:txBody>
      </p:sp>
      <p:sp>
        <p:nvSpPr>
          <p:cNvPr id="2" name="slide-topic">
            <a:extLst xmlns:a="http://schemas.openxmlformats.org/drawingml/2006/main">
              <a:ext uri="{FF2B5EF4-FFF2-40B4-BE49-F238E27FC236}">
                <a16:creationId xmlns:a16="http://schemas.microsoft.com/office/drawing/2014/main" id="{610C43E5-07F7-44E3-A6C5-78B58DF0DC01}"/>
              </a:ext>
            </a:extLst>
          </p:cNvPr>
          <p:cNvSpPr>
            <a:spLocks xmlns:a="http://schemas.openxmlformats.org/drawingml/2006/main" noGrp="1"/>
          </p:cNvSpPr>
          <p:nvPr/>
        </p:nvSpPr>
        <p:spPr>
          <a:xfrm xmlns:a="http://schemas.openxmlformats.org/drawingml/2006/main">
            <a:off x="658368" y="1709928"/>
            <a:ext cx="10881360" cy="5486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2400" b="1">
                <a:solidFill>
                  <a:srgbClr val="243746"/>
                </a:solidFill>
                <a:latin typeface="Noto Sans CJK SC"/>
                <a:ea typeface="Noto Sans CJK SC"/>
                <a:cs typeface="Noto Sans CJK SC"/>
              </a:defRPr>
            </a:defPPr>
          </a:lstStyle>
          <a:p xmlns:a="http://schemas.openxmlformats.org/drawingml/2006/main">
            <a:pPr algn="l">
              <a:lnSpc>
                <a:spcPct val="103000"/>
              </a:lnSpc>
              <a:buNone/>
              <a:defRPr sz="2400" b="1">
                <a:solidFill>
                  <a:srgbClr val="243746"/>
                </a:solidFill>
                <a:latin typeface="Noto Sans CJK SC"/>
                <a:ea typeface="Noto Sans CJK SC"/>
                <a:cs typeface="Noto Sans CJK SC"/>
              </a:defRPr>
            </a:pPr>
            <a:r>
              <a:rPr sz="2400" b="1">
                <a:solidFill>
                  <a:srgbClr val="243746"/>
                </a:solidFill>
                <a:latin typeface="Noto Sans CJK SC"/>
                <a:ea typeface="Noto Sans CJK SC"/>
                <a:cs typeface="Noto Sans CJK SC"/>
              </a:rPr>
              <a:t>命题 7 与原文图 4：审计数量并非必然随预算扩大</a:t>
            </a:r>
          </a:p>
        </p:txBody>
      </p:sp>
      <p:pic>
        <p:nvPicPr>
          <p:cNvPr id="3" name="">
            <a:extLst xmlns:a="http://schemas.openxmlformats.org/drawingml/2006/main">
              <a:ext uri="{FF2B5EF4-FFF2-40B4-BE49-F238E27FC236}">
                <a16:creationId xmlns:a16="http://schemas.microsoft.com/office/drawing/2014/main" id="{13069805-7DFD-457B-AA85-A5495FEE748E}"/>
              </a:ext>
            </a:extLst>
          </p:cNvPr>
          <p:cNvPicPr>
            <a:picLocks xmlns:a="http://schemas.openxmlformats.org/drawingml/2006/main" noChangeAspect="1"/>
          </p:cNvPicPr>
          <p:nvPr/>
        </p:nvPicPr>
        <p:blipFill>
          <a:blip xmlns:r="http://schemas.openxmlformats.org/officeDocument/2006/relationships" xmlns:a="http://schemas.openxmlformats.org/drawingml/2006/main" r:embed="Reb1b1cda71864f6d"/>
          <a:stretch xmlns:a="http://schemas.openxmlformats.org/drawingml/2006/main"/>
        </p:blipFill>
        <p:spPr>
          <a:xfrm xmlns:a="http://schemas.openxmlformats.org/drawingml/2006/main">
            <a:off x="1690447" y="2313432"/>
            <a:ext cx="8798913" cy="3621024"/>
          </a:xfrm>
          <a:prstGeom xmlns:a="http://schemas.openxmlformats.org/drawingml/2006/main" prst="rect">
            <a:avLst/>
          </a:prstGeom>
        </p:spPr>
      </p:pic>
      <p:sp>
        <p:nvSpPr>
          <p:cNvPr id="4" name="text-2">
            <a:extLst xmlns:a="http://schemas.openxmlformats.org/drawingml/2006/main">
              <a:ext uri="{FF2B5EF4-FFF2-40B4-BE49-F238E27FC236}">
                <a16:creationId xmlns:a16="http://schemas.microsoft.com/office/drawing/2014/main" id="{D1AEDC20-CC7C-417A-91B8-11588DD13013}"/>
              </a:ext>
            </a:extLst>
          </p:cNvPr>
          <p:cNvSpPr>
            <a:spLocks xmlns:a="http://schemas.openxmlformats.org/drawingml/2006/main" noGrp="1"/>
          </p:cNvSpPr>
          <p:nvPr/>
        </p:nvSpPr>
        <p:spPr>
          <a:xfrm xmlns:a="http://schemas.openxmlformats.org/drawingml/2006/main">
            <a:off x="731520" y="5907024"/>
            <a:ext cx="10725912" cy="4754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1800" b="1">
                <a:solidFill>
                  <a:srgbClr val="587C95"/>
                </a:solidFill>
                <a:latin typeface="Noto Sans CJK SC"/>
                <a:ea typeface="Noto Sans CJK SC"/>
                <a:cs typeface="Noto Sans CJK SC"/>
              </a:defRPr>
            </a:defPPr>
          </a:lstStyle>
          <a:p xmlns:a="http://schemas.openxmlformats.org/drawingml/2006/main">
            <a:pPr algn="l">
              <a:lnSpc>
                <a:spcPct val="103000"/>
              </a:lnSpc>
              <a:buNone/>
              <a:defRPr sz="1800" b="1">
                <a:solidFill>
                  <a:srgbClr val="587C95"/>
                </a:solidFill>
                <a:latin typeface="Noto Sans CJK SC"/>
                <a:ea typeface="Noto Sans CJK SC"/>
                <a:cs typeface="Noto Sans CJK SC"/>
              </a:defRPr>
            </a:pPr>
            <a:r>
              <a:rPr sz="1800" b="1">
                <a:solidFill>
                  <a:srgbClr val="587C95"/>
                </a:solidFill>
                <a:latin typeface="Noto Sans CJK SC"/>
                <a:ea typeface="Noto Sans CJK SC"/>
                <a:cs typeface="Noto Sans CJK SC"/>
              </a:rPr>
              <a:t>左图：审计范围单调扩大。右图部分区间：1 家 → 2 家 → 1 家 → 2 家。</a:t>
            </a:r>
          </a:p>
        </p:txBody>
      </p:sp>
      <p:sp>
        <p:nvSpPr>
          <p:cNvPr id="5" name="source-footer">
            <a:extLst xmlns:a="http://schemas.openxmlformats.org/drawingml/2006/main">
              <a:ext uri="{FF2B5EF4-FFF2-40B4-BE49-F238E27FC236}">
                <a16:creationId xmlns:a16="http://schemas.microsoft.com/office/drawing/2014/main" id="{55498F3B-1A8A-43DA-990F-7E4CB5132419}"/>
              </a:ext>
            </a:extLst>
          </p:cNvPr>
          <p:cNvSpPr>
            <a:spLocks xmlns:a="http://schemas.openxmlformats.org/drawingml/2006/main" noGrp="1"/>
          </p:cNvSpPr>
          <p:nvPr/>
        </p:nvSpPr>
        <p:spPr>
          <a:xfrm xmlns:a="http://schemas.openxmlformats.org/drawingml/2006/main">
            <a:off x="676656" y="6492240"/>
            <a:ext cx="10442448"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1040" b="0">
                <a:solidFill>
                  <a:srgbClr val="627281"/>
                </a:solidFill>
                <a:latin typeface="Noto Sans CJK SC"/>
                <a:ea typeface="Noto Sans CJK SC"/>
                <a:cs typeface="Noto Sans CJK SC"/>
              </a:defRPr>
            </a:defPPr>
          </a:lstStyle>
          <a:p xmlns:a="http://schemas.openxmlformats.org/drawingml/2006/main">
            <a:pPr algn="l">
              <a:lnSpc>
                <a:spcPct val="103000"/>
              </a:lnSpc>
              <a:buNone/>
              <a:defRPr sz="1040" b="0">
                <a:solidFill>
                  <a:srgbClr val="627281"/>
                </a:solidFill>
                <a:latin typeface="Noto Sans CJK SC"/>
                <a:ea typeface="Noto Sans CJK SC"/>
                <a:cs typeface="Noto Sans CJK SC"/>
              </a:defRPr>
            </a:pPr>
            <a:r>
              <a:rPr sz="1040" b="0">
                <a:solidFill>
                  <a:srgbClr val="627281"/>
                </a:solidFill>
                <a:latin typeface="Noto Sans CJK SC"/>
                <a:ea typeface="Noto Sans CJK SC"/>
                <a:cs typeface="Noto Sans CJK SC"/>
              </a:rPr>
              <a:t>Figure 4，p. 14｜左(Dα,Dβ,Δr,Δs)=(.306,.72,.3,.6)；右=(2.5,3.6,1.3,.5)</a:t>
            </a:r>
          </a:p>
        </p:txBody>
      </p:sp>
      <p:sp>
        <p:nvSpPr>
          <p:cNvPr id="6" name="page-number">
            <a:extLst xmlns:a="http://schemas.openxmlformats.org/drawingml/2006/main">
              <a:ext uri="{FF2B5EF4-FFF2-40B4-BE49-F238E27FC236}">
                <a16:creationId xmlns:a16="http://schemas.microsoft.com/office/drawing/2014/main" id="{18B114EA-48F5-4782-8DD1-58097604D744}"/>
              </a:ext>
            </a:extLst>
          </p:cNvPr>
          <p:cNvSpPr>
            <a:spLocks xmlns:a="http://schemas.openxmlformats.org/drawingml/2006/main" noGrp="1"/>
          </p:cNvSpPr>
          <p:nvPr/>
        </p:nvSpPr>
        <p:spPr>
          <a:xfrm xmlns:a="http://schemas.openxmlformats.org/drawingml/2006/main">
            <a:off x="11000232" y="6492240"/>
            <a:ext cx="502920"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r">
              <a:defRPr sz="1050" b="0">
                <a:solidFill>
                  <a:srgbClr val="587C95"/>
                </a:solidFill>
                <a:latin typeface="Noto Sans CJK SC"/>
                <a:ea typeface="Noto Sans CJK SC"/>
                <a:cs typeface="Noto Sans CJK SC"/>
              </a:defRPr>
            </a:defPPr>
          </a:lstStyle>
          <a:p xmlns:a="http://schemas.openxmlformats.org/drawingml/2006/main">
            <a:pPr algn="r">
              <a:lnSpc>
                <a:spcPct val="103000"/>
              </a:lnSpc>
              <a:buNone/>
              <a:defRPr sz="1050" b="0">
                <a:solidFill>
                  <a:srgbClr val="587C95"/>
                </a:solidFill>
                <a:latin typeface="Noto Sans CJK SC"/>
                <a:ea typeface="Noto Sans CJK SC"/>
                <a:cs typeface="Noto Sans CJK SC"/>
              </a:defRPr>
            </a:pPr>
            <a:r>
              <a:rPr sz="1050" b="0">
                <a:solidFill>
                  <a:srgbClr val="587C95"/>
                </a:solidFill>
                <a:latin typeface="Noto Sans CJK SC"/>
                <a:ea typeface="Noto Sans CJK SC"/>
                <a:cs typeface="Noto Sans CJK SC"/>
              </a:rPr>
              <a:t>28</a:t>
            </a:r>
          </a:p>
        </p:txBody>
      </p:sp>
    </p:spTree>
    <p:extLst>
      <p:ext uri="{BB962C8B-B14F-4D97-AF65-F5344CB8AC3E}">
        <p14:creationId xmlns:p14="http://schemas.microsoft.com/office/powerpoint/2010/main" val="1935464838"/>
      </p:ext>
    </p:extLst>
  </p:cSld>
</p:sld>
</file>

<file path=ppt/slides/slide29.xml><?xml version="1.0" encoding="utf-8"?>
<p:sld xmlns:p="http://schemas.openxmlformats.org/presentationml/2006/main">
  <p:cSld>
    <p:spTree>
      <p:nvGrpSpPr>
        <p:cNvPr id="1" name=""/>
        <p:cNvGrpSpPr/>
        <p:nvPr/>
      </p:nvGrpSpPr>
      <p:grpSpPr>
        <a:xfrm xmlns:a="http://schemas.openxmlformats.org/drawingml/2006/main"/>
      </p:grpSpPr>
      <p:sp>
        <p:nvSpPr>
          <p:cNvPr id="8" name="section-heading">
            <a:extLst xmlns:a="http://schemas.openxmlformats.org/drawingml/2006/main">
              <a:ext uri="{FF2B5EF4-FFF2-40B4-BE49-F238E27FC236}">
                <a16:creationId xmlns:a16="http://schemas.microsoft.com/office/drawing/2014/main" id="{A40D9A1A-6E01-4529-AB4D-12FC04935C29}"/>
              </a:ext>
            </a:extLst>
          </p:cNvPr>
          <p:cNvSpPr>
            <a:spLocks xmlns:a="http://schemas.openxmlformats.org/drawingml/2006/main" noGrp="1"/>
          </p:cNvSpPr>
          <p:nvPr/>
        </p:nvSpPr>
        <p:spPr>
          <a:xfrm xmlns:a="http://schemas.openxmlformats.org/drawingml/2006/main">
            <a:off x="1499616" y="630936"/>
            <a:ext cx="9784080" cy="5486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2700" b="1">
                <a:solidFill>
                  <a:srgbClr val="243746"/>
                </a:solidFill>
                <a:latin typeface="Noto Sans CJK SC"/>
                <a:ea typeface="Noto Sans CJK SC"/>
                <a:cs typeface="Noto Sans CJK SC"/>
              </a:defRPr>
            </a:defPPr>
          </a:lstStyle>
          <a:p xmlns:a="http://schemas.openxmlformats.org/drawingml/2006/main">
            <a:pPr algn="l">
              <a:lnSpc>
                <a:spcPct val="103000"/>
              </a:lnSpc>
              <a:buNone/>
              <a:defRPr sz="2700" b="1">
                <a:solidFill>
                  <a:srgbClr val="243746"/>
                </a:solidFill>
                <a:latin typeface="Noto Sans CJK SC"/>
                <a:ea typeface="Noto Sans CJK SC"/>
                <a:cs typeface="Noto Sans CJK SC"/>
              </a:defRPr>
            </a:pPr>
            <a:r>
              <a:rPr sz="2700" b="1">
                <a:solidFill>
                  <a:srgbClr val="243746"/>
                </a:solidFill>
                <a:latin typeface="Noto Sans CJK SC"/>
                <a:ea typeface="Noto Sans CJK SC"/>
                <a:cs typeface="Noto Sans CJK SC"/>
              </a:rPr>
              <a:t>五、模型分析：装配网络</a:t>
            </a:r>
          </a:p>
        </p:txBody>
      </p:sp>
      <p:sp>
        <p:nvSpPr>
          <p:cNvPr id="2" name="slide-topic">
            <a:extLst xmlns:a="http://schemas.openxmlformats.org/drawingml/2006/main">
              <a:ext uri="{FF2B5EF4-FFF2-40B4-BE49-F238E27FC236}">
                <a16:creationId xmlns:a16="http://schemas.microsoft.com/office/drawing/2014/main" id="{53594AC9-66DE-4AE5-A211-2673B2DC7350}"/>
              </a:ext>
            </a:extLst>
          </p:cNvPr>
          <p:cNvSpPr>
            <a:spLocks xmlns:a="http://schemas.openxmlformats.org/drawingml/2006/main" noGrp="1"/>
          </p:cNvSpPr>
          <p:nvPr/>
        </p:nvSpPr>
        <p:spPr>
          <a:xfrm xmlns:a="http://schemas.openxmlformats.org/drawingml/2006/main">
            <a:off x="658368" y="1709928"/>
            <a:ext cx="10881360" cy="5486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2400" b="1">
                <a:solidFill>
                  <a:srgbClr val="243746"/>
                </a:solidFill>
                <a:latin typeface="Noto Sans CJK SC"/>
                <a:ea typeface="Noto Sans CJK SC"/>
                <a:cs typeface="Noto Sans CJK SC"/>
              </a:defRPr>
            </a:defPPr>
          </a:lstStyle>
          <a:p xmlns:a="http://schemas.openxmlformats.org/drawingml/2006/main">
            <a:pPr algn="l">
              <a:lnSpc>
                <a:spcPct val="103000"/>
              </a:lnSpc>
              <a:buNone/>
              <a:defRPr sz="2400" b="1">
                <a:solidFill>
                  <a:srgbClr val="243746"/>
                </a:solidFill>
                <a:latin typeface="Noto Sans CJK SC"/>
                <a:ea typeface="Noto Sans CJK SC"/>
                <a:cs typeface="Noto Sans CJK SC"/>
              </a:defRPr>
            </a:pPr>
            <a:r>
              <a:rPr sz="2400" b="1">
                <a:solidFill>
                  <a:srgbClr val="243746"/>
                </a:solidFill>
                <a:latin typeface="Noto Sans CJK SC"/>
                <a:ea typeface="Noto Sans CJK SC"/>
                <a:cs typeface="Noto Sans CJK SC"/>
              </a:rPr>
              <a:t>覆盖选择的机制与推论 5：误报损害是关键</a:t>
            </a:r>
          </a:p>
        </p:txBody>
      </p:sp>
      <p:graphicFrame>
        <p:nvGraphicFramePr>
          <p:cNvPr id="3" name="">
            <a:extLst xmlns:a="http://schemas.openxmlformats.org/drawingml/2006/main">
              <a:ext uri="{FF2B5EF4-FFF2-40B4-BE49-F238E27FC236}">
                <a16:creationId xmlns:a16="http://schemas.microsoft.com/office/drawing/2014/main" id="{839A4ED6-09A2-4A9C-A56D-641338400889}"/>
              </a:ext>
            </a:extLst>
          </p:cNvPr>
          <p:cNvGraphicFramePr/>
          <p:nvPr/>
        </p:nvGraphicFramePr>
        <p:xfrm>
          <a:off xmlns:a="http://schemas.openxmlformats.org/drawingml/2006/main" x="658368" y="2414016"/>
          <a:ext xmlns:a="http://schemas.openxmlformats.org/drawingml/2006/main" cx="10872216" cy="2331720"/>
        </p:xfrm>
        <a:graphic xmlns:a="http://schemas.openxmlformats.org/drawingml/2006/main">
          <a:graphicData uri="http://schemas.openxmlformats.org/drawingml/2006/table">
            <a:tbl>
              <a:tblPr firstRow="1" bandRow="0"/>
              <a:tblGrid>
                <a:gridCol w="3008376"/>
                <a:gridCol w="2551176"/>
                <a:gridCol w="5312664"/>
              </a:tblGrid>
              <a:tr h="466344">
                <a:tc>
                  <a:txBody>
                    <a:bodyPr wrap="square">
                      <a:noAutofit/>
                    </a:bodyPr>
                    <a:lstStyle/>
                    <a:p>
                      <a:pPr algn="l">
                        <a:lnSpc>
                          <a:spcPct val="100000"/>
                        </a:lnSpc>
                        <a:buNone/>
                      </a:pPr>
                      <a:r>
                        <a:rPr sz="1850" b="1">
                          <a:solidFill>
                            <a:srgbClr val="FFFFFF"/>
                          </a:solidFill>
                          <a:latin typeface="Noto Sans CJK SC"/>
                          <a:ea typeface="Noto Sans CJK SC"/>
                          <a:cs typeface="Noto Sans CJK SC"/>
                        </a:rPr>
                        <a:t>预算区间</a:t>
                      </a:r>
                    </a:p>
                  </a:txBody>
                  <a:tcPr marL="85725" marR="85725" marT="57150" marB="57150" anchor="ctr">
                    <a:solidFill>
                      <a:srgbClr val="587C95"/>
                    </a:solidFill>
                  </a:tcPr>
                </a:tc>
                <a:tc>
                  <a:txBody>
                    <a:bodyPr wrap="square">
                      <a:noAutofit/>
                    </a:bodyPr>
                    <a:lstStyle/>
                    <a:p>
                      <a:pPr algn="l">
                        <a:lnSpc>
                          <a:spcPct val="100000"/>
                        </a:lnSpc>
                        <a:buNone/>
                      </a:pPr>
                      <a:r>
                        <a:rPr sz="1850" b="1">
                          <a:solidFill>
                            <a:srgbClr val="FFFFFF"/>
                          </a:solidFill>
                          <a:latin typeface="Noto Sans CJK SC"/>
                          <a:ea typeface="Noto Sans CJK SC"/>
                          <a:cs typeface="Noto Sans CJK SC"/>
                        </a:rPr>
                        <a:t>可能的最优覆盖</a:t>
                      </a:r>
                    </a:p>
                  </a:txBody>
                  <a:tcPr marL="85725" marR="85725" marT="57150" marB="57150" anchor="ctr">
                    <a:solidFill>
                      <a:srgbClr val="587C95"/>
                    </a:solidFill>
                  </a:tcPr>
                </a:tc>
                <a:tc>
                  <a:txBody>
                    <a:bodyPr wrap="square">
                      <a:noAutofit/>
                    </a:bodyPr>
                    <a:lstStyle/>
                    <a:p>
                      <a:pPr algn="l">
                        <a:lnSpc>
                          <a:spcPct val="100000"/>
                        </a:lnSpc>
                        <a:buNone/>
                      </a:pPr>
                      <a:r>
                        <a:rPr sz="1850" b="1">
                          <a:solidFill>
                            <a:srgbClr val="FFFFFF"/>
                          </a:solidFill>
                          <a:latin typeface="Noto Sans CJK SC"/>
                          <a:ea typeface="Noto Sans CJK SC"/>
                          <a:cs typeface="Noto Sans CJK SC"/>
                        </a:rPr>
                        <a:t>主导机制</a:t>
                      </a:r>
                    </a:p>
                  </a:txBody>
                  <a:tcPr marL="85725" marR="85725" marT="57150" marB="57150" anchor="ctr">
                    <a:solidFill>
                      <a:srgbClr val="587C95"/>
                    </a:solidFill>
                  </a:tcPr>
                </a:tc>
              </a:tr>
              <a:tr h="466344">
                <a:tc>
                  <a:txBody>
                    <a:bodyPr wrap="square">
                      <a:noAutofit/>
                    </a:bodyPr>
                    <a:lstStyle/>
                    <a:p>
                      <a:pPr algn="l">
                        <a:lnSpc>
                          <a:spcPct val="100000"/>
                        </a:lnSpc>
                        <a:buNone/>
                      </a:pPr>
                      <a:r>
                        <a:rPr sz="1800" b="0">
                          <a:solidFill>
                            <a:srgbClr val="243746"/>
                          </a:solidFill>
                          <a:latin typeface="Noto Sans CJK SC"/>
                          <a:ea typeface="Noto Sans CJK SC"/>
                          <a:cs typeface="Noto Sans CJK SC"/>
                        </a:rPr>
                        <a:t>低</a:t>
                      </a:r>
                    </a:p>
                  </a:txBody>
                  <a:tcPr marL="85725" marR="85725" marT="57150" marB="57150" anchor="ctr">
                    <a:solidFill>
                      <a:srgbClr val="F0F4F7"/>
                    </a:solidFill>
                  </a:tcPr>
                </a:tc>
                <a:tc>
                  <a:txBody>
                    <a:bodyPr wrap="square">
                      <a:noAutofit/>
                    </a:bodyPr>
                    <a:lstStyle/>
                    <a:p>
                      <a:pPr algn="l">
                        <a:lnSpc>
                          <a:spcPct val="100000"/>
                        </a:lnSpc>
                        <a:buNone/>
                      </a:pPr>
                      <a:r>
                        <a:rPr sz="1800" b="0">
                          <a:solidFill>
                            <a:srgbClr val="243746"/>
                          </a:solidFill>
                          <a:latin typeface="Noto Sans CJK SC"/>
                          <a:ea typeface="Noto Sans CJK SC"/>
                          <a:cs typeface="Noto Sans CJK SC"/>
                        </a:rPr>
                        <a:t>1 家</a:t>
                      </a:r>
                    </a:p>
                  </a:txBody>
                  <a:tcPr marL="85725" marR="85725" marT="57150" marB="57150" anchor="ctr">
                    <a:solidFill>
                      <a:srgbClr val="F0F4F7"/>
                    </a:solidFill>
                  </a:tcPr>
                </a:tc>
                <a:tc>
                  <a:txBody>
                    <a:bodyPr wrap="square">
                      <a:noAutofit/>
                    </a:bodyPr>
                    <a:lstStyle/>
                    <a:p>
                      <a:pPr algn="l">
                        <a:lnSpc>
                          <a:spcPct val="100000"/>
                        </a:lnSpc>
                        <a:buNone/>
                      </a:pPr>
                      <a:r>
                        <a:rPr sz="1800" b="0">
                          <a:solidFill>
                            <a:srgbClr val="243746"/>
                          </a:solidFill>
                          <a:latin typeface="Noto Sans CJK SC"/>
                          <a:ea typeface="Noto Sans CJK SC"/>
                          <a:cs typeface="Noto Sans CJK SC"/>
                        </a:rPr>
                        <a:t>先获得有效审计准确度</a:t>
                      </a:r>
                    </a:p>
                  </a:txBody>
                  <a:tcPr marL="85725" marR="85725" marT="57150" marB="57150" anchor="ctr">
                    <a:solidFill>
                      <a:srgbClr val="F0F4F7"/>
                    </a:solidFill>
                  </a:tcPr>
                </a:tc>
              </a:tr>
              <a:tr h="466344">
                <a:tc>
                  <a:txBody>
                    <a:bodyPr wrap="square">
                      <a:noAutofit/>
                    </a:bodyPr>
                    <a:lstStyle/>
                    <a:p>
                      <a:pPr algn="l">
                        <a:lnSpc>
                          <a:spcPct val="100000"/>
                        </a:lnSpc>
                        <a:buNone/>
                      </a:pPr>
                      <a:r>
                        <a:rPr sz="1800" b="0">
                          <a:solidFill>
                            <a:srgbClr val="243746"/>
                          </a:solidFill>
                          <a:latin typeface="Noto Sans CJK SC"/>
                          <a:ea typeface="Noto Sans CJK SC"/>
                          <a:cs typeface="Noto Sans CJK SC"/>
                        </a:rPr>
                        <a:t>中低</a:t>
                      </a:r>
                    </a:p>
                  </a:txBody>
                  <a:tcPr marL="85725" marR="85725" marT="57150" marB="57150" anchor="ctr">
                    <a:solidFill>
                      <a:srgbClr val="FFFFFF"/>
                    </a:solidFill>
                  </a:tcPr>
                </a:tc>
                <a:tc>
                  <a:txBody>
                    <a:bodyPr wrap="square">
                      <a:noAutofit/>
                    </a:bodyPr>
                    <a:lstStyle/>
                    <a:p>
                      <a:pPr algn="l">
                        <a:lnSpc>
                          <a:spcPct val="100000"/>
                        </a:lnSpc>
                        <a:buNone/>
                      </a:pPr>
                      <a:r>
                        <a:rPr sz="1800" b="0">
                          <a:solidFill>
                            <a:srgbClr val="243746"/>
                          </a:solidFill>
                          <a:latin typeface="Noto Sans CJK SC"/>
                          <a:ea typeface="Noto Sans CJK SC"/>
                          <a:cs typeface="Noto Sans CJK SC"/>
                        </a:rPr>
                        <a:t>2 家</a:t>
                      </a:r>
                    </a:p>
                  </a:txBody>
                  <a:tcPr marL="85725" marR="85725" marT="57150" marB="57150" anchor="ctr">
                    <a:solidFill>
                      <a:srgbClr val="FFFFFF"/>
                    </a:solidFill>
                  </a:tcPr>
                </a:tc>
                <a:tc>
                  <a:txBody>
                    <a:bodyPr wrap="square">
                      <a:noAutofit/>
                    </a:bodyPr>
                    <a:lstStyle/>
                    <a:p>
                      <a:pPr algn="l">
                        <a:lnSpc>
                          <a:spcPct val="100000"/>
                        </a:lnSpc>
                        <a:buNone/>
                      </a:pPr>
                      <a:r>
                        <a:rPr sz="1800" b="0">
                          <a:solidFill>
                            <a:srgbClr val="243746"/>
                          </a:solidFill>
                          <a:latin typeface="Noto Sans CJK SC"/>
                          <a:ea typeface="Noto Sans CJK SC"/>
                          <a:cs typeface="Noto Sans CJK SC"/>
                        </a:rPr>
                        <a:t>覆盖更多违规风险</a:t>
                      </a:r>
                    </a:p>
                  </a:txBody>
                  <a:tcPr marL="85725" marR="85725" marT="57150" marB="57150" anchor="ctr">
                    <a:solidFill>
                      <a:srgbClr val="FFFFFF"/>
                    </a:solidFill>
                  </a:tcPr>
                </a:tc>
              </a:tr>
              <a:tr h="466344">
                <a:tc>
                  <a:txBody>
                    <a:bodyPr wrap="square">
                      <a:noAutofit/>
                    </a:bodyPr>
                    <a:lstStyle/>
                    <a:p>
                      <a:pPr algn="l">
                        <a:lnSpc>
                          <a:spcPct val="100000"/>
                        </a:lnSpc>
                        <a:buNone/>
                      </a:pPr>
                      <a:r>
                        <a:rPr sz="1800" b="0">
                          <a:solidFill>
                            <a:srgbClr val="243746"/>
                          </a:solidFill>
                          <a:latin typeface="Noto Sans CJK SC"/>
                          <a:ea typeface="Noto Sans CJK SC"/>
                          <a:cs typeface="Noto Sans CJK SC"/>
                        </a:rPr>
                        <a:t>中高，特殊成本区域</a:t>
                      </a:r>
                    </a:p>
                  </a:txBody>
                  <a:tcPr marL="85725" marR="85725" marT="57150" marB="57150" anchor="ctr">
                    <a:solidFill>
                      <a:srgbClr val="F0F4F7"/>
                    </a:solidFill>
                  </a:tcPr>
                </a:tc>
                <a:tc>
                  <a:txBody>
                    <a:bodyPr wrap="square">
                      <a:noAutofit/>
                    </a:bodyPr>
                    <a:lstStyle/>
                    <a:p>
                      <a:pPr algn="l">
                        <a:lnSpc>
                          <a:spcPct val="100000"/>
                        </a:lnSpc>
                        <a:buNone/>
                      </a:pPr>
                      <a:r>
                        <a:rPr sz="1800" b="0">
                          <a:solidFill>
                            <a:srgbClr val="243746"/>
                          </a:solidFill>
                          <a:latin typeface="Noto Sans CJK SC"/>
                          <a:ea typeface="Noto Sans CJK SC"/>
                          <a:cs typeface="Noto Sans CJK SC"/>
                        </a:rPr>
                        <a:t>重新只审 1 家</a:t>
                      </a:r>
                    </a:p>
                  </a:txBody>
                  <a:tcPr marL="85725" marR="85725" marT="57150" marB="57150" anchor="ctr">
                    <a:solidFill>
                      <a:srgbClr val="F0F4F7"/>
                    </a:solidFill>
                  </a:tcPr>
                </a:tc>
                <a:tc>
                  <a:txBody>
                    <a:bodyPr wrap="square">
                      <a:noAutofit/>
                    </a:bodyPr>
                    <a:lstStyle/>
                    <a:p>
                      <a:pPr algn="l">
                        <a:lnSpc>
                          <a:spcPct val="100000"/>
                        </a:lnSpc>
                        <a:buNone/>
                      </a:pPr>
                      <a:r>
                        <a:rPr sz="1800" b="0">
                          <a:solidFill>
                            <a:srgbClr val="243746"/>
                          </a:solidFill>
                          <a:latin typeface="Noto Sans CJK SC"/>
                          <a:ea typeface="Noto Sans CJK SC"/>
                          <a:cs typeface="Noto Sans CJK SC"/>
                        </a:rPr>
                        <a:t>集中提高精度，利用低成本替换</a:t>
                      </a:r>
                    </a:p>
                  </a:txBody>
                  <a:tcPr marL="85725" marR="85725" marT="57150" marB="57150" anchor="ctr">
                    <a:solidFill>
                      <a:srgbClr val="F0F4F7"/>
                    </a:solidFill>
                  </a:tcPr>
                </a:tc>
              </a:tr>
              <a:tr h="466344">
                <a:tc>
                  <a:txBody>
                    <a:bodyPr wrap="square">
                      <a:noAutofit/>
                    </a:bodyPr>
                    <a:lstStyle/>
                    <a:p>
                      <a:pPr algn="l">
                        <a:lnSpc>
                          <a:spcPct val="100000"/>
                        </a:lnSpc>
                        <a:buNone/>
                      </a:pPr>
                      <a:r>
                        <a:rPr sz="1800" b="0">
                          <a:solidFill>
                            <a:srgbClr val="243746"/>
                          </a:solidFill>
                          <a:latin typeface="Noto Sans CJK SC"/>
                          <a:ea typeface="Noto Sans CJK SC"/>
                          <a:cs typeface="Noto Sans CJK SC"/>
                        </a:rPr>
                        <a:t>高</a:t>
                      </a:r>
                    </a:p>
                  </a:txBody>
                  <a:tcPr marL="85725" marR="85725" marT="57150" marB="57150" anchor="ctr">
                    <a:solidFill>
                      <a:srgbClr val="FFFFFF"/>
                    </a:solidFill>
                  </a:tcPr>
                </a:tc>
                <a:tc>
                  <a:txBody>
                    <a:bodyPr wrap="square">
                      <a:noAutofit/>
                    </a:bodyPr>
                    <a:lstStyle/>
                    <a:p>
                      <a:pPr algn="l">
                        <a:lnSpc>
                          <a:spcPct val="100000"/>
                        </a:lnSpc>
                        <a:buNone/>
                      </a:pPr>
                      <a:r>
                        <a:rPr sz="1800" b="0">
                          <a:solidFill>
                            <a:srgbClr val="243746"/>
                          </a:solidFill>
                          <a:latin typeface="Noto Sans CJK SC"/>
                          <a:ea typeface="Noto Sans CJK SC"/>
                          <a:cs typeface="Noto Sans CJK SC"/>
                        </a:rPr>
                        <a:t>2 家</a:t>
                      </a:r>
                    </a:p>
                  </a:txBody>
                  <a:tcPr marL="85725" marR="85725" marT="57150" marB="57150" anchor="ctr">
                    <a:solidFill>
                      <a:srgbClr val="FFFFFF"/>
                    </a:solidFill>
                  </a:tcPr>
                </a:tc>
                <a:tc>
                  <a:txBody>
                    <a:bodyPr wrap="square">
                      <a:noAutofit/>
                    </a:bodyPr>
                    <a:lstStyle/>
                    <a:p>
                      <a:pPr algn="l">
                        <a:lnSpc>
                          <a:spcPct val="100000"/>
                        </a:lnSpc>
                        <a:buNone/>
                      </a:pPr>
                      <a:r>
                        <a:rPr sz="1800" b="0">
                          <a:solidFill>
                            <a:srgbClr val="243746"/>
                          </a:solidFill>
                          <a:latin typeface="Noto Sans CJK SC"/>
                          <a:ea typeface="Noto Sans CJK SC"/>
                          <a:cs typeface="Noto Sans CJK SC"/>
                        </a:rPr>
                        <a:t>两家均能降低错误并有效治理</a:t>
                      </a:r>
                    </a:p>
                  </a:txBody>
                  <a:tcPr marL="85725" marR="85725" marT="57150" marB="57150" anchor="ctr">
                    <a:solidFill>
                      <a:srgbClr val="FFFFFF"/>
                    </a:solidFill>
                  </a:tcPr>
                </a:tc>
              </a:tr>
            </a:tbl>
          </a:graphicData>
        </a:graphic>
      </p:graphicFrame>
      <p:sp>
        <p:nvSpPr>
          <p:cNvPr id="4" name="text-2">
            <a:extLst xmlns:a="http://schemas.openxmlformats.org/drawingml/2006/main">
              <a:ext uri="{FF2B5EF4-FFF2-40B4-BE49-F238E27FC236}">
                <a16:creationId xmlns:a16="http://schemas.microsoft.com/office/drawing/2014/main" id="{8943E014-F836-4B9C-98F0-9CDD51787F11}"/>
              </a:ext>
            </a:extLst>
          </p:cNvPr>
          <p:cNvSpPr>
            <a:spLocks xmlns:a="http://schemas.openxmlformats.org/drawingml/2006/main" noGrp="1"/>
          </p:cNvSpPr>
          <p:nvPr/>
        </p:nvSpPr>
        <p:spPr>
          <a:xfrm xmlns:a="http://schemas.openxmlformats.org/drawingml/2006/main">
            <a:off x="822960" y="4873752"/>
            <a:ext cx="10533888" cy="42976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1800" b="0">
                <a:solidFill>
                  <a:srgbClr val="243746"/>
                </a:solidFill>
                <a:latin typeface="Noto Sans CJK SC"/>
                <a:ea typeface="Noto Sans CJK SC"/>
                <a:cs typeface="Noto Sans CJK SC"/>
              </a:defRPr>
            </a:defPPr>
          </a:lstStyle>
          <a:p xmlns:a="http://schemas.openxmlformats.org/drawingml/2006/main">
            <a:pPr algn="l">
              <a:lnSpc>
                <a:spcPct val="103000"/>
              </a:lnSpc>
              <a:buNone/>
              <a:defRPr sz="1800" b="0">
                <a:solidFill>
                  <a:srgbClr val="243746"/>
                </a:solidFill>
                <a:latin typeface="Noto Sans CJK SC"/>
                <a:ea typeface="Noto Sans CJK SC"/>
                <a:cs typeface="Noto Sans CJK SC"/>
              </a:defRPr>
            </a:pPr>
            <a:r>
              <a:rPr sz="1800" b="0">
                <a:solidFill>
                  <a:srgbClr val="243746"/>
                </a:solidFill>
                <a:latin typeface="Noto Sans CJK SC"/>
                <a:ea typeface="Noto Sans CJK SC"/>
                <a:cs typeface="Noto Sans CJK SC"/>
              </a:rPr>
              <a:t>非单调成本区域：Δs &lt; Δr &lt; min{Δs+Dα/2,Dβ/2}。</a:t>
            </a:r>
          </a:p>
        </p:txBody>
      </p:sp>
      <p:sp>
        <p:nvSpPr>
          <p:cNvPr id="5" name="text-3">
            <a:extLst xmlns:a="http://schemas.openxmlformats.org/drawingml/2006/main">
              <a:ext uri="{FF2B5EF4-FFF2-40B4-BE49-F238E27FC236}">
                <a16:creationId xmlns:a16="http://schemas.microsoft.com/office/drawing/2014/main" id="{CF5598A2-52C6-481F-8319-D2DB4D9B8140}"/>
              </a:ext>
            </a:extLst>
          </p:cNvPr>
          <p:cNvSpPr>
            <a:spLocks xmlns:a="http://schemas.openxmlformats.org/drawingml/2006/main" noGrp="1"/>
          </p:cNvSpPr>
          <p:nvPr/>
        </p:nvSpPr>
        <p:spPr>
          <a:xfrm xmlns:a="http://schemas.openxmlformats.org/drawingml/2006/main">
            <a:off x="822960" y="5431536"/>
            <a:ext cx="10533888" cy="7498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1800" b="1">
                <a:solidFill>
                  <a:srgbClr val="587C95"/>
                </a:solidFill>
                <a:latin typeface="Noto Sans CJK SC"/>
                <a:ea typeface="Noto Sans CJK SC"/>
                <a:cs typeface="Noto Sans CJK SC"/>
              </a:defRPr>
            </a:defPPr>
          </a:lstStyle>
          <a:p xmlns:a="http://schemas.openxmlformats.org/drawingml/2006/main">
            <a:pPr algn="l">
              <a:lnSpc>
                <a:spcPct val="103000"/>
              </a:lnSpc>
              <a:buNone/>
              <a:defRPr sz="1800" b="1">
                <a:solidFill>
                  <a:srgbClr val="587C95"/>
                </a:solidFill>
                <a:latin typeface="Noto Sans CJK SC"/>
                <a:ea typeface="Noto Sans CJK SC"/>
                <a:cs typeface="Noto Sans CJK SC"/>
              </a:defRPr>
            </a:pPr>
            <a:r>
              <a:rPr sz="1800" b="1">
                <a:solidFill>
                  <a:srgbClr val="587C95"/>
                </a:solidFill>
                <a:latin typeface="Noto Sans CJK SC"/>
                <a:ea typeface="Noto Sans CJK SC"/>
                <a:cs typeface="Noto Sans CJK SC"/>
              </a:rPr>
              <a:t>推论 5：Dα=0 时，覆盖随预算扩大。</a:t>
            </a:r>
          </a:p>
          <a:p xmlns:a="http://schemas.openxmlformats.org/drawingml/2006/main">
            <a:pPr algn="l">
              <a:lnSpc>
                <a:spcPct val="103000"/>
              </a:lnSpc>
              <a:buNone/>
              <a:defRPr sz="1800" b="1">
                <a:solidFill>
                  <a:srgbClr val="587C95"/>
                </a:solidFill>
                <a:latin typeface="Noto Sans CJK SC"/>
                <a:ea typeface="Noto Sans CJK SC"/>
                <a:cs typeface="Noto Sans CJK SC"/>
              </a:defRPr>
            </a:pPr>
            <a:r>
              <a:rPr sz="1800" b="1">
                <a:solidFill>
                  <a:srgbClr val="587C95"/>
                </a:solidFill>
                <a:latin typeface="Noto Sans CJK SC"/>
                <a:ea typeface="Noto Sans CJK SC"/>
                <a:cs typeface="Noto Sans CJK SC"/>
              </a:rPr>
              <a:t>高 e 的边界：B&gt;1/2 仍可能只审一家；准确度达到 1 后可有预算剩余。</a:t>
            </a:r>
          </a:p>
        </p:txBody>
      </p:sp>
      <p:sp>
        <p:nvSpPr>
          <p:cNvPr id="6" name="source-footer">
            <a:extLst xmlns:a="http://schemas.openxmlformats.org/drawingml/2006/main">
              <a:ext uri="{FF2B5EF4-FFF2-40B4-BE49-F238E27FC236}">
                <a16:creationId xmlns:a16="http://schemas.microsoft.com/office/drawing/2014/main" id="{9E4E4C4E-907D-41C7-BDED-DE4016A3997D}"/>
              </a:ext>
            </a:extLst>
          </p:cNvPr>
          <p:cNvSpPr>
            <a:spLocks xmlns:a="http://schemas.openxmlformats.org/drawingml/2006/main" noGrp="1"/>
          </p:cNvSpPr>
          <p:nvPr/>
        </p:nvSpPr>
        <p:spPr>
          <a:xfrm xmlns:a="http://schemas.openxmlformats.org/drawingml/2006/main">
            <a:off x="676656" y="6492240"/>
            <a:ext cx="10442448"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1040" b="0">
                <a:solidFill>
                  <a:srgbClr val="627281"/>
                </a:solidFill>
                <a:latin typeface="Noto Sans CJK SC"/>
                <a:ea typeface="Noto Sans CJK SC"/>
                <a:cs typeface="Noto Sans CJK SC"/>
              </a:defRPr>
            </a:defPPr>
          </a:lstStyle>
          <a:p xmlns:a="http://schemas.openxmlformats.org/drawingml/2006/main">
            <a:pPr algn="l">
              <a:lnSpc>
                <a:spcPct val="103000"/>
              </a:lnSpc>
              <a:buNone/>
              <a:defRPr sz="1040" b="0">
                <a:solidFill>
                  <a:srgbClr val="627281"/>
                </a:solidFill>
                <a:latin typeface="Noto Sans CJK SC"/>
                <a:ea typeface="Noto Sans CJK SC"/>
                <a:cs typeface="Noto Sans CJK SC"/>
              </a:defRPr>
            </a:pPr>
            <a:r>
              <a:rPr sz="1040" b="0">
                <a:solidFill>
                  <a:srgbClr val="627281"/>
                </a:solidFill>
                <a:latin typeface="Noto Sans CJK SC"/>
                <a:ea typeface="Noto Sans CJK SC"/>
                <a:cs typeface="Noto Sans CJK SC"/>
              </a:rPr>
              <a:t>Proposition 7 / Corollary 5，pp. 14–15</a:t>
            </a:r>
          </a:p>
        </p:txBody>
      </p:sp>
      <p:sp>
        <p:nvSpPr>
          <p:cNvPr id="7" name="page-number">
            <a:extLst xmlns:a="http://schemas.openxmlformats.org/drawingml/2006/main">
              <a:ext uri="{FF2B5EF4-FFF2-40B4-BE49-F238E27FC236}">
                <a16:creationId xmlns:a16="http://schemas.microsoft.com/office/drawing/2014/main" id="{87905251-4FDD-4BD3-A796-2B3B20D8B7D9}"/>
              </a:ext>
            </a:extLst>
          </p:cNvPr>
          <p:cNvSpPr>
            <a:spLocks xmlns:a="http://schemas.openxmlformats.org/drawingml/2006/main" noGrp="1"/>
          </p:cNvSpPr>
          <p:nvPr/>
        </p:nvSpPr>
        <p:spPr>
          <a:xfrm xmlns:a="http://schemas.openxmlformats.org/drawingml/2006/main">
            <a:off x="11000232" y="6492240"/>
            <a:ext cx="502920"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r">
              <a:defRPr sz="1050" b="0">
                <a:solidFill>
                  <a:srgbClr val="587C95"/>
                </a:solidFill>
                <a:latin typeface="Noto Sans CJK SC"/>
                <a:ea typeface="Noto Sans CJK SC"/>
                <a:cs typeface="Noto Sans CJK SC"/>
              </a:defRPr>
            </a:defPPr>
          </a:lstStyle>
          <a:p xmlns:a="http://schemas.openxmlformats.org/drawingml/2006/main">
            <a:pPr algn="r">
              <a:lnSpc>
                <a:spcPct val="103000"/>
              </a:lnSpc>
              <a:buNone/>
              <a:defRPr sz="1050" b="0">
                <a:solidFill>
                  <a:srgbClr val="587C95"/>
                </a:solidFill>
                <a:latin typeface="Noto Sans CJK SC"/>
                <a:ea typeface="Noto Sans CJK SC"/>
                <a:cs typeface="Noto Sans CJK SC"/>
              </a:defRPr>
            </a:pPr>
            <a:r>
              <a:rPr sz="1050" b="0">
                <a:solidFill>
                  <a:srgbClr val="587C95"/>
                </a:solidFill>
                <a:latin typeface="Noto Sans CJK SC"/>
                <a:ea typeface="Noto Sans CJK SC"/>
                <a:cs typeface="Noto Sans CJK SC"/>
              </a:rPr>
              <a:t>29</a:t>
            </a:r>
          </a:p>
        </p:txBody>
      </p:sp>
    </p:spTree>
    <p:extLst>
      <p:ext uri="{BB962C8B-B14F-4D97-AF65-F5344CB8AC3E}">
        <p14:creationId xmlns:p14="http://schemas.microsoft.com/office/powerpoint/2010/main" val="496483823"/>
      </p:ext>
    </p:extLst>
  </p:cSld>
</p:sld>
</file>

<file path=ppt/slides/slide30.xml><?xml version="1.0" encoding="utf-8"?>
<p:sld xmlns:p="http://schemas.openxmlformats.org/presentationml/2006/main">
  <p:cSld>
    <p:spTree>
      <p:nvGrpSpPr>
        <p:cNvPr id="1" name=""/>
        <p:cNvGrpSpPr/>
        <p:nvPr/>
      </p:nvGrpSpPr>
      <p:grpSpPr>
        <a:xfrm xmlns:a="http://schemas.openxmlformats.org/drawingml/2006/main"/>
      </p:grpSpPr>
      <p:sp>
        <p:nvSpPr>
          <p:cNvPr id="9" name="section-heading">
            <a:extLst xmlns:a="http://schemas.openxmlformats.org/drawingml/2006/main">
              <a:ext uri="{FF2B5EF4-FFF2-40B4-BE49-F238E27FC236}">
                <a16:creationId xmlns:a16="http://schemas.microsoft.com/office/drawing/2014/main" id="{0D0A1C4E-26BB-4C83-B05E-68D6738FE382}"/>
              </a:ext>
            </a:extLst>
          </p:cNvPr>
          <p:cNvSpPr>
            <a:spLocks xmlns:a="http://schemas.openxmlformats.org/drawingml/2006/main" noGrp="1"/>
          </p:cNvSpPr>
          <p:nvPr/>
        </p:nvSpPr>
        <p:spPr>
          <a:xfrm xmlns:a="http://schemas.openxmlformats.org/drawingml/2006/main">
            <a:off x="1499616" y="630936"/>
            <a:ext cx="9784080" cy="5486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2700" b="1">
                <a:solidFill>
                  <a:srgbClr val="243746"/>
                </a:solidFill>
                <a:latin typeface="Noto Sans CJK SC"/>
                <a:ea typeface="Noto Sans CJK SC"/>
                <a:cs typeface="Noto Sans CJK SC"/>
              </a:defRPr>
            </a:defPPr>
          </a:lstStyle>
          <a:p xmlns:a="http://schemas.openxmlformats.org/drawingml/2006/main">
            <a:pPr algn="l">
              <a:lnSpc>
                <a:spcPct val="103000"/>
              </a:lnSpc>
              <a:buNone/>
              <a:defRPr sz="2700" b="1">
                <a:solidFill>
                  <a:srgbClr val="243746"/>
                </a:solidFill>
                <a:latin typeface="Noto Sans CJK SC"/>
                <a:ea typeface="Noto Sans CJK SC"/>
                <a:cs typeface="Noto Sans CJK SC"/>
              </a:defRPr>
            </a:pPr>
            <a:r>
              <a:rPr sz="2700" b="1">
                <a:solidFill>
                  <a:srgbClr val="243746"/>
                </a:solidFill>
                <a:latin typeface="Noto Sans CJK SC"/>
                <a:ea typeface="Noto Sans CJK SC"/>
                <a:cs typeface="Noto Sans CJK SC"/>
              </a:rPr>
              <a:t>六、扩展模型</a:t>
            </a:r>
          </a:p>
        </p:txBody>
      </p:sp>
      <p:sp>
        <p:nvSpPr>
          <p:cNvPr id="2" name="slide-topic">
            <a:extLst xmlns:a="http://schemas.openxmlformats.org/drawingml/2006/main">
              <a:ext uri="{FF2B5EF4-FFF2-40B4-BE49-F238E27FC236}">
                <a16:creationId xmlns:a16="http://schemas.microsoft.com/office/drawing/2014/main" id="{F4942134-5839-465D-9A13-97A7A6FD1B5F}"/>
              </a:ext>
            </a:extLst>
          </p:cNvPr>
          <p:cNvSpPr>
            <a:spLocks xmlns:a="http://schemas.openxmlformats.org/drawingml/2006/main" noGrp="1"/>
          </p:cNvSpPr>
          <p:nvPr/>
        </p:nvSpPr>
        <p:spPr>
          <a:xfrm xmlns:a="http://schemas.openxmlformats.org/drawingml/2006/main">
            <a:off x="658368" y="1709928"/>
            <a:ext cx="10881360" cy="5486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2400" b="1">
                <a:solidFill>
                  <a:srgbClr val="243746"/>
                </a:solidFill>
                <a:latin typeface="Noto Sans CJK SC"/>
                <a:ea typeface="Noto Sans CJK SC"/>
                <a:cs typeface="Noto Sans CJK SC"/>
              </a:defRPr>
            </a:defPPr>
          </a:lstStyle>
          <a:p xmlns:a="http://schemas.openxmlformats.org/drawingml/2006/main">
            <a:pPr algn="l">
              <a:lnSpc>
                <a:spcPct val="103000"/>
              </a:lnSpc>
              <a:buNone/>
              <a:defRPr sz="2400" b="1">
                <a:solidFill>
                  <a:srgbClr val="243746"/>
                </a:solidFill>
                <a:latin typeface="Noto Sans CJK SC"/>
                <a:ea typeface="Noto Sans CJK SC"/>
                <a:cs typeface="Noto Sans CJK SC"/>
              </a:defRPr>
            </a:pPr>
            <a:r>
              <a:rPr sz="2400" b="1">
                <a:solidFill>
                  <a:srgbClr val="243746"/>
                </a:solidFill>
                <a:latin typeface="Noto Sans CJK SC"/>
                <a:ea typeface="Noto Sans CJK SC"/>
                <a:cs typeface="Noto Sans CJK SC"/>
              </a:rPr>
              <a:t>拓展 1：供应商先选择责任努力</a:t>
            </a:r>
          </a:p>
        </p:txBody>
      </p:sp>
      <p:sp>
        <p:nvSpPr>
          <p:cNvPr id="3" name="text-2">
            <a:extLst xmlns:a="http://schemas.openxmlformats.org/drawingml/2006/main">
              <a:ext uri="{FF2B5EF4-FFF2-40B4-BE49-F238E27FC236}">
                <a16:creationId xmlns:a16="http://schemas.microsoft.com/office/drawing/2014/main" id="{7A259E8D-3B73-44AC-8768-9469F810AF99}"/>
              </a:ext>
            </a:extLst>
          </p:cNvPr>
          <p:cNvSpPr>
            <a:spLocks xmlns:a="http://schemas.openxmlformats.org/drawingml/2006/main" noGrp="1"/>
          </p:cNvSpPr>
          <p:nvPr/>
        </p:nvSpPr>
        <p:spPr>
          <a:xfrm xmlns:a="http://schemas.openxmlformats.org/drawingml/2006/main">
            <a:off x="804672" y="2377440"/>
            <a:ext cx="10543032" cy="8686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2000" b="0">
                <a:solidFill>
                  <a:srgbClr val="243746"/>
                </a:solidFill>
                <a:latin typeface="Noto Sans CJK SC"/>
                <a:ea typeface="Noto Sans CJK SC"/>
                <a:cs typeface="Noto Sans CJK SC"/>
              </a:defRPr>
            </a:defPPr>
          </a:lstStyle>
          <a:p xmlns:a="http://schemas.openxmlformats.org/drawingml/2006/main">
            <a:pPr algn="l">
              <a:lnSpc>
                <a:spcPct val="103000"/>
              </a:lnSpc>
              <a:buNone/>
              <a:defRPr sz="2000" b="0">
                <a:solidFill>
                  <a:srgbClr val="243746"/>
                </a:solidFill>
                <a:latin typeface="Noto Sans CJK SC"/>
                <a:ea typeface="Noto Sans CJK SC"/>
                <a:cs typeface="Noto Sans CJK SC"/>
              </a:defRPr>
            </a:pPr>
            <a:r>
              <a:rPr sz="2000" b="0">
                <a:solidFill>
                  <a:srgbClr val="243746"/>
                </a:solidFill>
                <a:latin typeface="Noto Sans CJK SC"/>
                <a:ea typeface="Noto Sans CJK SC"/>
                <a:cs typeface="Noto Sans CJK SC"/>
              </a:rPr>
              <a:t>供应商选择 eS，承担成本 κeS²/2；买方观察努力后设计审计。</a:t>
            </a:r>
          </a:p>
          <a:p xmlns:a="http://schemas.openxmlformats.org/drawingml/2006/main">
            <a:pPr algn="l">
              <a:lnSpc>
                <a:spcPct val="103000"/>
              </a:lnSpc>
              <a:buNone/>
              <a:defRPr sz="2000" b="0">
                <a:solidFill>
                  <a:srgbClr val="243746"/>
                </a:solidFill>
                <a:latin typeface="Noto Sans CJK SC"/>
                <a:ea typeface="Noto Sans CJK SC"/>
                <a:cs typeface="Noto Sans CJK SC"/>
              </a:defRPr>
            </a:pPr>
            <a:r>
              <a:rPr sz="2000" b="0">
                <a:solidFill>
                  <a:srgbClr val="243746"/>
                </a:solidFill>
                <a:latin typeface="Noto Sans CJK SC"/>
                <a:ea typeface="Noto Sans CJK SC"/>
                <a:cs typeface="Noto Sans CJK SC"/>
              </a:rPr>
              <a:t>治理后果：整改由供应商承担 δr；被替换后交易利润归零。</a:t>
            </a:r>
          </a:p>
        </p:txBody>
      </p:sp>
      <p:pic>
        <p:nvPicPr>
          <p:cNvPr id="4" name="">
            <a:extLst xmlns:a="http://schemas.openxmlformats.org/drawingml/2006/main">
              <a:ext uri="{FF2B5EF4-FFF2-40B4-BE49-F238E27FC236}">
                <a16:creationId xmlns:a16="http://schemas.microsoft.com/office/drawing/2014/main" id="{07A545EC-491A-4068-A7D6-44271DC6758D}"/>
              </a:ext>
            </a:extLst>
          </p:cNvPr>
          <p:cNvPicPr>
            <a:picLocks xmlns:a="http://schemas.openxmlformats.org/drawingml/2006/main" noChangeAspect="1"/>
          </p:cNvPicPr>
          <p:nvPr/>
        </p:nvPicPr>
        <p:blipFill>
          <a:blip xmlns:r="http://schemas.openxmlformats.org/officeDocument/2006/relationships" xmlns:a="http://schemas.openxmlformats.org/drawingml/2006/main" r:embed="R79e2ebe6b7674134"/>
          <a:stretch xmlns:a="http://schemas.openxmlformats.org/drawingml/2006/main"/>
        </p:blipFill>
        <p:spPr>
          <a:xfrm xmlns:a="http://schemas.openxmlformats.org/drawingml/2006/main">
            <a:off x="1777346" y="3520440"/>
            <a:ext cx="8643405" cy="713232"/>
          </a:xfrm>
          <a:prstGeom xmlns:a="http://schemas.openxmlformats.org/drawingml/2006/main" prst="rect">
            <a:avLst/>
          </a:prstGeom>
        </p:spPr>
      </p:pic>
      <p:pic>
        <p:nvPicPr>
          <p:cNvPr id="5" name="">
            <a:extLst xmlns:a="http://schemas.openxmlformats.org/drawingml/2006/main">
              <a:ext uri="{FF2B5EF4-FFF2-40B4-BE49-F238E27FC236}">
                <a16:creationId xmlns:a16="http://schemas.microsoft.com/office/drawing/2014/main" id="{C882AD14-7CE3-4826-B46D-80DDDFE719C5}"/>
              </a:ext>
            </a:extLst>
          </p:cNvPr>
          <p:cNvPicPr>
            <a:picLocks xmlns:a="http://schemas.openxmlformats.org/drawingml/2006/main" noChangeAspect="1"/>
          </p:cNvPicPr>
          <p:nvPr/>
        </p:nvPicPr>
        <p:blipFill>
          <a:blip xmlns:r="http://schemas.openxmlformats.org/officeDocument/2006/relationships" xmlns:a="http://schemas.openxmlformats.org/drawingml/2006/main" r:embed="R307f0c7390964338"/>
          <a:stretch xmlns:a="http://schemas.openxmlformats.org/drawingml/2006/main"/>
        </p:blipFill>
        <p:spPr>
          <a:xfrm xmlns:a="http://schemas.openxmlformats.org/drawingml/2006/main">
            <a:off x="2294188" y="4572000"/>
            <a:ext cx="7609719" cy="704088"/>
          </a:xfrm>
          <a:prstGeom xmlns:a="http://schemas.openxmlformats.org/drawingml/2006/main" prst="rect">
            <a:avLst/>
          </a:prstGeom>
        </p:spPr>
      </p:pic>
      <p:sp>
        <p:nvSpPr>
          <p:cNvPr id="6" name="text-3">
            <a:extLst xmlns:a="http://schemas.openxmlformats.org/drawingml/2006/main">
              <a:ext uri="{FF2B5EF4-FFF2-40B4-BE49-F238E27FC236}">
                <a16:creationId xmlns:a16="http://schemas.microsoft.com/office/drawing/2014/main" id="{95ABCEB3-E6F7-419A-A199-0379CA26D5E2}"/>
              </a:ext>
            </a:extLst>
          </p:cNvPr>
          <p:cNvSpPr>
            <a:spLocks xmlns:a="http://schemas.openxmlformats.org/drawingml/2006/main" noGrp="1"/>
          </p:cNvSpPr>
          <p:nvPr/>
        </p:nvSpPr>
        <p:spPr>
          <a:xfrm xmlns:a="http://schemas.openxmlformats.org/drawingml/2006/main">
            <a:off x="731520" y="5907024"/>
            <a:ext cx="10725912" cy="4754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1800" b="1">
                <a:solidFill>
                  <a:srgbClr val="587C95"/>
                </a:solidFill>
                <a:latin typeface="Noto Sans CJK SC"/>
                <a:ea typeface="Noto Sans CJK SC"/>
                <a:cs typeface="Noto Sans CJK SC"/>
              </a:defRPr>
            </a:defPPr>
          </a:lstStyle>
          <a:p xmlns:a="http://schemas.openxmlformats.org/drawingml/2006/main">
            <a:pPr algn="l">
              <a:lnSpc>
                <a:spcPct val="103000"/>
              </a:lnSpc>
              <a:buNone/>
              <a:defRPr sz="1800" b="1">
                <a:solidFill>
                  <a:srgbClr val="587C95"/>
                </a:solidFill>
                <a:latin typeface="Noto Sans CJK SC"/>
                <a:ea typeface="Noto Sans CJK SC"/>
                <a:cs typeface="Noto Sans CJK SC"/>
              </a:defRPr>
            </a:pPr>
            <a:r>
              <a:rPr sz="1800" b="1">
                <a:solidFill>
                  <a:srgbClr val="587C95"/>
                </a:solidFill>
                <a:latin typeface="Noto Sans CJK SC"/>
                <a:ea typeface="Noto Sans CJK SC"/>
                <a:cs typeface="Noto Sans CJK SC"/>
              </a:rPr>
              <a:t>δr 是供应商整改成本，Δr 是买方整改成本；无差异时才偏好整改。</a:t>
            </a:r>
          </a:p>
        </p:txBody>
      </p:sp>
      <p:sp>
        <p:nvSpPr>
          <p:cNvPr id="7" name="source-footer">
            <a:extLst xmlns:a="http://schemas.openxmlformats.org/drawingml/2006/main">
              <a:ext uri="{FF2B5EF4-FFF2-40B4-BE49-F238E27FC236}">
                <a16:creationId xmlns:a16="http://schemas.microsoft.com/office/drawing/2014/main" id="{17713D5C-6D16-4173-9189-886931A1B8D7}"/>
              </a:ext>
            </a:extLst>
          </p:cNvPr>
          <p:cNvSpPr>
            <a:spLocks xmlns:a="http://schemas.openxmlformats.org/drawingml/2006/main" noGrp="1"/>
          </p:cNvSpPr>
          <p:nvPr/>
        </p:nvSpPr>
        <p:spPr>
          <a:xfrm xmlns:a="http://schemas.openxmlformats.org/drawingml/2006/main">
            <a:off x="676656" y="6492240"/>
            <a:ext cx="10442448"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1040" b="0">
                <a:solidFill>
                  <a:srgbClr val="627281"/>
                </a:solidFill>
                <a:latin typeface="Noto Sans CJK SC"/>
                <a:ea typeface="Noto Sans CJK SC"/>
                <a:cs typeface="Noto Sans CJK SC"/>
              </a:defRPr>
            </a:defPPr>
          </a:lstStyle>
          <a:p xmlns:a="http://schemas.openxmlformats.org/drawingml/2006/main">
            <a:pPr algn="l">
              <a:lnSpc>
                <a:spcPct val="103000"/>
              </a:lnSpc>
              <a:buNone/>
              <a:defRPr sz="1040" b="0">
                <a:solidFill>
                  <a:srgbClr val="627281"/>
                </a:solidFill>
                <a:latin typeface="Noto Sans CJK SC"/>
                <a:ea typeface="Noto Sans CJK SC"/>
                <a:cs typeface="Noto Sans CJK SC"/>
              </a:defRPr>
            </a:pPr>
            <a:r>
              <a:rPr sz="1040" b="0">
                <a:solidFill>
                  <a:srgbClr val="627281"/>
                </a:solidFill>
                <a:latin typeface="Noto Sans CJK SC"/>
                <a:ea typeface="Noto Sans CJK SC"/>
                <a:cs typeface="Noto Sans CJK SC"/>
              </a:rPr>
              <a:t>§6.1，p. 15；一对一渠道拓展</a:t>
            </a:r>
          </a:p>
        </p:txBody>
      </p:sp>
      <p:sp>
        <p:nvSpPr>
          <p:cNvPr id="8" name="page-number">
            <a:extLst xmlns:a="http://schemas.openxmlformats.org/drawingml/2006/main">
              <a:ext uri="{FF2B5EF4-FFF2-40B4-BE49-F238E27FC236}">
                <a16:creationId xmlns:a16="http://schemas.microsoft.com/office/drawing/2014/main" id="{8F0E5A8F-5550-48A9-9288-B6768335E96D}"/>
              </a:ext>
            </a:extLst>
          </p:cNvPr>
          <p:cNvSpPr>
            <a:spLocks xmlns:a="http://schemas.openxmlformats.org/drawingml/2006/main" noGrp="1"/>
          </p:cNvSpPr>
          <p:nvPr/>
        </p:nvSpPr>
        <p:spPr>
          <a:xfrm xmlns:a="http://schemas.openxmlformats.org/drawingml/2006/main">
            <a:off x="11000232" y="6492240"/>
            <a:ext cx="502920"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r">
              <a:defRPr sz="1050" b="0">
                <a:solidFill>
                  <a:srgbClr val="587C95"/>
                </a:solidFill>
                <a:latin typeface="Noto Sans CJK SC"/>
                <a:ea typeface="Noto Sans CJK SC"/>
                <a:cs typeface="Noto Sans CJK SC"/>
              </a:defRPr>
            </a:defPPr>
          </a:lstStyle>
          <a:p xmlns:a="http://schemas.openxmlformats.org/drawingml/2006/main">
            <a:pPr algn="r">
              <a:lnSpc>
                <a:spcPct val="103000"/>
              </a:lnSpc>
              <a:buNone/>
              <a:defRPr sz="1050" b="0">
                <a:solidFill>
                  <a:srgbClr val="587C95"/>
                </a:solidFill>
                <a:latin typeface="Noto Sans CJK SC"/>
                <a:ea typeface="Noto Sans CJK SC"/>
                <a:cs typeface="Noto Sans CJK SC"/>
              </a:defRPr>
            </a:pPr>
            <a:r>
              <a:rPr sz="1050" b="0">
                <a:solidFill>
                  <a:srgbClr val="587C95"/>
                </a:solidFill>
                <a:latin typeface="Noto Sans CJK SC"/>
                <a:ea typeface="Noto Sans CJK SC"/>
                <a:cs typeface="Noto Sans CJK SC"/>
              </a:rPr>
              <a:t>30</a:t>
            </a:r>
          </a:p>
        </p:txBody>
      </p:sp>
    </p:spTree>
    <p:extLst>
      <p:ext uri="{BB962C8B-B14F-4D97-AF65-F5344CB8AC3E}">
        <p14:creationId xmlns:p14="http://schemas.microsoft.com/office/powerpoint/2010/main" val="1476332145"/>
      </p:ext>
    </p:extLst>
  </p:cSld>
</p:sld>
</file>

<file path=ppt/slides/slide31.xml><?xml version="1.0" encoding="utf-8"?>
<p:sld xmlns:p="http://schemas.openxmlformats.org/presentationml/2006/main">
  <p:cSld>
    <p:spTree>
      <p:nvGrpSpPr>
        <p:cNvPr id="1" name=""/>
        <p:cNvGrpSpPr/>
        <p:nvPr/>
      </p:nvGrpSpPr>
      <p:grpSpPr>
        <a:xfrm xmlns:a="http://schemas.openxmlformats.org/drawingml/2006/main"/>
      </p:grpSpPr>
      <p:sp>
        <p:nvSpPr>
          <p:cNvPr id="8" name="section-heading">
            <a:extLst xmlns:a="http://schemas.openxmlformats.org/drawingml/2006/main">
              <a:ext uri="{FF2B5EF4-FFF2-40B4-BE49-F238E27FC236}">
                <a16:creationId xmlns:a16="http://schemas.microsoft.com/office/drawing/2014/main" id="{2952552D-F613-4B29-82D6-376415F8C710}"/>
              </a:ext>
            </a:extLst>
          </p:cNvPr>
          <p:cNvSpPr>
            <a:spLocks xmlns:a="http://schemas.openxmlformats.org/drawingml/2006/main" noGrp="1"/>
          </p:cNvSpPr>
          <p:nvPr/>
        </p:nvSpPr>
        <p:spPr>
          <a:xfrm xmlns:a="http://schemas.openxmlformats.org/drawingml/2006/main">
            <a:off x="1499616" y="630936"/>
            <a:ext cx="9784080" cy="5486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2700" b="1">
                <a:solidFill>
                  <a:srgbClr val="243746"/>
                </a:solidFill>
                <a:latin typeface="Noto Sans CJK SC"/>
                <a:ea typeface="Noto Sans CJK SC"/>
                <a:cs typeface="Noto Sans CJK SC"/>
              </a:defRPr>
            </a:defPPr>
          </a:lstStyle>
          <a:p xmlns:a="http://schemas.openxmlformats.org/drawingml/2006/main">
            <a:pPr algn="l">
              <a:lnSpc>
                <a:spcPct val="103000"/>
              </a:lnSpc>
              <a:buNone/>
              <a:defRPr sz="2700" b="1">
                <a:solidFill>
                  <a:srgbClr val="243746"/>
                </a:solidFill>
                <a:latin typeface="Noto Sans CJK SC"/>
                <a:ea typeface="Noto Sans CJK SC"/>
                <a:cs typeface="Noto Sans CJK SC"/>
              </a:defRPr>
            </a:pPr>
            <a:r>
              <a:rPr sz="2700" b="1">
                <a:solidFill>
                  <a:srgbClr val="243746"/>
                </a:solidFill>
                <a:latin typeface="Noto Sans CJK SC"/>
                <a:ea typeface="Noto Sans CJK SC"/>
                <a:cs typeface="Noto Sans CJK SC"/>
              </a:rPr>
              <a:t>六、扩展模型</a:t>
            </a:r>
          </a:p>
        </p:txBody>
      </p:sp>
      <p:sp>
        <p:nvSpPr>
          <p:cNvPr id="2" name="slide-topic">
            <a:extLst xmlns:a="http://schemas.openxmlformats.org/drawingml/2006/main">
              <a:ext uri="{FF2B5EF4-FFF2-40B4-BE49-F238E27FC236}">
                <a16:creationId xmlns:a16="http://schemas.microsoft.com/office/drawing/2014/main" id="{51E2FEB4-6409-4B53-8826-5CB875B97043}"/>
              </a:ext>
            </a:extLst>
          </p:cNvPr>
          <p:cNvSpPr>
            <a:spLocks xmlns:a="http://schemas.openxmlformats.org/drawingml/2006/main" noGrp="1"/>
          </p:cNvSpPr>
          <p:nvPr/>
        </p:nvSpPr>
        <p:spPr>
          <a:xfrm xmlns:a="http://schemas.openxmlformats.org/drawingml/2006/main">
            <a:off x="658368" y="1709928"/>
            <a:ext cx="10881360" cy="5486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2400" b="1">
                <a:solidFill>
                  <a:srgbClr val="243746"/>
                </a:solidFill>
                <a:latin typeface="Noto Sans CJK SC"/>
                <a:ea typeface="Noto Sans CJK SC"/>
                <a:cs typeface="Noto Sans CJK SC"/>
              </a:defRPr>
            </a:defPPr>
          </a:lstStyle>
          <a:p xmlns:a="http://schemas.openxmlformats.org/drawingml/2006/main">
            <a:pPr algn="l">
              <a:lnSpc>
                <a:spcPct val="103000"/>
              </a:lnSpc>
              <a:buNone/>
              <a:defRPr sz="2400" b="1">
                <a:solidFill>
                  <a:srgbClr val="243746"/>
                </a:solidFill>
                <a:latin typeface="Noto Sans CJK SC"/>
                <a:ea typeface="Noto Sans CJK SC"/>
                <a:cs typeface="Noto Sans CJK SC"/>
              </a:defRPr>
            </a:pPr>
            <a:r>
              <a:rPr sz="2400" b="1">
                <a:solidFill>
                  <a:srgbClr val="243746"/>
                </a:solidFill>
                <a:latin typeface="Noto Sans CJK SC"/>
                <a:ea typeface="Noto Sans CJK SC"/>
                <a:cs typeface="Noto Sans CJK SC"/>
              </a:rPr>
              <a:t>命题 8：稳定分支与切换区的责任努力</a:t>
            </a:r>
          </a:p>
        </p:txBody>
      </p:sp>
      <p:pic>
        <p:nvPicPr>
          <p:cNvPr id="3" name="">
            <a:extLst xmlns:a="http://schemas.openxmlformats.org/drawingml/2006/main">
              <a:ext uri="{FF2B5EF4-FFF2-40B4-BE49-F238E27FC236}">
                <a16:creationId xmlns:a16="http://schemas.microsoft.com/office/drawing/2014/main" id="{9782DAFF-E43E-47E3-A92C-AF225DA9A167}"/>
              </a:ext>
            </a:extLst>
          </p:cNvPr>
          <p:cNvPicPr>
            <a:picLocks xmlns:a="http://schemas.openxmlformats.org/drawingml/2006/main" noChangeAspect="1"/>
          </p:cNvPicPr>
          <p:nvPr/>
        </p:nvPicPr>
        <p:blipFill>
          <a:blip xmlns:r="http://schemas.openxmlformats.org/officeDocument/2006/relationships" xmlns:a="http://schemas.openxmlformats.org/drawingml/2006/main" r:embed="R4b14d8166a1840b6"/>
          <a:stretch xmlns:a="http://schemas.openxmlformats.org/drawingml/2006/main"/>
        </p:blipFill>
        <p:spPr>
          <a:xfrm xmlns:a="http://schemas.openxmlformats.org/drawingml/2006/main">
            <a:off x="1170105" y="2340864"/>
            <a:ext cx="9857885" cy="713232"/>
          </a:xfrm>
          <a:prstGeom xmlns:a="http://schemas.openxmlformats.org/drawingml/2006/main" prst="rect">
            <a:avLst/>
          </a:prstGeom>
        </p:spPr>
      </p:pic>
      <p:graphicFrame>
        <p:nvGraphicFramePr>
          <p:cNvPr id="4" name="">
            <a:extLst xmlns:a="http://schemas.openxmlformats.org/drawingml/2006/main">
              <a:ext uri="{FF2B5EF4-FFF2-40B4-BE49-F238E27FC236}">
                <a16:creationId xmlns:a16="http://schemas.microsoft.com/office/drawing/2014/main" id="{8A89ADDD-7D0F-40C0-B052-7568154CD172}"/>
              </a:ext>
            </a:extLst>
          </p:cNvPr>
          <p:cNvGraphicFramePr/>
          <p:nvPr/>
        </p:nvGraphicFramePr>
        <p:xfrm>
          <a:off xmlns:a="http://schemas.openxmlformats.org/drawingml/2006/main" x="658368" y="3529584"/>
          <a:ext xmlns:a="http://schemas.openxmlformats.org/drawingml/2006/main" cx="10872216" cy="2057400"/>
        </p:xfrm>
        <a:graphic xmlns:a="http://schemas.openxmlformats.org/drawingml/2006/main">
          <a:graphicData uri="http://schemas.openxmlformats.org/drawingml/2006/table">
            <a:tbl>
              <a:tblPr firstRow="1" bandRow="0"/>
              <a:tblGrid>
                <a:gridCol w="3246120"/>
                <a:gridCol w="3538728"/>
                <a:gridCol w="4087368"/>
              </a:tblGrid>
              <a:tr h="514350">
                <a:tc>
                  <a:txBody>
                    <a:bodyPr wrap="square">
                      <a:noAutofit/>
                    </a:bodyPr>
                    <a:lstStyle/>
                    <a:p>
                      <a:pPr algn="l">
                        <a:lnSpc>
                          <a:spcPct val="100000"/>
                        </a:lnSpc>
                        <a:buNone/>
                      </a:pPr>
                      <a:r>
                        <a:rPr sz="1850" b="1">
                          <a:solidFill>
                            <a:srgbClr val="FFFFFF"/>
                          </a:solidFill>
                          <a:latin typeface="Noto Sans CJK SC"/>
                          <a:ea typeface="Noto Sans CJK SC"/>
                          <a:cs typeface="Noto Sans CJK SC"/>
                        </a:rPr>
                        <a:t>买方响应结构</a:t>
                      </a:r>
                    </a:p>
                  </a:txBody>
                  <a:tcPr marL="85725" marR="85725" marT="57150" marB="57150" anchor="ctr">
                    <a:solidFill>
                      <a:srgbClr val="587C95"/>
                    </a:solidFill>
                  </a:tcPr>
                </a:tc>
                <a:tc>
                  <a:txBody>
                    <a:bodyPr wrap="square">
                      <a:noAutofit/>
                    </a:bodyPr>
                    <a:lstStyle/>
                    <a:p>
                      <a:pPr algn="l">
                        <a:lnSpc>
                          <a:spcPct val="100000"/>
                        </a:lnSpc>
                        <a:buNone/>
                      </a:pPr>
                      <a:r>
                        <a:rPr sz="1850" b="1">
                          <a:solidFill>
                            <a:srgbClr val="FFFFFF"/>
                          </a:solidFill>
                          <a:latin typeface="Noto Sans CJK SC"/>
                          <a:ea typeface="Noto Sans CJK SC"/>
                          <a:cs typeface="Noto Sans CJK SC"/>
                        </a:rPr>
                        <a:t>供应商均衡努力</a:t>
                      </a:r>
                    </a:p>
                  </a:txBody>
                  <a:tcPr marL="85725" marR="85725" marT="57150" marB="57150" anchor="ctr">
                    <a:solidFill>
                      <a:srgbClr val="587C95"/>
                    </a:solidFill>
                  </a:tcPr>
                </a:tc>
                <a:tc>
                  <a:txBody>
                    <a:bodyPr wrap="square">
                      <a:noAutofit/>
                    </a:bodyPr>
                    <a:lstStyle/>
                    <a:p>
                      <a:pPr algn="l">
                        <a:lnSpc>
                          <a:spcPct val="100000"/>
                        </a:lnSpc>
                        <a:buNone/>
                      </a:pPr>
                      <a:r>
                        <a:rPr sz="1850" b="1">
                          <a:solidFill>
                            <a:srgbClr val="FFFFFF"/>
                          </a:solidFill>
                          <a:latin typeface="Noto Sans CJK SC"/>
                          <a:ea typeface="Noto Sans CJK SC"/>
                          <a:cs typeface="Noto Sans CJK SC"/>
                        </a:rPr>
                        <a:t>机制</a:t>
                      </a:r>
                    </a:p>
                  </a:txBody>
                  <a:tcPr marL="85725" marR="85725" marT="57150" marB="57150" anchor="ctr">
                    <a:solidFill>
                      <a:srgbClr val="587C95"/>
                    </a:solidFill>
                  </a:tcPr>
                </a:tc>
              </a:tr>
              <a:tr h="514350">
                <a:tc>
                  <a:txBody>
                    <a:bodyPr wrap="square">
                      <a:noAutofit/>
                    </a:bodyPr>
                    <a:lstStyle/>
                    <a:p>
                      <a:pPr algn="l">
                        <a:lnSpc>
                          <a:spcPct val="100000"/>
                        </a:lnSpc>
                        <a:buNone/>
                      </a:pPr>
                      <a:r>
                        <a:rPr sz="1800" b="0">
                          <a:solidFill>
                            <a:srgbClr val="243746"/>
                          </a:solidFill>
                          <a:latin typeface="Noto Sans CJK SC"/>
                          <a:ea typeface="Noto Sans CJK SC"/>
                          <a:cs typeface="Noto Sans CJK SC"/>
                        </a:rPr>
                        <a:t>稳定整改</a:t>
                      </a:r>
                    </a:p>
                  </a:txBody>
                  <a:tcPr marL="85725" marR="85725" marT="57150" marB="57150" anchor="ctr">
                    <a:solidFill>
                      <a:srgbClr val="F0F4F7"/>
                    </a:solidFill>
                  </a:tcPr>
                </a:tc>
                <a:tc>
                  <a:txBody>
                    <a:bodyPr wrap="square">
                      <a:noAutofit/>
                    </a:bodyPr>
                    <a:lstStyle/>
                    <a:p>
                      <a:pPr algn="l">
                        <a:lnSpc>
                          <a:spcPct val="100000"/>
                        </a:lnSpc>
                        <a:buNone/>
                      </a:pPr>
                      <a:r>
                        <a:rPr sz="1800" b="0">
                          <a:solidFill>
                            <a:srgbClr val="243746"/>
                          </a:solidFill>
                          <a:latin typeface="Noto Sans CJK SC"/>
                          <a:ea typeface="Noto Sans CJK SC"/>
                          <a:cs typeface="Noto Sans CJK SC"/>
                        </a:rPr>
                        <a:t>δr/κ</a:t>
                      </a:r>
                    </a:p>
                  </a:txBody>
                  <a:tcPr marL="85725" marR="85725" marT="57150" marB="57150" anchor="ctr">
                    <a:solidFill>
                      <a:srgbClr val="F0F4F7"/>
                    </a:solidFill>
                  </a:tcPr>
                </a:tc>
                <a:tc>
                  <a:txBody>
                    <a:bodyPr wrap="square">
                      <a:noAutofit/>
                    </a:bodyPr>
                    <a:lstStyle/>
                    <a:p>
                      <a:pPr algn="l">
                        <a:lnSpc>
                          <a:spcPct val="100000"/>
                        </a:lnSpc>
                        <a:buNone/>
                      </a:pPr>
                      <a:r>
                        <a:rPr sz="1800" b="0">
                          <a:solidFill>
                            <a:srgbClr val="243746"/>
                          </a:solidFill>
                          <a:latin typeface="Noto Sans CJK SC"/>
                          <a:ea typeface="Noto Sans CJK SC"/>
                          <a:cs typeface="Noto Sans CJK SC"/>
                        </a:rPr>
                        <a:t>平衡责任成本与整改支出</a:t>
                      </a:r>
                    </a:p>
                  </a:txBody>
                  <a:tcPr marL="85725" marR="85725" marT="57150" marB="57150" anchor="ctr">
                    <a:solidFill>
                      <a:srgbClr val="F0F4F7"/>
                    </a:solidFill>
                  </a:tcPr>
                </a:tc>
              </a:tr>
              <a:tr h="514350">
                <a:tc>
                  <a:txBody>
                    <a:bodyPr wrap="square">
                      <a:noAutofit/>
                    </a:bodyPr>
                    <a:lstStyle/>
                    <a:p>
                      <a:pPr algn="l">
                        <a:lnSpc>
                          <a:spcPct val="100000"/>
                        </a:lnSpc>
                        <a:buNone/>
                      </a:pPr>
                      <a:r>
                        <a:rPr sz="1800" b="0">
                          <a:solidFill>
                            <a:srgbClr val="243746"/>
                          </a:solidFill>
                          <a:latin typeface="Noto Sans CJK SC"/>
                          <a:ea typeface="Noto Sans CJK SC"/>
                          <a:cs typeface="Noto Sans CJK SC"/>
                        </a:rPr>
                        <a:t>稳定替换</a:t>
                      </a:r>
                    </a:p>
                  </a:txBody>
                  <a:tcPr marL="85725" marR="85725" marT="57150" marB="57150" anchor="ctr">
                    <a:solidFill>
                      <a:srgbClr val="FFFFFF"/>
                    </a:solidFill>
                  </a:tcPr>
                </a:tc>
                <a:tc>
                  <a:txBody>
                    <a:bodyPr wrap="square">
                      <a:noAutofit/>
                    </a:bodyPr>
                    <a:lstStyle/>
                    <a:p>
                      <a:pPr algn="l">
                        <a:lnSpc>
                          <a:spcPct val="100000"/>
                        </a:lnSpc>
                        <a:buNone/>
                      </a:pPr>
                      <a:r>
                        <a:rPr sz="1800" b="0">
                          <a:solidFill>
                            <a:srgbClr val="243746"/>
                          </a:solidFill>
                          <a:latin typeface="Noto Sans CJK SC"/>
                          <a:ea typeface="Noto Sans CJK SC"/>
                          <a:cs typeface="Noto Sans CJK SC"/>
                        </a:rPr>
                        <a:t>ΠS/κ（较高）</a:t>
                      </a:r>
                    </a:p>
                  </a:txBody>
                  <a:tcPr marL="85725" marR="85725" marT="57150" marB="57150" anchor="ctr">
                    <a:solidFill>
                      <a:srgbClr val="FFFFFF"/>
                    </a:solidFill>
                  </a:tcPr>
                </a:tc>
                <a:tc>
                  <a:txBody>
                    <a:bodyPr wrap="square">
                      <a:noAutofit/>
                    </a:bodyPr>
                    <a:lstStyle/>
                    <a:p>
                      <a:pPr algn="l">
                        <a:lnSpc>
                          <a:spcPct val="100000"/>
                        </a:lnSpc>
                        <a:buNone/>
                      </a:pPr>
                      <a:r>
                        <a:rPr sz="1800" b="0">
                          <a:solidFill>
                            <a:srgbClr val="243746"/>
                          </a:solidFill>
                          <a:latin typeface="Noto Sans CJK SC"/>
                          <a:ea typeface="Noto Sans CJK SC"/>
                          <a:cs typeface="Noto Sans CJK SC"/>
                        </a:rPr>
                        <a:t>避免丧失交易利润</a:t>
                      </a:r>
                    </a:p>
                  </a:txBody>
                  <a:tcPr marL="85725" marR="85725" marT="57150" marB="57150" anchor="ctr">
                    <a:solidFill>
                      <a:srgbClr val="FFFFFF"/>
                    </a:solidFill>
                  </a:tcPr>
                </a:tc>
              </a:tr>
              <a:tr h="514350">
                <a:tc>
                  <a:txBody>
                    <a:bodyPr wrap="square">
                      <a:noAutofit/>
                    </a:bodyPr>
                    <a:lstStyle/>
                    <a:p>
                      <a:pPr algn="l">
                        <a:lnSpc>
                          <a:spcPct val="100000"/>
                        </a:lnSpc>
                        <a:buNone/>
                      </a:pPr>
                      <a:r>
                        <a:rPr sz="1800" b="0">
                          <a:solidFill>
                            <a:srgbClr val="243746"/>
                          </a:solidFill>
                          <a:latin typeface="Noto Sans CJK SC"/>
                          <a:ea typeface="Noto Sans CJK SC"/>
                          <a:cs typeface="Noto Sans CJK SC"/>
                        </a:rPr>
                        <a:t>政策／治理切换区</a:t>
                      </a:r>
                    </a:p>
                  </a:txBody>
                  <a:tcPr marL="85725" marR="85725" marT="57150" marB="57150" anchor="ctr">
                    <a:solidFill>
                      <a:srgbClr val="F0F4F7"/>
                    </a:solidFill>
                  </a:tcPr>
                </a:tc>
                <a:tc>
                  <a:txBody>
                    <a:bodyPr wrap="square">
                      <a:noAutofit/>
                    </a:bodyPr>
                    <a:lstStyle/>
                    <a:p>
                      <a:pPr algn="l">
                        <a:lnSpc>
                          <a:spcPct val="100000"/>
                        </a:lnSpc>
                        <a:buNone/>
                      </a:pPr>
                      <a:r>
                        <a:rPr sz="1800" b="0">
                          <a:solidFill>
                            <a:srgbClr val="243746"/>
                          </a:solidFill>
                          <a:latin typeface="Noto Sans CJK SC"/>
                          <a:ea typeface="Noto Sans CJK SC"/>
                          <a:cs typeface="Noto Sans CJK SC"/>
                        </a:rPr>
                        <a:t>可能为边界努力 ē、双横线 e</a:t>
                      </a:r>
                    </a:p>
                  </a:txBody>
                  <a:tcPr marL="85725" marR="85725" marT="57150" marB="57150" anchor="ctr">
                    <a:solidFill>
                      <a:srgbClr val="F0F4F7"/>
                    </a:solidFill>
                  </a:tcPr>
                </a:tc>
                <a:tc>
                  <a:txBody>
                    <a:bodyPr wrap="square">
                      <a:noAutofit/>
                    </a:bodyPr>
                    <a:lstStyle/>
                    <a:p>
                      <a:pPr algn="l">
                        <a:lnSpc>
                          <a:spcPct val="100000"/>
                        </a:lnSpc>
                        <a:buNone/>
                      </a:pPr>
                      <a:r>
                        <a:rPr sz="1800" b="0">
                          <a:solidFill>
                            <a:srgbClr val="243746"/>
                          </a:solidFill>
                          <a:latin typeface="Noto Sans CJK SC"/>
                          <a:ea typeface="Noto Sans CJK SC"/>
                          <a:cs typeface="Noto Sans CJK SC"/>
                        </a:rPr>
                        <a:t>主动改变努力，使买方愿意保留关系</a:t>
                      </a:r>
                    </a:p>
                  </a:txBody>
                  <a:tcPr marL="85725" marR="85725" marT="57150" marB="57150" anchor="ctr">
                    <a:solidFill>
                      <a:srgbClr val="F0F4F7"/>
                    </a:solidFill>
                  </a:tcPr>
                </a:tc>
              </a:tr>
            </a:tbl>
          </a:graphicData>
        </a:graphic>
      </p:graphicFrame>
      <p:sp>
        <p:nvSpPr>
          <p:cNvPr id="5" name="text-2">
            <a:extLst xmlns:a="http://schemas.openxmlformats.org/drawingml/2006/main">
              <a:ext uri="{FF2B5EF4-FFF2-40B4-BE49-F238E27FC236}">
                <a16:creationId xmlns:a16="http://schemas.microsoft.com/office/drawing/2014/main" id="{5B1BDC56-FE0C-4A36-99A4-F84F053EC7AF}"/>
              </a:ext>
            </a:extLst>
          </p:cNvPr>
          <p:cNvSpPr>
            <a:spLocks xmlns:a="http://schemas.openxmlformats.org/drawingml/2006/main" noGrp="1"/>
          </p:cNvSpPr>
          <p:nvPr/>
        </p:nvSpPr>
        <p:spPr>
          <a:xfrm xmlns:a="http://schemas.openxmlformats.org/drawingml/2006/main">
            <a:off x="731520" y="5907024"/>
            <a:ext cx="10725912" cy="4754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1800" b="1">
                <a:solidFill>
                  <a:srgbClr val="587C95"/>
                </a:solidFill>
                <a:latin typeface="Noto Sans CJK SC"/>
                <a:ea typeface="Noto Sans CJK SC"/>
                <a:cs typeface="Noto Sans CJK SC"/>
              </a:defRPr>
            </a:defPPr>
          </a:lstStyle>
          <a:p xmlns:a="http://schemas.openxmlformats.org/drawingml/2006/main">
            <a:pPr algn="l">
              <a:lnSpc>
                <a:spcPct val="103000"/>
              </a:lnSpc>
              <a:buNone/>
              <a:defRPr sz="1800" b="1">
                <a:solidFill>
                  <a:srgbClr val="587C95"/>
                </a:solidFill>
                <a:latin typeface="Noto Sans CJK SC"/>
                <a:ea typeface="Noto Sans CJK SC"/>
                <a:cs typeface="Noto Sans CJK SC"/>
              </a:defRPr>
            </a:pPr>
            <a:r>
              <a:rPr sz="1800" b="1">
                <a:solidFill>
                  <a:srgbClr val="587C95"/>
                </a:solidFill>
                <a:latin typeface="Noto Sans CJK SC"/>
                <a:ea typeface="Noto Sans CJK SC"/>
                <a:cs typeface="Noto Sans CJK SC"/>
              </a:rPr>
              <a:t>中间区间存在策略反馈，不能仅用两个稳定候选值概括全部均衡。</a:t>
            </a:r>
          </a:p>
        </p:txBody>
      </p:sp>
      <p:sp>
        <p:nvSpPr>
          <p:cNvPr id="6" name="source-footer">
            <a:extLst xmlns:a="http://schemas.openxmlformats.org/drawingml/2006/main">
              <a:ext uri="{FF2B5EF4-FFF2-40B4-BE49-F238E27FC236}">
                <a16:creationId xmlns:a16="http://schemas.microsoft.com/office/drawing/2014/main" id="{EA014BC7-1052-4CAD-8955-ECE10A3F4405}"/>
              </a:ext>
            </a:extLst>
          </p:cNvPr>
          <p:cNvSpPr>
            <a:spLocks xmlns:a="http://schemas.openxmlformats.org/drawingml/2006/main" noGrp="1"/>
          </p:cNvSpPr>
          <p:nvPr/>
        </p:nvSpPr>
        <p:spPr>
          <a:xfrm xmlns:a="http://schemas.openxmlformats.org/drawingml/2006/main">
            <a:off x="676656" y="6492240"/>
            <a:ext cx="10442448"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1040" b="0">
                <a:solidFill>
                  <a:srgbClr val="627281"/>
                </a:solidFill>
                <a:latin typeface="Noto Sans CJK SC"/>
                <a:ea typeface="Noto Sans CJK SC"/>
                <a:cs typeface="Noto Sans CJK SC"/>
              </a:defRPr>
            </a:defPPr>
          </a:lstStyle>
          <a:p xmlns:a="http://schemas.openxmlformats.org/drawingml/2006/main">
            <a:pPr algn="l">
              <a:lnSpc>
                <a:spcPct val="103000"/>
              </a:lnSpc>
              <a:buNone/>
              <a:defRPr sz="1040" b="0">
                <a:solidFill>
                  <a:srgbClr val="627281"/>
                </a:solidFill>
                <a:latin typeface="Noto Sans CJK SC"/>
                <a:ea typeface="Noto Sans CJK SC"/>
                <a:cs typeface="Noto Sans CJK SC"/>
              </a:defRPr>
            </a:pPr>
            <a:r>
              <a:rPr sz="1040" b="0">
                <a:solidFill>
                  <a:srgbClr val="627281"/>
                </a:solidFill>
                <a:latin typeface="Noto Sans CJK SC"/>
                <a:ea typeface="Noto Sans CJK SC"/>
                <a:cs typeface="Noto Sans CJK SC"/>
              </a:rPr>
              <a:t>Proposition 8，pp. 15–16；完整分段见附录 F、G</a:t>
            </a:r>
          </a:p>
        </p:txBody>
      </p:sp>
      <p:sp>
        <p:nvSpPr>
          <p:cNvPr id="7" name="page-number">
            <a:extLst xmlns:a="http://schemas.openxmlformats.org/drawingml/2006/main">
              <a:ext uri="{FF2B5EF4-FFF2-40B4-BE49-F238E27FC236}">
                <a16:creationId xmlns:a16="http://schemas.microsoft.com/office/drawing/2014/main" id="{C050BBEC-6916-4710-A9A2-537C3B6116ED}"/>
              </a:ext>
            </a:extLst>
          </p:cNvPr>
          <p:cNvSpPr>
            <a:spLocks xmlns:a="http://schemas.openxmlformats.org/drawingml/2006/main" noGrp="1"/>
          </p:cNvSpPr>
          <p:nvPr/>
        </p:nvSpPr>
        <p:spPr>
          <a:xfrm xmlns:a="http://schemas.openxmlformats.org/drawingml/2006/main">
            <a:off x="11000232" y="6492240"/>
            <a:ext cx="502920"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r">
              <a:defRPr sz="1050" b="0">
                <a:solidFill>
                  <a:srgbClr val="587C95"/>
                </a:solidFill>
                <a:latin typeface="Noto Sans CJK SC"/>
                <a:ea typeface="Noto Sans CJK SC"/>
                <a:cs typeface="Noto Sans CJK SC"/>
              </a:defRPr>
            </a:defPPr>
          </a:lstStyle>
          <a:p xmlns:a="http://schemas.openxmlformats.org/drawingml/2006/main">
            <a:pPr algn="r">
              <a:lnSpc>
                <a:spcPct val="103000"/>
              </a:lnSpc>
              <a:buNone/>
              <a:defRPr sz="1050" b="0">
                <a:solidFill>
                  <a:srgbClr val="587C95"/>
                </a:solidFill>
                <a:latin typeface="Noto Sans CJK SC"/>
                <a:ea typeface="Noto Sans CJK SC"/>
                <a:cs typeface="Noto Sans CJK SC"/>
              </a:defRPr>
            </a:pPr>
            <a:r>
              <a:rPr sz="1050" b="0">
                <a:solidFill>
                  <a:srgbClr val="587C95"/>
                </a:solidFill>
                <a:latin typeface="Noto Sans CJK SC"/>
                <a:ea typeface="Noto Sans CJK SC"/>
                <a:cs typeface="Noto Sans CJK SC"/>
              </a:rPr>
              <a:t>31</a:t>
            </a:r>
          </a:p>
        </p:txBody>
      </p:sp>
    </p:spTree>
    <p:extLst>
      <p:ext uri="{BB962C8B-B14F-4D97-AF65-F5344CB8AC3E}">
        <p14:creationId xmlns:p14="http://schemas.microsoft.com/office/powerpoint/2010/main" val="1904323702"/>
      </p:ext>
    </p:extLst>
  </p:cSld>
</p:sld>
</file>

<file path=ppt/slides/slide32.xml><?xml version="1.0" encoding="utf-8"?>
<p:sld xmlns:p="http://schemas.openxmlformats.org/presentationml/2006/main">
  <p:cSld>
    <p:spTree>
      <p:nvGrpSpPr>
        <p:cNvPr id="1" name=""/>
        <p:cNvGrpSpPr/>
        <p:nvPr/>
      </p:nvGrpSpPr>
      <p:grpSpPr>
        <a:xfrm xmlns:a="http://schemas.openxmlformats.org/drawingml/2006/main"/>
      </p:grpSpPr>
      <p:sp>
        <p:nvSpPr>
          <p:cNvPr id="8" name="section-heading">
            <a:extLst xmlns:a="http://schemas.openxmlformats.org/drawingml/2006/main">
              <a:ext uri="{FF2B5EF4-FFF2-40B4-BE49-F238E27FC236}">
                <a16:creationId xmlns:a16="http://schemas.microsoft.com/office/drawing/2014/main" id="{577AAB94-4CDF-4F7A-89AB-43CDC74DE4A8}"/>
              </a:ext>
            </a:extLst>
          </p:cNvPr>
          <p:cNvSpPr>
            <a:spLocks xmlns:a="http://schemas.openxmlformats.org/drawingml/2006/main" noGrp="1"/>
          </p:cNvSpPr>
          <p:nvPr/>
        </p:nvSpPr>
        <p:spPr>
          <a:xfrm xmlns:a="http://schemas.openxmlformats.org/drawingml/2006/main">
            <a:off x="1499616" y="630936"/>
            <a:ext cx="9784080" cy="5486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2700" b="1">
                <a:solidFill>
                  <a:srgbClr val="243746"/>
                </a:solidFill>
                <a:latin typeface="Noto Sans CJK SC"/>
                <a:ea typeface="Noto Sans CJK SC"/>
                <a:cs typeface="Noto Sans CJK SC"/>
              </a:defRPr>
            </a:defPPr>
          </a:lstStyle>
          <a:p xmlns:a="http://schemas.openxmlformats.org/drawingml/2006/main">
            <a:pPr algn="l">
              <a:lnSpc>
                <a:spcPct val="103000"/>
              </a:lnSpc>
              <a:buNone/>
              <a:defRPr sz="2700" b="1">
                <a:solidFill>
                  <a:srgbClr val="243746"/>
                </a:solidFill>
                <a:latin typeface="Noto Sans CJK SC"/>
                <a:ea typeface="Noto Sans CJK SC"/>
                <a:cs typeface="Noto Sans CJK SC"/>
              </a:defRPr>
            </a:pPr>
            <a:r>
              <a:rPr sz="2700" b="1">
                <a:solidFill>
                  <a:srgbClr val="243746"/>
                </a:solidFill>
                <a:latin typeface="Noto Sans CJK SC"/>
                <a:ea typeface="Noto Sans CJK SC"/>
                <a:cs typeface="Noto Sans CJK SC"/>
              </a:rPr>
              <a:t>六、扩展模型</a:t>
            </a:r>
          </a:p>
        </p:txBody>
      </p:sp>
      <p:sp>
        <p:nvSpPr>
          <p:cNvPr id="2" name="slide-topic">
            <a:extLst xmlns:a="http://schemas.openxmlformats.org/drawingml/2006/main">
              <a:ext uri="{FF2B5EF4-FFF2-40B4-BE49-F238E27FC236}">
                <a16:creationId xmlns:a16="http://schemas.microsoft.com/office/drawing/2014/main" id="{31AF75DB-6E3F-4FB7-A0E6-0A2F910958AE}"/>
              </a:ext>
            </a:extLst>
          </p:cNvPr>
          <p:cNvSpPr>
            <a:spLocks xmlns:a="http://schemas.openxmlformats.org/drawingml/2006/main" noGrp="1"/>
          </p:cNvSpPr>
          <p:nvPr/>
        </p:nvSpPr>
        <p:spPr>
          <a:xfrm xmlns:a="http://schemas.openxmlformats.org/drawingml/2006/main">
            <a:off x="658368" y="1709928"/>
            <a:ext cx="10881360" cy="5486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2400" b="1">
                <a:solidFill>
                  <a:srgbClr val="243746"/>
                </a:solidFill>
                <a:latin typeface="Noto Sans CJK SC"/>
                <a:ea typeface="Noto Sans CJK SC"/>
                <a:cs typeface="Noto Sans CJK SC"/>
              </a:defRPr>
            </a:defPPr>
          </a:lstStyle>
          <a:p xmlns:a="http://schemas.openxmlformats.org/drawingml/2006/main">
            <a:pPr algn="l">
              <a:lnSpc>
                <a:spcPct val="103000"/>
              </a:lnSpc>
              <a:buNone/>
              <a:defRPr sz="2400" b="1">
                <a:solidFill>
                  <a:srgbClr val="243746"/>
                </a:solidFill>
                <a:latin typeface="Noto Sans CJK SC"/>
                <a:ea typeface="Noto Sans CJK SC"/>
                <a:cs typeface="Noto Sans CJK SC"/>
              </a:defRPr>
            </a:pPr>
            <a:r>
              <a:rPr sz="2400" b="1">
                <a:solidFill>
                  <a:srgbClr val="243746"/>
                </a:solidFill>
                <a:latin typeface="Noto Sans CJK SC"/>
                <a:ea typeface="Noto Sans CJK SC"/>
                <a:cs typeface="Noto Sans CJK SC"/>
              </a:rPr>
              <a:t>命题 9：低预算下的事前随机审计承诺</a:t>
            </a:r>
          </a:p>
        </p:txBody>
      </p:sp>
      <p:sp>
        <p:nvSpPr>
          <p:cNvPr id="3" name="text-2">
            <a:extLst xmlns:a="http://schemas.openxmlformats.org/drawingml/2006/main">
              <a:ext uri="{FF2B5EF4-FFF2-40B4-BE49-F238E27FC236}">
                <a16:creationId xmlns:a16="http://schemas.microsoft.com/office/drawing/2014/main" id="{81ED8EE6-9C44-428D-82EA-F17FEE26F9FB}"/>
              </a:ext>
            </a:extLst>
          </p:cNvPr>
          <p:cNvSpPr>
            <a:spLocks xmlns:a="http://schemas.openxmlformats.org/drawingml/2006/main" noGrp="1"/>
          </p:cNvSpPr>
          <p:nvPr/>
        </p:nvSpPr>
        <p:spPr>
          <a:xfrm xmlns:a="http://schemas.openxmlformats.org/drawingml/2006/main">
            <a:off x="832104" y="2496312"/>
            <a:ext cx="10524744"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2200" b="0">
                <a:solidFill>
                  <a:srgbClr val="243746"/>
                </a:solidFill>
                <a:latin typeface="Noto Sans CJK SC"/>
                <a:ea typeface="Noto Sans CJK SC"/>
                <a:cs typeface="Noto Sans CJK SC"/>
              </a:defRPr>
            </a:defPPr>
          </a:lstStyle>
          <a:p xmlns:a="http://schemas.openxmlformats.org/drawingml/2006/main">
            <a:pPr algn="l">
              <a:lnSpc>
                <a:spcPct val="103000"/>
              </a:lnSpc>
              <a:buNone/>
              <a:defRPr sz="2200" b="0">
                <a:solidFill>
                  <a:srgbClr val="243746"/>
                </a:solidFill>
                <a:latin typeface="Noto Sans CJK SC"/>
                <a:ea typeface="Noto Sans CJK SC"/>
                <a:cs typeface="Noto Sans CJK SC"/>
              </a:defRPr>
            </a:pPr>
            <a:r>
              <a:rPr sz="2200" b="0">
                <a:solidFill>
                  <a:srgbClr val="243746"/>
                </a:solidFill>
                <a:latin typeface="Noto Sans CJK SC"/>
                <a:ea typeface="Noto Sans CJK SC"/>
                <a:cs typeface="Noto Sans CJK SC"/>
              </a:rPr>
              <a:t>困难：候选责任努力高于可达准确度，买方无法维持有效审计。</a:t>
            </a:r>
          </a:p>
          <a:p xmlns:a="http://schemas.openxmlformats.org/drawingml/2006/main">
            <a:pPr algn="l">
              <a:lnSpc>
                <a:spcPct val="103000"/>
              </a:lnSpc>
              <a:buNone/>
              <a:defRPr sz="2200" b="0">
                <a:solidFill>
                  <a:srgbClr val="243746"/>
                </a:solidFill>
                <a:latin typeface="Noto Sans CJK SC"/>
                <a:ea typeface="Noto Sans CJK SC"/>
                <a:cs typeface="Noto Sans CJK SC"/>
              </a:defRPr>
            </a:pPr>
            <a:r>
              <a:rPr sz="2200" b="0">
                <a:solidFill>
                  <a:srgbClr val="243746"/>
                </a:solidFill>
                <a:latin typeface="Noto Sans CJK SC"/>
                <a:ea typeface="Noto Sans CJK SC"/>
                <a:cs typeface="Noto Sans CJK SC"/>
              </a:rPr>
              <a:t>买方停止审计又会削弱供应商合规激励，纯策略候选难以维持。</a:t>
            </a:r>
          </a:p>
        </p:txBody>
      </p:sp>
      <p:pic>
        <p:nvPicPr>
          <p:cNvPr id="4" name="">
            <a:extLst xmlns:a="http://schemas.openxmlformats.org/drawingml/2006/main">
              <a:ext uri="{FF2B5EF4-FFF2-40B4-BE49-F238E27FC236}">
                <a16:creationId xmlns:a16="http://schemas.microsoft.com/office/drawing/2014/main" id="{D5AC32CC-3408-4D14-ACDB-D84572FADBCC}"/>
              </a:ext>
            </a:extLst>
          </p:cNvPr>
          <p:cNvPicPr>
            <a:picLocks xmlns:a="http://schemas.openxmlformats.org/drawingml/2006/main" noChangeAspect="1"/>
          </p:cNvPicPr>
          <p:nvPr/>
        </p:nvPicPr>
        <p:blipFill>
          <a:blip xmlns:r="http://schemas.openxmlformats.org/officeDocument/2006/relationships" xmlns:a="http://schemas.openxmlformats.org/drawingml/2006/main" r:embed="Rb44571e775fd462b"/>
          <a:stretch xmlns:a="http://schemas.openxmlformats.org/drawingml/2006/main"/>
        </p:blipFill>
        <p:spPr>
          <a:xfrm xmlns:a="http://schemas.openxmlformats.org/drawingml/2006/main">
            <a:off x="1335237" y="4069080"/>
            <a:ext cx="9527623" cy="841248"/>
          </a:xfrm>
          <a:prstGeom xmlns:a="http://schemas.openxmlformats.org/drawingml/2006/main" prst="rect">
            <a:avLst/>
          </a:prstGeom>
        </p:spPr>
      </p:pic>
      <p:sp>
        <p:nvSpPr>
          <p:cNvPr id="5" name="text-3">
            <a:extLst xmlns:a="http://schemas.openxmlformats.org/drawingml/2006/main">
              <a:ext uri="{FF2B5EF4-FFF2-40B4-BE49-F238E27FC236}">
                <a16:creationId xmlns:a16="http://schemas.microsoft.com/office/drawing/2014/main" id="{E42619C6-C47E-4729-9758-4AD434A57543}"/>
              </a:ext>
            </a:extLst>
          </p:cNvPr>
          <p:cNvSpPr>
            <a:spLocks xmlns:a="http://schemas.openxmlformats.org/drawingml/2006/main" noGrp="1"/>
          </p:cNvSpPr>
          <p:nvPr/>
        </p:nvSpPr>
        <p:spPr>
          <a:xfrm xmlns:a="http://schemas.openxmlformats.org/drawingml/2006/main">
            <a:off x="832104" y="5440680"/>
            <a:ext cx="10524744" cy="75895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2100" b="0">
                <a:solidFill>
                  <a:srgbClr val="243746"/>
                </a:solidFill>
                <a:latin typeface="Noto Sans CJK SC"/>
                <a:ea typeface="Noto Sans CJK SC"/>
                <a:cs typeface="Noto Sans CJK SC"/>
              </a:defRPr>
            </a:defPPr>
          </a:lstStyle>
          <a:p xmlns:a="http://schemas.openxmlformats.org/drawingml/2006/main">
            <a:pPr algn="l">
              <a:lnSpc>
                <a:spcPct val="103000"/>
              </a:lnSpc>
              <a:buNone/>
              <a:defRPr sz="2100" b="0">
                <a:solidFill>
                  <a:srgbClr val="243746"/>
                </a:solidFill>
                <a:latin typeface="Noto Sans CJK SC"/>
                <a:ea typeface="Noto Sans CJK SC"/>
                <a:cs typeface="Noto Sans CJK SC"/>
              </a:defRPr>
            </a:pPr>
            <a:r>
              <a:rPr sz="2100" b="0">
                <a:solidFill>
                  <a:srgbClr val="243746"/>
                </a:solidFill>
                <a:latin typeface="Noto Sans CJK SC"/>
                <a:ea typeface="Noto Sans CJK SC"/>
                <a:cs typeface="Noto Sans CJK SC"/>
              </a:rPr>
              <a:t>以 q 的概率启动审计，降低供应商的有效审计暴露，使诱导努力与预算能力一致。</a:t>
            </a:r>
          </a:p>
        </p:txBody>
      </p:sp>
      <p:sp>
        <p:nvSpPr>
          <p:cNvPr id="6" name="source-footer">
            <a:extLst xmlns:a="http://schemas.openxmlformats.org/drawingml/2006/main">
              <a:ext uri="{FF2B5EF4-FFF2-40B4-BE49-F238E27FC236}">
                <a16:creationId xmlns:a16="http://schemas.microsoft.com/office/drawing/2014/main" id="{9997C531-1EAB-4CC7-A272-A45775934D08}"/>
              </a:ext>
            </a:extLst>
          </p:cNvPr>
          <p:cNvSpPr>
            <a:spLocks xmlns:a="http://schemas.openxmlformats.org/drawingml/2006/main" noGrp="1"/>
          </p:cNvSpPr>
          <p:nvPr/>
        </p:nvSpPr>
        <p:spPr>
          <a:xfrm xmlns:a="http://schemas.openxmlformats.org/drawingml/2006/main">
            <a:off x="676656" y="6492240"/>
            <a:ext cx="10442448"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1040" b="0">
                <a:solidFill>
                  <a:srgbClr val="627281"/>
                </a:solidFill>
                <a:latin typeface="Noto Sans CJK SC"/>
                <a:ea typeface="Noto Sans CJK SC"/>
                <a:cs typeface="Noto Sans CJK SC"/>
              </a:defRPr>
            </a:defPPr>
          </a:lstStyle>
          <a:p xmlns:a="http://schemas.openxmlformats.org/drawingml/2006/main">
            <a:pPr algn="l">
              <a:lnSpc>
                <a:spcPct val="103000"/>
              </a:lnSpc>
              <a:buNone/>
              <a:defRPr sz="1040" b="0">
                <a:solidFill>
                  <a:srgbClr val="627281"/>
                </a:solidFill>
                <a:latin typeface="Noto Sans CJK SC"/>
                <a:ea typeface="Noto Sans CJK SC"/>
                <a:cs typeface="Noto Sans CJK SC"/>
              </a:defRPr>
            </a:pPr>
            <a:r>
              <a:rPr sz="1040" b="0">
                <a:solidFill>
                  <a:srgbClr val="627281"/>
                </a:solidFill>
                <a:latin typeface="Noto Sans CJK SC"/>
                <a:ea typeface="Noto Sans CJK SC"/>
                <a:cs typeface="Noto Sans CJK SC"/>
              </a:rPr>
              <a:t>Proposition 9，pp. 16–17</a:t>
            </a:r>
          </a:p>
        </p:txBody>
      </p:sp>
      <p:sp>
        <p:nvSpPr>
          <p:cNvPr id="7" name="page-number">
            <a:extLst xmlns:a="http://schemas.openxmlformats.org/drawingml/2006/main">
              <a:ext uri="{FF2B5EF4-FFF2-40B4-BE49-F238E27FC236}">
                <a16:creationId xmlns:a16="http://schemas.microsoft.com/office/drawing/2014/main" id="{00D903EE-1C4C-47E6-AB60-90C8F5408513}"/>
              </a:ext>
            </a:extLst>
          </p:cNvPr>
          <p:cNvSpPr>
            <a:spLocks xmlns:a="http://schemas.openxmlformats.org/drawingml/2006/main" noGrp="1"/>
          </p:cNvSpPr>
          <p:nvPr/>
        </p:nvSpPr>
        <p:spPr>
          <a:xfrm xmlns:a="http://schemas.openxmlformats.org/drawingml/2006/main">
            <a:off x="11000232" y="6492240"/>
            <a:ext cx="502920"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r">
              <a:defRPr sz="1050" b="0">
                <a:solidFill>
                  <a:srgbClr val="587C95"/>
                </a:solidFill>
                <a:latin typeface="Noto Sans CJK SC"/>
                <a:ea typeface="Noto Sans CJK SC"/>
                <a:cs typeface="Noto Sans CJK SC"/>
              </a:defRPr>
            </a:defPPr>
          </a:lstStyle>
          <a:p xmlns:a="http://schemas.openxmlformats.org/drawingml/2006/main">
            <a:pPr algn="r">
              <a:lnSpc>
                <a:spcPct val="103000"/>
              </a:lnSpc>
              <a:buNone/>
              <a:defRPr sz="1050" b="0">
                <a:solidFill>
                  <a:srgbClr val="587C95"/>
                </a:solidFill>
                <a:latin typeface="Noto Sans CJK SC"/>
                <a:ea typeface="Noto Sans CJK SC"/>
                <a:cs typeface="Noto Sans CJK SC"/>
              </a:defRPr>
            </a:pPr>
            <a:r>
              <a:rPr sz="1050" b="0">
                <a:solidFill>
                  <a:srgbClr val="587C95"/>
                </a:solidFill>
                <a:latin typeface="Noto Sans CJK SC"/>
                <a:ea typeface="Noto Sans CJK SC"/>
                <a:cs typeface="Noto Sans CJK SC"/>
              </a:rPr>
              <a:t>32</a:t>
            </a:r>
          </a:p>
        </p:txBody>
      </p:sp>
    </p:spTree>
    <p:extLst>
      <p:ext uri="{BB962C8B-B14F-4D97-AF65-F5344CB8AC3E}">
        <p14:creationId xmlns:p14="http://schemas.microsoft.com/office/powerpoint/2010/main" val="2079502010"/>
      </p:ext>
    </p:extLst>
  </p:cSld>
</p:sld>
</file>

<file path=ppt/slides/slide33.xml><?xml version="1.0" encoding="utf-8"?>
<p:sld xmlns:p="http://schemas.openxmlformats.org/presentationml/2006/main">
  <p:cSld>
    <p:spTree>
      <p:nvGrpSpPr>
        <p:cNvPr id="1" name=""/>
        <p:cNvGrpSpPr/>
        <p:nvPr/>
      </p:nvGrpSpPr>
      <p:grpSpPr>
        <a:xfrm xmlns:a="http://schemas.openxmlformats.org/drawingml/2006/main"/>
      </p:grpSpPr>
      <p:sp>
        <p:nvSpPr>
          <p:cNvPr id="9" name="section-heading">
            <a:extLst xmlns:a="http://schemas.openxmlformats.org/drawingml/2006/main">
              <a:ext uri="{FF2B5EF4-FFF2-40B4-BE49-F238E27FC236}">
                <a16:creationId xmlns:a16="http://schemas.microsoft.com/office/drawing/2014/main" id="{445201F4-C4FC-4087-AA88-FC5897B07387}"/>
              </a:ext>
            </a:extLst>
          </p:cNvPr>
          <p:cNvSpPr>
            <a:spLocks xmlns:a="http://schemas.openxmlformats.org/drawingml/2006/main" noGrp="1"/>
          </p:cNvSpPr>
          <p:nvPr/>
        </p:nvSpPr>
        <p:spPr>
          <a:xfrm xmlns:a="http://schemas.openxmlformats.org/drawingml/2006/main">
            <a:off x="1499616" y="630936"/>
            <a:ext cx="9784080" cy="5486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2700" b="1">
                <a:solidFill>
                  <a:srgbClr val="243746"/>
                </a:solidFill>
                <a:latin typeface="Noto Sans CJK SC"/>
                <a:ea typeface="Noto Sans CJK SC"/>
                <a:cs typeface="Noto Sans CJK SC"/>
              </a:defRPr>
            </a:defPPr>
          </a:lstStyle>
          <a:p xmlns:a="http://schemas.openxmlformats.org/drawingml/2006/main">
            <a:pPr algn="l">
              <a:lnSpc>
                <a:spcPct val="103000"/>
              </a:lnSpc>
              <a:buNone/>
              <a:defRPr sz="2700" b="1">
                <a:solidFill>
                  <a:srgbClr val="243746"/>
                </a:solidFill>
                <a:latin typeface="Noto Sans CJK SC"/>
                <a:ea typeface="Noto Sans CJK SC"/>
                <a:cs typeface="Noto Sans CJK SC"/>
              </a:defRPr>
            </a:pPr>
            <a:r>
              <a:rPr sz="2700" b="1">
                <a:solidFill>
                  <a:srgbClr val="243746"/>
                </a:solidFill>
                <a:latin typeface="Noto Sans CJK SC"/>
                <a:ea typeface="Noto Sans CJK SC"/>
                <a:cs typeface="Noto Sans CJK SC"/>
              </a:rPr>
              <a:t>六、扩展模型</a:t>
            </a:r>
          </a:p>
        </p:txBody>
      </p:sp>
      <p:sp>
        <p:nvSpPr>
          <p:cNvPr id="2" name="slide-topic">
            <a:extLst xmlns:a="http://schemas.openxmlformats.org/drawingml/2006/main">
              <a:ext uri="{FF2B5EF4-FFF2-40B4-BE49-F238E27FC236}">
                <a16:creationId xmlns:a16="http://schemas.microsoft.com/office/drawing/2014/main" id="{2A431E6A-3A00-4B86-A735-4D91A9355F42}"/>
              </a:ext>
            </a:extLst>
          </p:cNvPr>
          <p:cNvSpPr>
            <a:spLocks xmlns:a="http://schemas.openxmlformats.org/drawingml/2006/main" noGrp="1"/>
          </p:cNvSpPr>
          <p:nvPr/>
        </p:nvSpPr>
        <p:spPr>
          <a:xfrm xmlns:a="http://schemas.openxmlformats.org/drawingml/2006/main">
            <a:off x="658368" y="1709928"/>
            <a:ext cx="10881360" cy="5486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2400" b="1">
                <a:solidFill>
                  <a:srgbClr val="243746"/>
                </a:solidFill>
                <a:latin typeface="Noto Sans CJK SC"/>
                <a:ea typeface="Noto Sans CJK SC"/>
                <a:cs typeface="Noto Sans CJK SC"/>
              </a:defRPr>
            </a:defPPr>
          </a:lstStyle>
          <a:p xmlns:a="http://schemas.openxmlformats.org/drawingml/2006/main">
            <a:pPr algn="l">
              <a:lnSpc>
                <a:spcPct val="103000"/>
              </a:lnSpc>
              <a:buNone/>
              <a:defRPr sz="2400" b="1">
                <a:solidFill>
                  <a:srgbClr val="243746"/>
                </a:solidFill>
                <a:latin typeface="Noto Sans CJK SC"/>
                <a:ea typeface="Noto Sans CJK SC"/>
                <a:cs typeface="Noto Sans CJK SC"/>
              </a:defRPr>
            </a:pPr>
            <a:r>
              <a:rPr sz="2400" b="1">
                <a:solidFill>
                  <a:srgbClr val="243746"/>
                </a:solidFill>
                <a:latin typeface="Noto Sans CJK SC"/>
                <a:ea typeface="Noto Sans CJK SC"/>
                <a:cs typeface="Noto Sans CJK SC"/>
              </a:rPr>
              <a:t>拓展 2：审计预算由买方内生选择</a:t>
            </a:r>
          </a:p>
        </p:txBody>
      </p:sp>
      <p:pic>
        <p:nvPicPr>
          <p:cNvPr id="3" name="">
            <a:extLst xmlns:a="http://schemas.openxmlformats.org/drawingml/2006/main">
              <a:ext uri="{FF2B5EF4-FFF2-40B4-BE49-F238E27FC236}">
                <a16:creationId xmlns:a16="http://schemas.microsoft.com/office/drawing/2014/main" id="{6B490322-D58B-4E5C-9438-39A591E9F685}"/>
              </a:ext>
            </a:extLst>
          </p:cNvPr>
          <p:cNvPicPr>
            <a:picLocks xmlns:a="http://schemas.openxmlformats.org/drawingml/2006/main" noChangeAspect="1"/>
          </p:cNvPicPr>
          <p:nvPr/>
        </p:nvPicPr>
        <p:blipFill>
          <a:blip xmlns:r="http://schemas.openxmlformats.org/officeDocument/2006/relationships" xmlns:a="http://schemas.openxmlformats.org/drawingml/2006/main" r:embed="R762a2bf143bc4a5d"/>
          <a:stretch xmlns:a="http://schemas.openxmlformats.org/drawingml/2006/main"/>
        </p:blipFill>
        <p:spPr>
          <a:xfrm xmlns:a="http://schemas.openxmlformats.org/drawingml/2006/main">
            <a:off x="1825638" y="2423160"/>
            <a:ext cx="8546820" cy="804672"/>
          </a:xfrm>
          <a:prstGeom xmlns:a="http://schemas.openxmlformats.org/drawingml/2006/main" prst="rect">
            <a:avLst/>
          </a:prstGeom>
        </p:spPr>
      </p:pic>
      <p:pic>
        <p:nvPicPr>
          <p:cNvPr id="4" name="">
            <a:extLst xmlns:a="http://schemas.openxmlformats.org/drawingml/2006/main">
              <a:ext uri="{FF2B5EF4-FFF2-40B4-BE49-F238E27FC236}">
                <a16:creationId xmlns:a16="http://schemas.microsoft.com/office/drawing/2014/main" id="{6D04B6C6-C90E-49AC-8F36-8BEE415118FF}"/>
              </a:ext>
            </a:extLst>
          </p:cNvPr>
          <p:cNvPicPr>
            <a:picLocks xmlns:a="http://schemas.openxmlformats.org/drawingml/2006/main" noChangeAspect="1"/>
          </p:cNvPicPr>
          <p:nvPr/>
        </p:nvPicPr>
        <p:blipFill>
          <a:blip xmlns:r="http://schemas.openxmlformats.org/officeDocument/2006/relationships" xmlns:a="http://schemas.openxmlformats.org/drawingml/2006/main" r:embed="R5a1392890fae418e"/>
          <a:stretch xmlns:a="http://schemas.openxmlformats.org/drawingml/2006/main"/>
        </p:blipFill>
        <p:spPr>
          <a:xfrm xmlns:a="http://schemas.openxmlformats.org/drawingml/2006/main">
            <a:off x="1405809" y="3657600"/>
            <a:ext cx="9386478" cy="804672"/>
          </a:xfrm>
          <a:prstGeom xmlns:a="http://schemas.openxmlformats.org/drawingml/2006/main" prst="rect">
            <a:avLst/>
          </a:prstGeom>
        </p:spPr>
      </p:pic>
      <p:sp>
        <p:nvSpPr>
          <p:cNvPr id="5" name="text-2">
            <a:extLst xmlns:a="http://schemas.openxmlformats.org/drawingml/2006/main">
              <a:ext uri="{FF2B5EF4-FFF2-40B4-BE49-F238E27FC236}">
                <a16:creationId xmlns:a16="http://schemas.microsoft.com/office/drawing/2014/main" id="{5193B2B5-A731-468B-98BA-98C12B5F852F}"/>
              </a:ext>
            </a:extLst>
          </p:cNvPr>
          <p:cNvSpPr>
            <a:spLocks xmlns:a="http://schemas.openxmlformats.org/drawingml/2006/main" noGrp="1"/>
          </p:cNvSpPr>
          <p:nvPr/>
        </p:nvSpPr>
        <p:spPr>
          <a:xfrm xmlns:a="http://schemas.openxmlformats.org/drawingml/2006/main">
            <a:off x="813816" y="4782312"/>
            <a:ext cx="10515600" cy="5486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2100" b="0">
                <a:solidFill>
                  <a:srgbClr val="243746"/>
                </a:solidFill>
                <a:latin typeface="Noto Sans CJK SC"/>
                <a:ea typeface="Noto Sans CJK SC"/>
                <a:cs typeface="Noto Sans CJK SC"/>
              </a:defRPr>
            </a:defPPr>
          </a:lstStyle>
          <a:p xmlns:a="http://schemas.openxmlformats.org/drawingml/2006/main">
            <a:pPr algn="l">
              <a:lnSpc>
                <a:spcPct val="103000"/>
              </a:lnSpc>
              <a:buNone/>
              <a:defRPr sz="2100" b="0">
                <a:solidFill>
                  <a:srgbClr val="243746"/>
                </a:solidFill>
                <a:latin typeface="Noto Sans CJK SC"/>
                <a:ea typeface="Noto Sans CJK SC"/>
                <a:cs typeface="Noto Sans CJK SC"/>
              </a:defRPr>
            </a:pPr>
            <a:r>
              <a:rPr sz="2100" b="0">
                <a:solidFill>
                  <a:srgbClr val="243746"/>
                </a:solidFill>
                <a:latin typeface="Noto Sans CJK SC"/>
                <a:ea typeface="Noto Sans CJK SC"/>
                <a:cs typeface="Noto Sans CJK SC"/>
              </a:rPr>
              <a:t>固定策略分支：准确度的边际收益为 w，边际审计成本为 cA。</a:t>
            </a:r>
          </a:p>
        </p:txBody>
      </p:sp>
      <p:pic>
        <p:nvPicPr>
          <p:cNvPr id="6" name="">
            <a:extLst xmlns:a="http://schemas.openxmlformats.org/drawingml/2006/main">
              <a:ext uri="{FF2B5EF4-FFF2-40B4-BE49-F238E27FC236}">
                <a16:creationId xmlns:a16="http://schemas.microsoft.com/office/drawing/2014/main" id="{BE9E96B6-A105-4B7F-BD84-765A22E480EF}"/>
              </a:ext>
            </a:extLst>
          </p:cNvPr>
          <p:cNvPicPr>
            <a:picLocks xmlns:a="http://schemas.openxmlformats.org/drawingml/2006/main" noChangeAspect="1"/>
          </p:cNvPicPr>
          <p:nvPr/>
        </p:nvPicPr>
        <p:blipFill>
          <a:blip xmlns:r="http://schemas.openxmlformats.org/officeDocument/2006/relationships" xmlns:a="http://schemas.openxmlformats.org/drawingml/2006/main" r:embed="R073e88360b9d4c90"/>
          <a:stretch xmlns:a="http://schemas.openxmlformats.org/drawingml/2006/main"/>
        </p:blipFill>
        <p:spPr>
          <a:xfrm xmlns:a="http://schemas.openxmlformats.org/drawingml/2006/main">
            <a:off x="3549446" y="5541264"/>
            <a:ext cx="5099204" cy="630936"/>
          </a:xfrm>
          <a:prstGeom xmlns:a="http://schemas.openxmlformats.org/drawingml/2006/main" prst="rect">
            <a:avLst/>
          </a:prstGeom>
        </p:spPr>
      </p:pic>
      <p:sp>
        <p:nvSpPr>
          <p:cNvPr id="7" name="source-footer">
            <a:extLst xmlns:a="http://schemas.openxmlformats.org/drawingml/2006/main">
              <a:ext uri="{FF2B5EF4-FFF2-40B4-BE49-F238E27FC236}">
                <a16:creationId xmlns:a16="http://schemas.microsoft.com/office/drawing/2014/main" id="{5DB8881D-84E4-46F7-96E0-8206E5A3B77C}"/>
              </a:ext>
            </a:extLst>
          </p:cNvPr>
          <p:cNvSpPr>
            <a:spLocks xmlns:a="http://schemas.openxmlformats.org/drawingml/2006/main" noGrp="1"/>
          </p:cNvSpPr>
          <p:nvPr/>
        </p:nvSpPr>
        <p:spPr>
          <a:xfrm xmlns:a="http://schemas.openxmlformats.org/drawingml/2006/main">
            <a:off x="676656" y="6492240"/>
            <a:ext cx="10442448"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1040" b="0">
                <a:solidFill>
                  <a:srgbClr val="627281"/>
                </a:solidFill>
                <a:latin typeface="Noto Sans CJK SC"/>
                <a:ea typeface="Noto Sans CJK SC"/>
                <a:cs typeface="Noto Sans CJK SC"/>
              </a:defRPr>
            </a:defPPr>
          </a:lstStyle>
          <a:p xmlns:a="http://schemas.openxmlformats.org/drawingml/2006/main">
            <a:pPr algn="l">
              <a:lnSpc>
                <a:spcPct val="103000"/>
              </a:lnSpc>
              <a:buNone/>
              <a:defRPr sz="1040" b="0">
                <a:solidFill>
                  <a:srgbClr val="627281"/>
                </a:solidFill>
                <a:latin typeface="Noto Sans CJK SC"/>
                <a:ea typeface="Noto Sans CJK SC"/>
                <a:cs typeface="Noto Sans CJK SC"/>
              </a:defRPr>
            </a:pPr>
            <a:r>
              <a:rPr sz="1040" b="0">
                <a:solidFill>
                  <a:srgbClr val="627281"/>
                </a:solidFill>
                <a:latin typeface="Noto Sans CJK SC"/>
                <a:ea typeface="Noto Sans CJK SC"/>
                <a:cs typeface="Noto Sans CJK SC"/>
              </a:rPr>
              <a:t>§6.2，eqs. (18)–(21)，p. 17</a:t>
            </a:r>
          </a:p>
        </p:txBody>
      </p:sp>
      <p:sp>
        <p:nvSpPr>
          <p:cNvPr id="8" name="page-number">
            <a:extLst xmlns:a="http://schemas.openxmlformats.org/drawingml/2006/main">
              <a:ext uri="{FF2B5EF4-FFF2-40B4-BE49-F238E27FC236}">
                <a16:creationId xmlns:a16="http://schemas.microsoft.com/office/drawing/2014/main" id="{19D5A43C-BDCF-4C23-9D72-5C08863A171C}"/>
              </a:ext>
            </a:extLst>
          </p:cNvPr>
          <p:cNvSpPr>
            <a:spLocks xmlns:a="http://schemas.openxmlformats.org/drawingml/2006/main" noGrp="1"/>
          </p:cNvSpPr>
          <p:nvPr/>
        </p:nvSpPr>
        <p:spPr>
          <a:xfrm xmlns:a="http://schemas.openxmlformats.org/drawingml/2006/main">
            <a:off x="11000232" y="6492240"/>
            <a:ext cx="502920"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r">
              <a:defRPr sz="1050" b="0">
                <a:solidFill>
                  <a:srgbClr val="587C95"/>
                </a:solidFill>
                <a:latin typeface="Noto Sans CJK SC"/>
                <a:ea typeface="Noto Sans CJK SC"/>
                <a:cs typeface="Noto Sans CJK SC"/>
              </a:defRPr>
            </a:defPPr>
          </a:lstStyle>
          <a:p xmlns:a="http://schemas.openxmlformats.org/drawingml/2006/main">
            <a:pPr algn="r">
              <a:lnSpc>
                <a:spcPct val="103000"/>
              </a:lnSpc>
              <a:buNone/>
              <a:defRPr sz="1050" b="0">
                <a:solidFill>
                  <a:srgbClr val="587C95"/>
                </a:solidFill>
                <a:latin typeface="Noto Sans CJK SC"/>
                <a:ea typeface="Noto Sans CJK SC"/>
                <a:cs typeface="Noto Sans CJK SC"/>
              </a:defRPr>
            </a:pPr>
            <a:r>
              <a:rPr sz="1050" b="0">
                <a:solidFill>
                  <a:srgbClr val="587C95"/>
                </a:solidFill>
                <a:latin typeface="Noto Sans CJK SC"/>
                <a:ea typeface="Noto Sans CJK SC"/>
                <a:cs typeface="Noto Sans CJK SC"/>
              </a:rPr>
              <a:t>33</a:t>
            </a:r>
          </a:p>
        </p:txBody>
      </p:sp>
    </p:spTree>
    <p:extLst>
      <p:ext uri="{BB962C8B-B14F-4D97-AF65-F5344CB8AC3E}">
        <p14:creationId xmlns:p14="http://schemas.microsoft.com/office/powerpoint/2010/main" val="1233710471"/>
      </p:ext>
    </p:extLst>
  </p:cSld>
</p:sld>
</file>

<file path=ppt/slides/slide34.xml><?xml version="1.0" encoding="utf-8"?>
<p:sld xmlns:p="http://schemas.openxmlformats.org/presentationml/2006/main">
  <p:cSld>
    <p:spTree>
      <p:nvGrpSpPr>
        <p:cNvPr id="1" name=""/>
        <p:cNvGrpSpPr/>
        <p:nvPr/>
      </p:nvGrpSpPr>
      <p:grpSpPr>
        <a:xfrm xmlns:a="http://schemas.openxmlformats.org/drawingml/2006/main"/>
      </p:grpSpPr>
      <p:sp>
        <p:nvSpPr>
          <p:cNvPr id="7" name="section-heading">
            <a:extLst xmlns:a="http://schemas.openxmlformats.org/drawingml/2006/main">
              <a:ext uri="{FF2B5EF4-FFF2-40B4-BE49-F238E27FC236}">
                <a16:creationId xmlns:a16="http://schemas.microsoft.com/office/drawing/2014/main" id="{48F80DED-5F9D-4746-BE3E-22DF571F0E9C}"/>
              </a:ext>
            </a:extLst>
          </p:cNvPr>
          <p:cNvSpPr>
            <a:spLocks xmlns:a="http://schemas.openxmlformats.org/drawingml/2006/main" noGrp="1"/>
          </p:cNvSpPr>
          <p:nvPr/>
        </p:nvSpPr>
        <p:spPr>
          <a:xfrm xmlns:a="http://schemas.openxmlformats.org/drawingml/2006/main">
            <a:off x="1499616" y="630936"/>
            <a:ext cx="9784080" cy="5486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2700" b="1">
                <a:solidFill>
                  <a:srgbClr val="243746"/>
                </a:solidFill>
                <a:latin typeface="Noto Sans CJK SC"/>
                <a:ea typeface="Noto Sans CJK SC"/>
                <a:cs typeface="Noto Sans CJK SC"/>
              </a:defRPr>
            </a:defPPr>
          </a:lstStyle>
          <a:p xmlns:a="http://schemas.openxmlformats.org/drawingml/2006/main">
            <a:pPr algn="l">
              <a:lnSpc>
                <a:spcPct val="103000"/>
              </a:lnSpc>
              <a:buNone/>
              <a:defRPr sz="2700" b="1">
                <a:solidFill>
                  <a:srgbClr val="243746"/>
                </a:solidFill>
                <a:latin typeface="Noto Sans CJK SC"/>
                <a:ea typeface="Noto Sans CJK SC"/>
                <a:cs typeface="Noto Sans CJK SC"/>
              </a:defRPr>
            </a:pPr>
            <a:r>
              <a:rPr sz="2700" b="1">
                <a:solidFill>
                  <a:srgbClr val="243746"/>
                </a:solidFill>
                <a:latin typeface="Noto Sans CJK SC"/>
                <a:ea typeface="Noto Sans CJK SC"/>
                <a:cs typeface="Noto Sans CJK SC"/>
              </a:rPr>
              <a:t>六、扩展模型</a:t>
            </a:r>
          </a:p>
        </p:txBody>
      </p:sp>
      <p:sp>
        <p:nvSpPr>
          <p:cNvPr id="2" name="slide-topic">
            <a:extLst xmlns:a="http://schemas.openxmlformats.org/drawingml/2006/main">
              <a:ext uri="{FF2B5EF4-FFF2-40B4-BE49-F238E27FC236}">
                <a16:creationId xmlns:a16="http://schemas.microsoft.com/office/drawing/2014/main" id="{00DC05E7-37EF-4E3D-BEA0-19CA309D1A8D}"/>
              </a:ext>
            </a:extLst>
          </p:cNvPr>
          <p:cNvSpPr>
            <a:spLocks xmlns:a="http://schemas.openxmlformats.org/drawingml/2006/main" noGrp="1"/>
          </p:cNvSpPr>
          <p:nvPr/>
        </p:nvSpPr>
        <p:spPr>
          <a:xfrm xmlns:a="http://schemas.openxmlformats.org/drawingml/2006/main">
            <a:off x="658368" y="1709928"/>
            <a:ext cx="10881360" cy="5486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2400" b="1">
                <a:solidFill>
                  <a:srgbClr val="243746"/>
                </a:solidFill>
                <a:latin typeface="Noto Sans CJK SC"/>
                <a:ea typeface="Noto Sans CJK SC"/>
                <a:cs typeface="Noto Sans CJK SC"/>
              </a:defRPr>
            </a:defPPr>
          </a:lstStyle>
          <a:p xmlns:a="http://schemas.openxmlformats.org/drawingml/2006/main">
            <a:pPr algn="l">
              <a:lnSpc>
                <a:spcPct val="103000"/>
              </a:lnSpc>
              <a:buNone/>
              <a:defRPr sz="2400" b="1">
                <a:solidFill>
                  <a:srgbClr val="243746"/>
                </a:solidFill>
                <a:latin typeface="Noto Sans CJK SC"/>
                <a:ea typeface="Noto Sans CJK SC"/>
                <a:cs typeface="Noto Sans CJK SC"/>
              </a:defRPr>
            </a:pPr>
            <a:r>
              <a:rPr sz="2400" b="1">
                <a:solidFill>
                  <a:srgbClr val="243746"/>
                </a:solidFill>
                <a:latin typeface="Noto Sans CJK SC"/>
                <a:ea typeface="Noto Sans CJK SC"/>
                <a:cs typeface="Noto Sans CJK SC"/>
              </a:rPr>
              <a:t>命题 10：成本效率同时影响准确度和治理模式</a:t>
            </a:r>
          </a:p>
        </p:txBody>
      </p:sp>
      <p:graphicFrame>
        <p:nvGraphicFramePr>
          <p:cNvPr id="3" name="">
            <a:extLst xmlns:a="http://schemas.openxmlformats.org/drawingml/2006/main">
              <a:ext uri="{FF2B5EF4-FFF2-40B4-BE49-F238E27FC236}">
                <a16:creationId xmlns:a16="http://schemas.microsoft.com/office/drawing/2014/main" id="{044A49AE-5F08-480A-9E3C-10DF59D71B4F}"/>
              </a:ext>
            </a:extLst>
          </p:cNvPr>
          <p:cNvGraphicFramePr/>
          <p:nvPr/>
        </p:nvGraphicFramePr>
        <p:xfrm>
          <a:off xmlns:a="http://schemas.openxmlformats.org/drawingml/2006/main" x="658368" y="2414016"/>
          <a:ext xmlns:a="http://schemas.openxmlformats.org/drawingml/2006/main" cx="10872216" cy="2560320"/>
        </p:xfrm>
        <a:graphic xmlns:a="http://schemas.openxmlformats.org/drawingml/2006/main">
          <a:graphicData uri="http://schemas.openxmlformats.org/drawingml/2006/table">
            <a:tbl>
              <a:tblPr firstRow="1" bandRow="0"/>
              <a:tblGrid>
                <a:gridCol w="3218688"/>
                <a:gridCol w="3264408"/>
                <a:gridCol w="4389120"/>
              </a:tblGrid>
              <a:tr h="512064">
                <a:tc>
                  <a:txBody>
                    <a:bodyPr wrap="square">
                      <a:noAutofit/>
                    </a:bodyPr>
                    <a:lstStyle/>
                    <a:p>
                      <a:pPr algn="l">
                        <a:lnSpc>
                          <a:spcPct val="100000"/>
                        </a:lnSpc>
                        <a:buNone/>
                      </a:pPr>
                      <a:r>
                        <a:rPr sz="2050" b="1">
                          <a:solidFill>
                            <a:srgbClr val="FFFFFF"/>
                          </a:solidFill>
                          <a:latin typeface="Noto Sans CJK SC"/>
                          <a:ea typeface="Noto Sans CJK SC"/>
                          <a:cs typeface="Noto Sans CJK SC"/>
                        </a:rPr>
                        <a:t>策略／治理分支</a:t>
                      </a:r>
                    </a:p>
                  </a:txBody>
                  <a:tcPr marL="85725" marR="85725" marT="57150" marB="57150" anchor="ctr">
                    <a:solidFill>
                      <a:srgbClr val="587C95"/>
                    </a:solidFill>
                  </a:tcPr>
                </a:tc>
                <a:tc>
                  <a:txBody>
                    <a:bodyPr wrap="square">
                      <a:noAutofit/>
                    </a:bodyPr>
                    <a:lstStyle/>
                    <a:p>
                      <a:pPr algn="l">
                        <a:lnSpc>
                          <a:spcPct val="100000"/>
                        </a:lnSpc>
                        <a:buNone/>
                      </a:pPr>
                      <a:r>
                        <a:rPr sz="2050" b="1">
                          <a:solidFill>
                            <a:srgbClr val="FFFFFF"/>
                          </a:solidFill>
                          <a:latin typeface="Noto Sans CJK SC"/>
                          <a:ea typeface="Noto Sans CJK SC"/>
                          <a:cs typeface="Noto Sans CJK SC"/>
                        </a:rPr>
                        <a:t>边际收益 w</a:t>
                      </a:r>
                    </a:p>
                  </a:txBody>
                  <a:tcPr marL="85725" marR="85725" marT="57150" marB="57150" anchor="ctr">
                    <a:solidFill>
                      <a:srgbClr val="587C95"/>
                    </a:solidFill>
                  </a:tcPr>
                </a:tc>
                <a:tc>
                  <a:txBody>
                    <a:bodyPr wrap="square">
                      <a:noAutofit/>
                    </a:bodyPr>
                    <a:lstStyle/>
                    <a:p>
                      <a:pPr algn="l">
                        <a:lnSpc>
                          <a:spcPct val="100000"/>
                        </a:lnSpc>
                        <a:buNone/>
                      </a:pPr>
                      <a:r>
                        <a:rPr sz="2050" b="1">
                          <a:solidFill>
                            <a:srgbClr val="FFFFFF"/>
                          </a:solidFill>
                          <a:latin typeface="Noto Sans CJK SC"/>
                          <a:ea typeface="Noto Sans CJK SC"/>
                          <a:cs typeface="Noto Sans CJK SC"/>
                        </a:rPr>
                        <a:t>候选准确度 A*</a:t>
                      </a:r>
                    </a:p>
                  </a:txBody>
                  <a:tcPr marL="85725" marR="85725" marT="57150" marB="57150" anchor="ctr">
                    <a:solidFill>
                      <a:srgbClr val="587C95"/>
                    </a:solidFill>
                  </a:tcPr>
                </a:tc>
              </a:tr>
              <a:tr h="512064">
                <a:tc>
                  <a:txBody>
                    <a:bodyPr wrap="square">
                      <a:noAutofit/>
                    </a:bodyPr>
                    <a:lstStyle/>
                    <a:p>
                      <a:pPr algn="l">
                        <a:lnSpc>
                          <a:spcPct val="100000"/>
                        </a:lnSpc>
                        <a:buNone/>
                      </a:pPr>
                      <a:r>
                        <a:rPr sz="2000" b="0">
                          <a:solidFill>
                            <a:srgbClr val="243746"/>
                          </a:solidFill>
                          <a:latin typeface="Noto Sans CJK SC"/>
                          <a:ea typeface="Noto Sans CJK SC"/>
                          <a:cs typeface="Noto Sans CJK SC"/>
                        </a:rPr>
                        <a:t>N + 整改</a:t>
                      </a:r>
                    </a:p>
                  </a:txBody>
                  <a:tcPr marL="85725" marR="85725" marT="57150" marB="57150" anchor="ctr">
                    <a:solidFill>
                      <a:srgbClr val="F0F4F7"/>
                    </a:solidFill>
                  </a:tcPr>
                </a:tc>
                <a:tc>
                  <a:txBody>
                    <a:bodyPr wrap="square">
                      <a:noAutofit/>
                    </a:bodyPr>
                    <a:lstStyle/>
                    <a:p>
                      <a:pPr algn="l">
                        <a:lnSpc>
                          <a:spcPct val="100000"/>
                        </a:lnSpc>
                        <a:buNone/>
                      </a:pPr>
                      <a:r>
                        <a:rPr sz="2000" b="0">
                          <a:solidFill>
                            <a:srgbClr val="243746"/>
                          </a:solidFill>
                          <a:latin typeface="Noto Sans CJK SC"/>
                          <a:ea typeface="Noto Sans CJK SC"/>
                          <a:cs typeface="Noto Sans CJK SC"/>
                        </a:rPr>
                        <a:t>Dβ−Δr</a:t>
                      </a:r>
                    </a:p>
                  </a:txBody>
                  <a:tcPr marL="85725" marR="85725" marT="57150" marB="57150" anchor="ctr">
                    <a:solidFill>
                      <a:srgbClr val="F0F4F7"/>
                    </a:solidFill>
                  </a:tcPr>
                </a:tc>
                <a:tc>
                  <a:txBody>
                    <a:bodyPr wrap="square">
                      <a:noAutofit/>
                    </a:bodyPr>
                    <a:lstStyle/>
                    <a:p>
                      <a:pPr algn="l">
                        <a:lnSpc>
                          <a:spcPct val="100000"/>
                        </a:lnSpc>
                        <a:buNone/>
                      </a:pPr>
                      <a:r>
                        <a:rPr sz="2000" b="0">
                          <a:solidFill>
                            <a:srgbClr val="243746"/>
                          </a:solidFill>
                          <a:latin typeface="Noto Sans CJK SC"/>
                          <a:ea typeface="Noto Sans CJK SC"/>
                          <a:cs typeface="Noto Sans CJK SC"/>
                        </a:rPr>
                        <a:t>(Dβ−Δr)/c</a:t>
                      </a:r>
                    </a:p>
                  </a:txBody>
                  <a:tcPr marL="85725" marR="85725" marT="57150" marB="57150" anchor="ctr">
                    <a:solidFill>
                      <a:srgbClr val="F0F4F7"/>
                    </a:solidFill>
                  </a:tcPr>
                </a:tc>
              </a:tr>
              <a:tr h="512064">
                <a:tc>
                  <a:txBody>
                    <a:bodyPr wrap="square">
                      <a:noAutofit/>
                    </a:bodyPr>
                    <a:lstStyle/>
                    <a:p>
                      <a:pPr algn="l">
                        <a:lnSpc>
                          <a:spcPct val="100000"/>
                        </a:lnSpc>
                        <a:buNone/>
                      </a:pPr>
                      <a:r>
                        <a:rPr sz="2000" b="0">
                          <a:solidFill>
                            <a:srgbClr val="243746"/>
                          </a:solidFill>
                          <a:latin typeface="Noto Sans CJK SC"/>
                          <a:ea typeface="Noto Sans CJK SC"/>
                          <a:cs typeface="Noto Sans CJK SC"/>
                        </a:rPr>
                        <a:t>C + 整改</a:t>
                      </a:r>
                    </a:p>
                  </a:txBody>
                  <a:tcPr marL="85725" marR="85725" marT="57150" marB="57150" anchor="ctr">
                    <a:solidFill>
                      <a:srgbClr val="FFFFFF"/>
                    </a:solidFill>
                  </a:tcPr>
                </a:tc>
                <a:tc>
                  <a:txBody>
                    <a:bodyPr wrap="square">
                      <a:noAutofit/>
                    </a:bodyPr>
                    <a:lstStyle/>
                    <a:p>
                      <a:pPr algn="l">
                        <a:lnSpc>
                          <a:spcPct val="100000"/>
                        </a:lnSpc>
                        <a:buNone/>
                      </a:pPr>
                      <a:r>
                        <a:rPr sz="2000" b="0">
                          <a:solidFill>
                            <a:srgbClr val="243746"/>
                          </a:solidFill>
                          <a:latin typeface="Noto Sans CJK SC"/>
                          <a:ea typeface="Noto Sans CJK SC"/>
                          <a:cs typeface="Noto Sans CJK SC"/>
                        </a:rPr>
                        <a:t>Δr</a:t>
                      </a:r>
                    </a:p>
                  </a:txBody>
                  <a:tcPr marL="85725" marR="85725" marT="57150" marB="57150" anchor="ctr">
                    <a:solidFill>
                      <a:srgbClr val="FFFFFF"/>
                    </a:solidFill>
                  </a:tcPr>
                </a:tc>
                <a:tc>
                  <a:txBody>
                    <a:bodyPr wrap="square">
                      <a:noAutofit/>
                    </a:bodyPr>
                    <a:lstStyle/>
                    <a:p>
                      <a:pPr algn="l">
                        <a:lnSpc>
                          <a:spcPct val="100000"/>
                        </a:lnSpc>
                        <a:buNone/>
                      </a:pPr>
                      <a:r>
                        <a:rPr sz="2000" b="0">
                          <a:solidFill>
                            <a:srgbClr val="243746"/>
                          </a:solidFill>
                          <a:latin typeface="Noto Sans CJK SC"/>
                          <a:ea typeface="Noto Sans CJK SC"/>
                          <a:cs typeface="Noto Sans CJK SC"/>
                        </a:rPr>
                        <a:t>Δr/c</a:t>
                      </a:r>
                    </a:p>
                  </a:txBody>
                  <a:tcPr marL="85725" marR="85725" marT="57150" marB="57150" anchor="ctr">
                    <a:solidFill>
                      <a:srgbClr val="FFFFFF"/>
                    </a:solidFill>
                  </a:tcPr>
                </a:tc>
              </a:tr>
              <a:tr h="512064">
                <a:tc>
                  <a:txBody>
                    <a:bodyPr wrap="square">
                      <a:noAutofit/>
                    </a:bodyPr>
                    <a:lstStyle/>
                    <a:p>
                      <a:pPr algn="l">
                        <a:lnSpc>
                          <a:spcPct val="100000"/>
                        </a:lnSpc>
                        <a:buNone/>
                      </a:pPr>
                      <a:r>
                        <a:rPr sz="2000" b="0">
                          <a:solidFill>
                            <a:srgbClr val="243746"/>
                          </a:solidFill>
                          <a:latin typeface="Noto Sans CJK SC"/>
                          <a:ea typeface="Noto Sans CJK SC"/>
                          <a:cs typeface="Noto Sans CJK SC"/>
                        </a:rPr>
                        <a:t>N + 替换</a:t>
                      </a:r>
                    </a:p>
                  </a:txBody>
                  <a:tcPr marL="85725" marR="85725" marT="57150" marB="57150" anchor="ctr">
                    <a:solidFill>
                      <a:srgbClr val="F0F4F7"/>
                    </a:solidFill>
                  </a:tcPr>
                </a:tc>
                <a:tc>
                  <a:txBody>
                    <a:bodyPr wrap="square">
                      <a:noAutofit/>
                    </a:bodyPr>
                    <a:lstStyle/>
                    <a:p>
                      <a:pPr algn="l">
                        <a:lnSpc>
                          <a:spcPct val="100000"/>
                        </a:lnSpc>
                        <a:buNone/>
                      </a:pPr>
                      <a:r>
                        <a:rPr sz="2000" b="0">
                          <a:solidFill>
                            <a:srgbClr val="243746"/>
                          </a:solidFill>
                          <a:latin typeface="Noto Sans CJK SC"/>
                          <a:ea typeface="Noto Sans CJK SC"/>
                          <a:cs typeface="Noto Sans CJK SC"/>
                        </a:rPr>
                        <a:t>Dβ−Δs</a:t>
                      </a:r>
                    </a:p>
                  </a:txBody>
                  <a:tcPr marL="85725" marR="85725" marT="57150" marB="57150" anchor="ctr">
                    <a:solidFill>
                      <a:srgbClr val="F0F4F7"/>
                    </a:solidFill>
                  </a:tcPr>
                </a:tc>
                <a:tc>
                  <a:txBody>
                    <a:bodyPr wrap="square">
                      <a:noAutofit/>
                    </a:bodyPr>
                    <a:lstStyle/>
                    <a:p>
                      <a:pPr algn="l">
                        <a:lnSpc>
                          <a:spcPct val="100000"/>
                        </a:lnSpc>
                        <a:buNone/>
                      </a:pPr>
                      <a:r>
                        <a:rPr sz="2000" b="0">
                          <a:solidFill>
                            <a:srgbClr val="243746"/>
                          </a:solidFill>
                          <a:latin typeface="Noto Sans CJK SC"/>
                          <a:ea typeface="Noto Sans CJK SC"/>
                          <a:cs typeface="Noto Sans CJK SC"/>
                        </a:rPr>
                        <a:t>(Dβ−Δs)/c</a:t>
                      </a:r>
                    </a:p>
                  </a:txBody>
                  <a:tcPr marL="85725" marR="85725" marT="57150" marB="57150" anchor="ctr">
                    <a:solidFill>
                      <a:srgbClr val="F0F4F7"/>
                    </a:solidFill>
                  </a:tcPr>
                </a:tc>
              </a:tr>
              <a:tr h="512064">
                <a:tc>
                  <a:txBody>
                    <a:bodyPr wrap="square">
                      <a:noAutofit/>
                    </a:bodyPr>
                    <a:lstStyle/>
                    <a:p>
                      <a:pPr algn="l">
                        <a:lnSpc>
                          <a:spcPct val="100000"/>
                        </a:lnSpc>
                        <a:buNone/>
                      </a:pPr>
                      <a:r>
                        <a:rPr sz="2000" b="0">
                          <a:solidFill>
                            <a:srgbClr val="243746"/>
                          </a:solidFill>
                          <a:latin typeface="Noto Sans CJK SC"/>
                          <a:ea typeface="Noto Sans CJK SC"/>
                          <a:cs typeface="Noto Sans CJK SC"/>
                        </a:rPr>
                        <a:t>C + 替换</a:t>
                      </a:r>
                    </a:p>
                  </a:txBody>
                  <a:tcPr marL="85725" marR="85725" marT="57150" marB="57150" anchor="ctr">
                    <a:solidFill>
                      <a:srgbClr val="FFFFFF"/>
                    </a:solidFill>
                  </a:tcPr>
                </a:tc>
                <a:tc>
                  <a:txBody>
                    <a:bodyPr wrap="square">
                      <a:noAutofit/>
                    </a:bodyPr>
                    <a:lstStyle/>
                    <a:p>
                      <a:pPr algn="l">
                        <a:lnSpc>
                          <a:spcPct val="100000"/>
                        </a:lnSpc>
                        <a:buNone/>
                      </a:pPr>
                      <a:r>
                        <a:rPr sz="2000" b="0">
                          <a:solidFill>
                            <a:srgbClr val="243746"/>
                          </a:solidFill>
                          <a:latin typeface="Noto Sans CJK SC"/>
                          <a:ea typeface="Noto Sans CJK SC"/>
                          <a:cs typeface="Noto Sans CJK SC"/>
                        </a:rPr>
                        <a:t>Dα+Δs</a:t>
                      </a:r>
                    </a:p>
                  </a:txBody>
                  <a:tcPr marL="85725" marR="85725" marT="57150" marB="57150" anchor="ctr">
                    <a:solidFill>
                      <a:srgbClr val="FFFFFF"/>
                    </a:solidFill>
                  </a:tcPr>
                </a:tc>
                <a:tc>
                  <a:txBody>
                    <a:bodyPr wrap="square">
                      <a:noAutofit/>
                    </a:bodyPr>
                    <a:lstStyle/>
                    <a:p>
                      <a:pPr algn="l">
                        <a:lnSpc>
                          <a:spcPct val="100000"/>
                        </a:lnSpc>
                        <a:buNone/>
                      </a:pPr>
                      <a:r>
                        <a:rPr sz="2000" b="0">
                          <a:solidFill>
                            <a:srgbClr val="243746"/>
                          </a:solidFill>
                          <a:latin typeface="Noto Sans CJK SC"/>
                          <a:ea typeface="Noto Sans CJK SC"/>
                          <a:cs typeface="Noto Sans CJK SC"/>
                        </a:rPr>
                        <a:t>(Dα+Δs)/c</a:t>
                      </a:r>
                    </a:p>
                  </a:txBody>
                  <a:tcPr marL="85725" marR="85725" marT="57150" marB="57150" anchor="ctr">
                    <a:solidFill>
                      <a:srgbClr val="FFFFFF"/>
                    </a:solidFill>
                  </a:tcPr>
                </a:tc>
              </a:tr>
            </a:tbl>
          </a:graphicData>
        </a:graphic>
      </p:graphicFrame>
      <p:sp>
        <p:nvSpPr>
          <p:cNvPr id="4" name="text-2">
            <a:extLst xmlns:a="http://schemas.openxmlformats.org/drawingml/2006/main">
              <a:ext uri="{FF2B5EF4-FFF2-40B4-BE49-F238E27FC236}">
                <a16:creationId xmlns:a16="http://schemas.microsoft.com/office/drawing/2014/main" id="{CAF953B8-B728-4712-8BD3-07D122D777AC}"/>
              </a:ext>
            </a:extLst>
          </p:cNvPr>
          <p:cNvSpPr>
            <a:spLocks xmlns:a="http://schemas.openxmlformats.org/drawingml/2006/main" noGrp="1"/>
          </p:cNvSpPr>
          <p:nvPr/>
        </p:nvSpPr>
        <p:spPr>
          <a:xfrm xmlns:a="http://schemas.openxmlformats.org/drawingml/2006/main">
            <a:off x="822960" y="5294376"/>
            <a:ext cx="10524744" cy="8503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1900" b="1">
                <a:solidFill>
                  <a:srgbClr val="587C95"/>
                </a:solidFill>
                <a:latin typeface="Noto Sans CJK SC"/>
                <a:ea typeface="Noto Sans CJK SC"/>
                <a:cs typeface="Noto Sans CJK SC"/>
              </a:defRPr>
            </a:defPPr>
          </a:lstStyle>
          <a:p xmlns:a="http://schemas.openxmlformats.org/drawingml/2006/main">
            <a:pPr algn="l">
              <a:lnSpc>
                <a:spcPct val="103000"/>
              </a:lnSpc>
              <a:buNone/>
              <a:defRPr sz="1900" b="1">
                <a:solidFill>
                  <a:srgbClr val="587C95"/>
                </a:solidFill>
                <a:latin typeface="Noto Sans CJK SC"/>
                <a:ea typeface="Noto Sans CJK SC"/>
                <a:cs typeface="Noto Sans CJK SC"/>
              </a:defRPr>
            </a:pPr>
            <a:r>
              <a:rPr sz="1900" b="1">
                <a:solidFill>
                  <a:srgbClr val="587C95"/>
                </a:solidFill>
                <a:latin typeface="Noto Sans CJK SC"/>
                <a:ea typeface="Noto Sans CJK SC"/>
                <a:cs typeface="Noto Sans CJK SC"/>
              </a:rPr>
              <a:t>须比较分支净收益、边界 A=1 与不审计方案，并检查分支有效性。</a:t>
            </a:r>
          </a:p>
          <a:p xmlns:a="http://schemas.openxmlformats.org/drawingml/2006/main">
            <a:pPr algn="l">
              <a:lnSpc>
                <a:spcPct val="103000"/>
              </a:lnSpc>
              <a:buNone/>
              <a:defRPr sz="1900" b="1">
                <a:solidFill>
                  <a:srgbClr val="587C95"/>
                </a:solidFill>
                <a:latin typeface="Noto Sans CJK SC"/>
                <a:ea typeface="Noto Sans CJK SC"/>
                <a:cs typeface="Noto Sans CJK SC"/>
              </a:defRPr>
            </a:pPr>
            <a:r>
              <a:rPr sz="1900" b="1">
                <a:solidFill>
                  <a:srgbClr val="587C95"/>
                </a:solidFill>
                <a:latin typeface="Noto Sans CJK SC"/>
                <a:ea typeface="Noto Sans CJK SC"/>
                <a:cs typeface="Noto Sans CJK SC"/>
              </a:rPr>
              <a:t>在切换区：技术更便宜可能诱导 N+替换；技术较贵可能诱导 C+整改。</a:t>
            </a:r>
          </a:p>
        </p:txBody>
      </p:sp>
      <p:sp>
        <p:nvSpPr>
          <p:cNvPr id="5" name="source-footer">
            <a:extLst xmlns:a="http://schemas.openxmlformats.org/drawingml/2006/main">
              <a:ext uri="{FF2B5EF4-FFF2-40B4-BE49-F238E27FC236}">
                <a16:creationId xmlns:a16="http://schemas.microsoft.com/office/drawing/2014/main" id="{45C2694A-8895-40D5-A589-1C01BE1845F0}"/>
              </a:ext>
            </a:extLst>
          </p:cNvPr>
          <p:cNvSpPr>
            <a:spLocks xmlns:a="http://schemas.openxmlformats.org/drawingml/2006/main" noGrp="1"/>
          </p:cNvSpPr>
          <p:nvPr/>
        </p:nvSpPr>
        <p:spPr>
          <a:xfrm xmlns:a="http://schemas.openxmlformats.org/drawingml/2006/main">
            <a:off x="676656" y="6492240"/>
            <a:ext cx="10442448"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1040" b="0">
                <a:solidFill>
                  <a:srgbClr val="627281"/>
                </a:solidFill>
                <a:latin typeface="Noto Sans CJK SC"/>
                <a:ea typeface="Noto Sans CJK SC"/>
                <a:cs typeface="Noto Sans CJK SC"/>
              </a:defRPr>
            </a:defPPr>
          </a:lstStyle>
          <a:p xmlns:a="http://schemas.openxmlformats.org/drawingml/2006/main">
            <a:pPr algn="l">
              <a:lnSpc>
                <a:spcPct val="103000"/>
              </a:lnSpc>
              <a:buNone/>
              <a:defRPr sz="1040" b="0">
                <a:solidFill>
                  <a:srgbClr val="627281"/>
                </a:solidFill>
                <a:latin typeface="Noto Sans CJK SC"/>
                <a:ea typeface="Noto Sans CJK SC"/>
                <a:cs typeface="Noto Sans CJK SC"/>
              </a:defRPr>
            </a:pPr>
            <a:r>
              <a:rPr sz="1040" b="0">
                <a:solidFill>
                  <a:srgbClr val="627281"/>
                </a:solidFill>
                <a:latin typeface="Noto Sans CJK SC"/>
                <a:ea typeface="Noto Sans CJK SC"/>
                <a:cs typeface="Noto Sans CJK SC"/>
              </a:rPr>
              <a:t>Proposition 10，p. 17；完整分区见附录 H</a:t>
            </a:r>
          </a:p>
        </p:txBody>
      </p:sp>
      <p:sp>
        <p:nvSpPr>
          <p:cNvPr id="6" name="page-number">
            <a:extLst xmlns:a="http://schemas.openxmlformats.org/drawingml/2006/main">
              <a:ext uri="{FF2B5EF4-FFF2-40B4-BE49-F238E27FC236}">
                <a16:creationId xmlns:a16="http://schemas.microsoft.com/office/drawing/2014/main" id="{3677E8CB-1286-439A-9D9E-A97B79D83859}"/>
              </a:ext>
            </a:extLst>
          </p:cNvPr>
          <p:cNvSpPr>
            <a:spLocks xmlns:a="http://schemas.openxmlformats.org/drawingml/2006/main" noGrp="1"/>
          </p:cNvSpPr>
          <p:nvPr/>
        </p:nvSpPr>
        <p:spPr>
          <a:xfrm xmlns:a="http://schemas.openxmlformats.org/drawingml/2006/main">
            <a:off x="11000232" y="6492240"/>
            <a:ext cx="502920"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r">
              <a:defRPr sz="1050" b="0">
                <a:solidFill>
                  <a:srgbClr val="587C95"/>
                </a:solidFill>
                <a:latin typeface="Noto Sans CJK SC"/>
                <a:ea typeface="Noto Sans CJK SC"/>
                <a:cs typeface="Noto Sans CJK SC"/>
              </a:defRPr>
            </a:defPPr>
          </a:lstStyle>
          <a:p xmlns:a="http://schemas.openxmlformats.org/drawingml/2006/main">
            <a:pPr algn="r">
              <a:lnSpc>
                <a:spcPct val="103000"/>
              </a:lnSpc>
              <a:buNone/>
              <a:defRPr sz="1050" b="0">
                <a:solidFill>
                  <a:srgbClr val="587C95"/>
                </a:solidFill>
                <a:latin typeface="Noto Sans CJK SC"/>
                <a:ea typeface="Noto Sans CJK SC"/>
                <a:cs typeface="Noto Sans CJK SC"/>
              </a:defRPr>
            </a:pPr>
            <a:r>
              <a:rPr sz="1050" b="0">
                <a:solidFill>
                  <a:srgbClr val="587C95"/>
                </a:solidFill>
                <a:latin typeface="Noto Sans CJK SC"/>
                <a:ea typeface="Noto Sans CJK SC"/>
                <a:cs typeface="Noto Sans CJK SC"/>
              </a:rPr>
              <a:t>34</a:t>
            </a:r>
          </a:p>
        </p:txBody>
      </p:sp>
    </p:spTree>
    <p:extLst>
      <p:ext uri="{BB962C8B-B14F-4D97-AF65-F5344CB8AC3E}">
        <p14:creationId xmlns:p14="http://schemas.microsoft.com/office/powerpoint/2010/main" val="1864503993"/>
      </p:ext>
    </p:extLst>
  </p:cSld>
</p:sld>
</file>

<file path=ppt/slides/slide35.xml><?xml version="1.0" encoding="utf-8"?>
<p:sld xmlns:p="http://schemas.openxmlformats.org/presentationml/2006/main">
  <p:cSld>
    <p:spTree>
      <p:nvGrpSpPr>
        <p:cNvPr id="1" name=""/>
        <p:cNvGrpSpPr/>
        <p:nvPr/>
      </p:nvGrpSpPr>
      <p:grpSpPr>
        <a:xfrm xmlns:a="http://schemas.openxmlformats.org/drawingml/2006/main"/>
      </p:grpSpPr>
      <p:sp>
        <p:nvSpPr>
          <p:cNvPr id="9" name="section-heading">
            <a:extLst xmlns:a="http://schemas.openxmlformats.org/drawingml/2006/main">
              <a:ext uri="{FF2B5EF4-FFF2-40B4-BE49-F238E27FC236}">
                <a16:creationId xmlns:a16="http://schemas.microsoft.com/office/drawing/2014/main" id="{D3B6BD4C-9D52-44D1-949F-73FA07751B46}"/>
              </a:ext>
            </a:extLst>
          </p:cNvPr>
          <p:cNvSpPr>
            <a:spLocks xmlns:a="http://schemas.openxmlformats.org/drawingml/2006/main" noGrp="1"/>
          </p:cNvSpPr>
          <p:nvPr/>
        </p:nvSpPr>
        <p:spPr>
          <a:xfrm xmlns:a="http://schemas.openxmlformats.org/drawingml/2006/main">
            <a:off x="1499616" y="630936"/>
            <a:ext cx="9784080" cy="5486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2700" b="1">
                <a:solidFill>
                  <a:srgbClr val="243746"/>
                </a:solidFill>
                <a:latin typeface="Noto Sans CJK SC"/>
                <a:ea typeface="Noto Sans CJK SC"/>
                <a:cs typeface="Noto Sans CJK SC"/>
              </a:defRPr>
            </a:defPPr>
          </a:lstStyle>
          <a:p xmlns:a="http://schemas.openxmlformats.org/drawingml/2006/main">
            <a:pPr algn="l">
              <a:lnSpc>
                <a:spcPct val="103000"/>
              </a:lnSpc>
              <a:buNone/>
              <a:defRPr sz="2700" b="1">
                <a:solidFill>
                  <a:srgbClr val="243746"/>
                </a:solidFill>
                <a:latin typeface="Noto Sans CJK SC"/>
                <a:ea typeface="Noto Sans CJK SC"/>
                <a:cs typeface="Noto Sans CJK SC"/>
              </a:defRPr>
            </a:pPr>
            <a:r>
              <a:rPr sz="2700" b="1">
                <a:solidFill>
                  <a:srgbClr val="243746"/>
                </a:solidFill>
                <a:latin typeface="Noto Sans CJK SC"/>
                <a:ea typeface="Noto Sans CJK SC"/>
                <a:cs typeface="Noto Sans CJK SC"/>
              </a:rPr>
              <a:t>七、结论与未来展望</a:t>
            </a:r>
          </a:p>
        </p:txBody>
      </p:sp>
      <p:sp>
        <p:nvSpPr>
          <p:cNvPr id="2" name="slide-topic">
            <a:extLst xmlns:a="http://schemas.openxmlformats.org/drawingml/2006/main">
              <a:ext uri="{FF2B5EF4-FFF2-40B4-BE49-F238E27FC236}">
                <a16:creationId xmlns:a16="http://schemas.microsoft.com/office/drawing/2014/main" id="{E7CEFE2B-6E7B-404A-8759-E3A34756C6F3}"/>
              </a:ext>
            </a:extLst>
          </p:cNvPr>
          <p:cNvSpPr>
            <a:spLocks xmlns:a="http://schemas.openxmlformats.org/drawingml/2006/main" noGrp="1"/>
          </p:cNvSpPr>
          <p:nvPr/>
        </p:nvSpPr>
        <p:spPr>
          <a:xfrm xmlns:a="http://schemas.openxmlformats.org/drawingml/2006/main">
            <a:off x="658368" y="1709928"/>
            <a:ext cx="10881360" cy="5486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2400" b="1">
                <a:solidFill>
                  <a:srgbClr val="243746"/>
                </a:solidFill>
                <a:latin typeface="Noto Sans CJK SC"/>
                <a:ea typeface="Noto Sans CJK SC"/>
                <a:cs typeface="Noto Sans CJK SC"/>
              </a:defRPr>
            </a:defPPr>
          </a:lstStyle>
          <a:p xmlns:a="http://schemas.openxmlformats.org/drawingml/2006/main">
            <a:pPr algn="l">
              <a:lnSpc>
                <a:spcPct val="103000"/>
              </a:lnSpc>
              <a:buNone/>
              <a:defRPr sz="2400" b="1">
                <a:solidFill>
                  <a:srgbClr val="243746"/>
                </a:solidFill>
                <a:latin typeface="Noto Sans CJK SC"/>
                <a:ea typeface="Noto Sans CJK SC"/>
                <a:cs typeface="Noto Sans CJK SC"/>
              </a:defRPr>
            </a:pPr>
            <a:r>
              <a:rPr sz="2400" b="1">
                <a:solidFill>
                  <a:srgbClr val="243746"/>
                </a:solidFill>
                <a:latin typeface="Noto Sans CJK SC"/>
                <a:ea typeface="Noto Sans CJK SC"/>
                <a:cs typeface="Noto Sans CJK SC"/>
              </a:rPr>
              <a:t>主要结论与管理启示</a:t>
            </a:r>
          </a:p>
        </p:txBody>
      </p:sp>
      <p:sp>
        <p:nvSpPr>
          <p:cNvPr id="3" name="text-2">
            <a:extLst xmlns:a="http://schemas.openxmlformats.org/drawingml/2006/main">
              <a:ext uri="{FF2B5EF4-FFF2-40B4-BE49-F238E27FC236}">
                <a16:creationId xmlns:a16="http://schemas.microsoft.com/office/drawing/2014/main" id="{5917BCBD-B1E1-48EB-80BF-00C1D25ADD25}"/>
              </a:ext>
            </a:extLst>
          </p:cNvPr>
          <p:cNvSpPr>
            <a:spLocks xmlns:a="http://schemas.openxmlformats.org/drawingml/2006/main" noGrp="1"/>
          </p:cNvSpPr>
          <p:nvPr/>
        </p:nvSpPr>
        <p:spPr>
          <a:xfrm xmlns:a="http://schemas.openxmlformats.org/drawingml/2006/main">
            <a:off x="804672" y="2441448"/>
            <a:ext cx="10533888" cy="7315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2100" b="0">
                <a:solidFill>
                  <a:srgbClr val="243746"/>
                </a:solidFill>
                <a:latin typeface="Noto Sans CJK SC"/>
                <a:ea typeface="Noto Sans CJK SC"/>
                <a:cs typeface="Noto Sans CJK SC"/>
              </a:defRPr>
            </a:defPPr>
          </a:lstStyle>
          <a:p xmlns:a="http://schemas.openxmlformats.org/drawingml/2006/main">
            <a:pPr algn="l">
              <a:lnSpc>
                <a:spcPct val="103000"/>
              </a:lnSpc>
              <a:buNone/>
              <a:defRPr sz="2100" b="0">
                <a:solidFill>
                  <a:srgbClr val="243746"/>
                </a:solidFill>
                <a:latin typeface="Noto Sans CJK SC"/>
                <a:ea typeface="Noto Sans CJK SC"/>
                <a:cs typeface="Noto Sans CJK SC"/>
              </a:defRPr>
            </a:pPr>
            <a:r>
              <a:rPr sz="2100" b="0">
                <a:solidFill>
                  <a:srgbClr val="243746"/>
                </a:solidFill>
                <a:latin typeface="Noto Sans CJK SC"/>
                <a:ea typeface="Noto Sans CJK SC"/>
                <a:cs typeface="Noto Sans CJK SC"/>
              </a:rPr>
              <a:t>1  同时管理两类错误。只考虑漏报，会造成错误政策、错误治理和额外损失。</a:t>
            </a:r>
          </a:p>
        </p:txBody>
      </p:sp>
      <p:sp>
        <p:nvSpPr>
          <p:cNvPr id="4" name="text-3">
            <a:extLst xmlns:a="http://schemas.openxmlformats.org/drawingml/2006/main">
              <a:ext uri="{FF2B5EF4-FFF2-40B4-BE49-F238E27FC236}">
                <a16:creationId xmlns:a16="http://schemas.microsoft.com/office/drawing/2014/main" id="{2E60F0CD-F645-42D1-A51D-46C2622BC670}"/>
              </a:ext>
            </a:extLst>
          </p:cNvPr>
          <p:cNvSpPr>
            <a:spLocks xmlns:a="http://schemas.openxmlformats.org/drawingml/2006/main" noGrp="1"/>
          </p:cNvSpPr>
          <p:nvPr/>
        </p:nvSpPr>
        <p:spPr>
          <a:xfrm xmlns:a="http://schemas.openxmlformats.org/drawingml/2006/main">
            <a:off x="804672" y="3337560"/>
            <a:ext cx="10533888" cy="7315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2100" b="0">
                <a:solidFill>
                  <a:srgbClr val="243746"/>
                </a:solidFill>
                <a:latin typeface="Noto Sans CJK SC"/>
                <a:ea typeface="Noto Sans CJK SC"/>
                <a:cs typeface="Noto Sans CJK SC"/>
              </a:defRPr>
            </a:defPPr>
          </a:lstStyle>
          <a:p xmlns:a="http://schemas.openxmlformats.org/drawingml/2006/main">
            <a:pPr algn="l">
              <a:lnSpc>
                <a:spcPct val="103000"/>
              </a:lnSpc>
              <a:buNone/>
              <a:defRPr sz="2100" b="0">
                <a:solidFill>
                  <a:srgbClr val="243746"/>
                </a:solidFill>
                <a:latin typeface="Noto Sans CJK SC"/>
                <a:ea typeface="Noto Sans CJK SC"/>
                <a:cs typeface="Noto Sans CJK SC"/>
              </a:defRPr>
            </a:pPr>
            <a:r>
              <a:rPr sz="2100" b="0">
                <a:solidFill>
                  <a:srgbClr val="243746"/>
                </a:solidFill>
                <a:latin typeface="Noto Sans CJK SC"/>
                <a:ea typeface="Noto Sans CJK SC"/>
                <a:cs typeface="Noto Sans CJK SC"/>
              </a:rPr>
              <a:t>2  资源与治理联合设计。中等预算下，可能不均分，甚至暂时缩小审计覆盖。</a:t>
            </a:r>
          </a:p>
        </p:txBody>
      </p:sp>
      <p:sp>
        <p:nvSpPr>
          <p:cNvPr id="5" name="text-4">
            <a:extLst xmlns:a="http://schemas.openxmlformats.org/drawingml/2006/main">
              <a:ext uri="{FF2B5EF4-FFF2-40B4-BE49-F238E27FC236}">
                <a16:creationId xmlns:a16="http://schemas.microsoft.com/office/drawing/2014/main" id="{DFBE8C54-D414-42E0-B64E-E7B0D90049E2}"/>
              </a:ext>
            </a:extLst>
          </p:cNvPr>
          <p:cNvSpPr>
            <a:spLocks xmlns:a="http://schemas.openxmlformats.org/drawingml/2006/main" noGrp="1"/>
          </p:cNvSpPr>
          <p:nvPr/>
        </p:nvSpPr>
        <p:spPr>
          <a:xfrm xmlns:a="http://schemas.openxmlformats.org/drawingml/2006/main">
            <a:off x="804672" y="4233672"/>
            <a:ext cx="10533888" cy="7315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2100" b="0">
                <a:solidFill>
                  <a:srgbClr val="243746"/>
                </a:solidFill>
                <a:latin typeface="Noto Sans CJK SC"/>
                <a:ea typeface="Noto Sans CJK SC"/>
                <a:cs typeface="Noto Sans CJK SC"/>
              </a:defRPr>
            </a:defPPr>
          </a:lstStyle>
          <a:p xmlns:a="http://schemas.openxmlformats.org/drawingml/2006/main">
            <a:pPr algn="l">
              <a:lnSpc>
                <a:spcPct val="103000"/>
              </a:lnSpc>
              <a:buNone/>
              <a:defRPr sz="2100" b="0">
                <a:solidFill>
                  <a:srgbClr val="243746"/>
                </a:solidFill>
                <a:latin typeface="Noto Sans CJK SC"/>
                <a:ea typeface="Noto Sans CJK SC"/>
                <a:cs typeface="Noto Sans CJK SC"/>
              </a:defRPr>
            </a:pPr>
            <a:r>
              <a:rPr sz="2100" b="0">
                <a:solidFill>
                  <a:srgbClr val="243746"/>
                </a:solidFill>
                <a:latin typeface="Noto Sans CJK SC"/>
                <a:ea typeface="Noto Sans CJK SC"/>
                <a:cs typeface="Noto Sans CJK SC"/>
              </a:rPr>
              <a:t>3  私人收益与社会筛查分开评估。更高预算并不保证最终产品的违规概率下降。</a:t>
            </a:r>
          </a:p>
        </p:txBody>
      </p:sp>
      <p:sp>
        <p:nvSpPr>
          <p:cNvPr id="6" name="text-5">
            <a:extLst xmlns:a="http://schemas.openxmlformats.org/drawingml/2006/main">
              <a:ext uri="{FF2B5EF4-FFF2-40B4-BE49-F238E27FC236}">
                <a16:creationId xmlns:a16="http://schemas.microsoft.com/office/drawing/2014/main" id="{A0E22602-8C4B-4A90-8A4D-4245AAF11ECC}"/>
              </a:ext>
            </a:extLst>
          </p:cNvPr>
          <p:cNvSpPr>
            <a:spLocks xmlns:a="http://schemas.openxmlformats.org/drawingml/2006/main" noGrp="1"/>
          </p:cNvSpPr>
          <p:nvPr/>
        </p:nvSpPr>
        <p:spPr>
          <a:xfrm xmlns:a="http://schemas.openxmlformats.org/drawingml/2006/main">
            <a:off x="804672" y="5129784"/>
            <a:ext cx="10533888" cy="7315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2100" b="0">
                <a:solidFill>
                  <a:srgbClr val="243746"/>
                </a:solidFill>
                <a:latin typeface="Noto Sans CJK SC"/>
                <a:ea typeface="Noto Sans CJK SC"/>
                <a:cs typeface="Noto Sans CJK SC"/>
              </a:defRPr>
            </a:defPPr>
          </a:lstStyle>
          <a:p xmlns:a="http://schemas.openxmlformats.org/drawingml/2006/main">
            <a:pPr algn="l">
              <a:lnSpc>
                <a:spcPct val="103000"/>
              </a:lnSpc>
              <a:buNone/>
              <a:defRPr sz="2100" b="0">
                <a:solidFill>
                  <a:srgbClr val="243746"/>
                </a:solidFill>
                <a:latin typeface="Noto Sans CJK SC"/>
                <a:ea typeface="Noto Sans CJK SC"/>
                <a:cs typeface="Noto Sans CJK SC"/>
              </a:defRPr>
            </a:pPr>
            <a:r>
              <a:rPr sz="2100" b="0">
                <a:solidFill>
                  <a:srgbClr val="243746"/>
                </a:solidFill>
                <a:latin typeface="Noto Sans CJK SC"/>
                <a:ea typeface="Noto Sans CJK SC"/>
                <a:cs typeface="Noto Sans CJK SC"/>
              </a:rPr>
              <a:t>4  技术与激励反馈。审计效率和供应商努力会反过来影响错误政策与事后治理。</a:t>
            </a:r>
          </a:p>
        </p:txBody>
      </p:sp>
      <p:sp>
        <p:nvSpPr>
          <p:cNvPr id="7" name="source-footer">
            <a:extLst xmlns:a="http://schemas.openxmlformats.org/drawingml/2006/main">
              <a:ext uri="{FF2B5EF4-FFF2-40B4-BE49-F238E27FC236}">
                <a16:creationId xmlns:a16="http://schemas.microsoft.com/office/drawing/2014/main" id="{5680887B-6C29-49F2-8CE9-E4173BC23DC7}"/>
              </a:ext>
            </a:extLst>
          </p:cNvPr>
          <p:cNvSpPr>
            <a:spLocks xmlns:a="http://schemas.openxmlformats.org/drawingml/2006/main" noGrp="1"/>
          </p:cNvSpPr>
          <p:nvPr/>
        </p:nvSpPr>
        <p:spPr>
          <a:xfrm xmlns:a="http://schemas.openxmlformats.org/drawingml/2006/main">
            <a:off x="676656" y="6492240"/>
            <a:ext cx="10442448"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1040" b="0">
                <a:solidFill>
                  <a:srgbClr val="627281"/>
                </a:solidFill>
                <a:latin typeface="Noto Sans CJK SC"/>
                <a:ea typeface="Noto Sans CJK SC"/>
                <a:cs typeface="Noto Sans CJK SC"/>
              </a:defRPr>
            </a:defPPr>
          </a:lstStyle>
          <a:p xmlns:a="http://schemas.openxmlformats.org/drawingml/2006/main">
            <a:pPr algn="l">
              <a:lnSpc>
                <a:spcPct val="103000"/>
              </a:lnSpc>
              <a:buNone/>
              <a:defRPr sz="1040" b="0">
                <a:solidFill>
                  <a:srgbClr val="627281"/>
                </a:solidFill>
                <a:latin typeface="Noto Sans CJK SC"/>
                <a:ea typeface="Noto Sans CJK SC"/>
                <a:cs typeface="Noto Sans CJK SC"/>
              </a:defRPr>
            </a:pPr>
            <a:r>
              <a:rPr sz="1040" b="0">
                <a:solidFill>
                  <a:srgbClr val="627281"/>
                </a:solidFill>
                <a:latin typeface="Noto Sans CJK SC"/>
                <a:ea typeface="Noto Sans CJK SC"/>
                <a:cs typeface="Noto Sans CJK SC"/>
              </a:rPr>
              <a:t>§7，p. 18；综合 Proposition 1–10 / Corollary 1–5</a:t>
            </a:r>
          </a:p>
        </p:txBody>
      </p:sp>
      <p:sp>
        <p:nvSpPr>
          <p:cNvPr id="8" name="page-number">
            <a:extLst xmlns:a="http://schemas.openxmlformats.org/drawingml/2006/main">
              <a:ext uri="{FF2B5EF4-FFF2-40B4-BE49-F238E27FC236}">
                <a16:creationId xmlns:a16="http://schemas.microsoft.com/office/drawing/2014/main" id="{7FE40805-970E-4FC9-8D7B-BC5BFEEB7B04}"/>
              </a:ext>
            </a:extLst>
          </p:cNvPr>
          <p:cNvSpPr>
            <a:spLocks xmlns:a="http://schemas.openxmlformats.org/drawingml/2006/main" noGrp="1"/>
          </p:cNvSpPr>
          <p:nvPr/>
        </p:nvSpPr>
        <p:spPr>
          <a:xfrm xmlns:a="http://schemas.openxmlformats.org/drawingml/2006/main">
            <a:off x="11000232" y="6492240"/>
            <a:ext cx="502920"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r">
              <a:defRPr sz="1050" b="0">
                <a:solidFill>
                  <a:srgbClr val="587C95"/>
                </a:solidFill>
                <a:latin typeface="Noto Sans CJK SC"/>
                <a:ea typeface="Noto Sans CJK SC"/>
                <a:cs typeface="Noto Sans CJK SC"/>
              </a:defRPr>
            </a:defPPr>
          </a:lstStyle>
          <a:p xmlns:a="http://schemas.openxmlformats.org/drawingml/2006/main">
            <a:pPr algn="r">
              <a:lnSpc>
                <a:spcPct val="103000"/>
              </a:lnSpc>
              <a:buNone/>
              <a:defRPr sz="1050" b="0">
                <a:solidFill>
                  <a:srgbClr val="587C95"/>
                </a:solidFill>
                <a:latin typeface="Noto Sans CJK SC"/>
                <a:ea typeface="Noto Sans CJK SC"/>
                <a:cs typeface="Noto Sans CJK SC"/>
              </a:defRPr>
            </a:pPr>
            <a:r>
              <a:rPr sz="1050" b="0">
                <a:solidFill>
                  <a:srgbClr val="587C95"/>
                </a:solidFill>
                <a:latin typeface="Noto Sans CJK SC"/>
                <a:ea typeface="Noto Sans CJK SC"/>
                <a:cs typeface="Noto Sans CJK SC"/>
              </a:rPr>
              <a:t>35</a:t>
            </a:r>
          </a:p>
        </p:txBody>
      </p:sp>
    </p:spTree>
    <p:extLst>
      <p:ext uri="{BB962C8B-B14F-4D97-AF65-F5344CB8AC3E}">
        <p14:creationId xmlns:p14="http://schemas.microsoft.com/office/powerpoint/2010/main" val="694898719"/>
      </p:ext>
    </p:extLst>
  </p:cSld>
</p:sld>
</file>

<file path=ppt/slides/slide36.xml><?xml version="1.0" encoding="utf-8"?>
<p:sld xmlns:p="http://schemas.openxmlformats.org/presentationml/2006/main">
  <p:cSld>
    <p:spTree>
      <p:nvGrpSpPr>
        <p:cNvPr id="1" name=""/>
        <p:cNvGrpSpPr/>
        <p:nvPr/>
      </p:nvGrpSpPr>
      <p:grpSpPr>
        <a:xfrm xmlns:a="http://schemas.openxmlformats.org/drawingml/2006/main"/>
      </p:grpSpPr>
      <p:sp>
        <p:nvSpPr>
          <p:cNvPr id="9" name="section-heading">
            <a:extLst xmlns:a="http://schemas.openxmlformats.org/drawingml/2006/main">
              <a:ext uri="{FF2B5EF4-FFF2-40B4-BE49-F238E27FC236}">
                <a16:creationId xmlns:a16="http://schemas.microsoft.com/office/drawing/2014/main" id="{C1BB75B1-628F-45BB-B33F-AB1302033809}"/>
              </a:ext>
            </a:extLst>
          </p:cNvPr>
          <p:cNvSpPr>
            <a:spLocks xmlns:a="http://schemas.openxmlformats.org/drawingml/2006/main" noGrp="1"/>
          </p:cNvSpPr>
          <p:nvPr/>
        </p:nvSpPr>
        <p:spPr>
          <a:xfrm xmlns:a="http://schemas.openxmlformats.org/drawingml/2006/main">
            <a:off x="1499616" y="630936"/>
            <a:ext cx="9784080" cy="5486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2700" b="1">
                <a:solidFill>
                  <a:srgbClr val="243746"/>
                </a:solidFill>
                <a:latin typeface="Noto Sans CJK SC"/>
                <a:ea typeface="Noto Sans CJK SC"/>
                <a:cs typeface="Noto Sans CJK SC"/>
              </a:defRPr>
            </a:defPPr>
          </a:lstStyle>
          <a:p xmlns:a="http://schemas.openxmlformats.org/drawingml/2006/main">
            <a:pPr algn="l">
              <a:lnSpc>
                <a:spcPct val="103000"/>
              </a:lnSpc>
              <a:buNone/>
              <a:defRPr sz="2700" b="1">
                <a:solidFill>
                  <a:srgbClr val="243746"/>
                </a:solidFill>
                <a:latin typeface="Noto Sans CJK SC"/>
                <a:ea typeface="Noto Sans CJK SC"/>
                <a:cs typeface="Noto Sans CJK SC"/>
              </a:defRPr>
            </a:pPr>
            <a:r>
              <a:rPr sz="2700" b="1">
                <a:solidFill>
                  <a:srgbClr val="243746"/>
                </a:solidFill>
                <a:latin typeface="Noto Sans CJK SC"/>
                <a:ea typeface="Noto Sans CJK SC"/>
                <a:cs typeface="Noto Sans CJK SC"/>
              </a:rPr>
              <a:t>七、结论与未来展望</a:t>
            </a:r>
          </a:p>
        </p:txBody>
      </p:sp>
      <p:sp>
        <p:nvSpPr>
          <p:cNvPr id="2" name="slide-topic">
            <a:extLst xmlns:a="http://schemas.openxmlformats.org/drawingml/2006/main">
              <a:ext uri="{FF2B5EF4-FFF2-40B4-BE49-F238E27FC236}">
                <a16:creationId xmlns:a16="http://schemas.microsoft.com/office/drawing/2014/main" id="{F2F0B877-81F7-4171-95E6-4C819435D1B9}"/>
              </a:ext>
            </a:extLst>
          </p:cNvPr>
          <p:cNvSpPr>
            <a:spLocks xmlns:a="http://schemas.openxmlformats.org/drawingml/2006/main" noGrp="1"/>
          </p:cNvSpPr>
          <p:nvPr/>
        </p:nvSpPr>
        <p:spPr>
          <a:xfrm xmlns:a="http://schemas.openxmlformats.org/drawingml/2006/main">
            <a:off x="658368" y="1709928"/>
            <a:ext cx="10881360" cy="5486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2400" b="1">
                <a:solidFill>
                  <a:srgbClr val="243746"/>
                </a:solidFill>
                <a:latin typeface="Noto Sans CJK SC"/>
                <a:ea typeface="Noto Sans CJK SC"/>
                <a:cs typeface="Noto Sans CJK SC"/>
              </a:defRPr>
            </a:defPPr>
          </a:lstStyle>
          <a:p xmlns:a="http://schemas.openxmlformats.org/drawingml/2006/main">
            <a:pPr algn="l">
              <a:lnSpc>
                <a:spcPct val="103000"/>
              </a:lnSpc>
              <a:buNone/>
              <a:defRPr sz="2400" b="1">
                <a:solidFill>
                  <a:srgbClr val="243746"/>
                </a:solidFill>
                <a:latin typeface="Noto Sans CJK SC"/>
                <a:ea typeface="Noto Sans CJK SC"/>
                <a:cs typeface="Noto Sans CJK SC"/>
              </a:defRPr>
            </a:pPr>
            <a:r>
              <a:rPr sz="2400" b="1">
                <a:solidFill>
                  <a:srgbClr val="243746"/>
                </a:solidFill>
                <a:latin typeface="Noto Sans CJK SC"/>
                <a:ea typeface="Noto Sans CJK SC"/>
                <a:cs typeface="Noto Sans CJK SC"/>
              </a:rPr>
              <a:t>未来方向与模型适用边界</a:t>
            </a:r>
          </a:p>
        </p:txBody>
      </p:sp>
      <p:sp>
        <p:nvSpPr>
          <p:cNvPr id="3" name="text-2">
            <a:extLst xmlns:a="http://schemas.openxmlformats.org/drawingml/2006/main">
              <a:ext uri="{FF2B5EF4-FFF2-40B4-BE49-F238E27FC236}">
                <a16:creationId xmlns:a16="http://schemas.microsoft.com/office/drawing/2014/main" id="{47AC06FA-B8C3-4001-9261-610793BF72DF}"/>
              </a:ext>
            </a:extLst>
          </p:cNvPr>
          <p:cNvSpPr>
            <a:spLocks xmlns:a="http://schemas.openxmlformats.org/drawingml/2006/main" noGrp="1"/>
          </p:cNvSpPr>
          <p:nvPr/>
        </p:nvSpPr>
        <p:spPr>
          <a:xfrm xmlns:a="http://schemas.openxmlformats.org/drawingml/2006/main">
            <a:off x="822960" y="2450592"/>
            <a:ext cx="10515600" cy="594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2200" b="0">
                <a:solidFill>
                  <a:srgbClr val="243746"/>
                </a:solidFill>
                <a:latin typeface="Noto Sans CJK SC"/>
                <a:ea typeface="Noto Sans CJK SC"/>
                <a:cs typeface="Noto Sans CJK SC"/>
              </a:defRPr>
            </a:defPPr>
          </a:lstStyle>
          <a:p xmlns:a="http://schemas.openxmlformats.org/drawingml/2006/main">
            <a:pPr algn="l">
              <a:lnSpc>
                <a:spcPct val="103000"/>
              </a:lnSpc>
              <a:buNone/>
              <a:defRPr sz="2200" b="0">
                <a:solidFill>
                  <a:srgbClr val="243746"/>
                </a:solidFill>
                <a:latin typeface="Noto Sans CJK SC"/>
                <a:ea typeface="Noto Sans CJK SC"/>
                <a:cs typeface="Noto Sans CJK SC"/>
              </a:defRPr>
            </a:pPr>
            <a:r>
              <a:rPr sz="2200" b="0">
                <a:solidFill>
                  <a:srgbClr val="243746"/>
                </a:solidFill>
                <a:latin typeface="Noto Sans CJK SC"/>
                <a:ea typeface="Noto Sans CJK SC"/>
                <a:cs typeface="Noto Sans CJK SC"/>
              </a:rPr>
              <a:t>多竞争买方：共享供应商、责任风险外部性与协调审计。</a:t>
            </a:r>
          </a:p>
        </p:txBody>
      </p:sp>
      <p:sp>
        <p:nvSpPr>
          <p:cNvPr id="4" name="text-3">
            <a:extLst xmlns:a="http://schemas.openxmlformats.org/drawingml/2006/main">
              <a:ext uri="{FF2B5EF4-FFF2-40B4-BE49-F238E27FC236}">
                <a16:creationId xmlns:a16="http://schemas.microsoft.com/office/drawing/2014/main" id="{F16B1A98-BEF7-4291-872D-E98A0ED3BDE2}"/>
              </a:ext>
            </a:extLst>
          </p:cNvPr>
          <p:cNvSpPr>
            <a:spLocks xmlns:a="http://schemas.openxmlformats.org/drawingml/2006/main" noGrp="1"/>
          </p:cNvSpPr>
          <p:nvPr/>
        </p:nvSpPr>
        <p:spPr>
          <a:xfrm xmlns:a="http://schemas.openxmlformats.org/drawingml/2006/main">
            <a:off x="822960" y="3355848"/>
            <a:ext cx="10515600" cy="594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2200" b="0">
                <a:solidFill>
                  <a:srgbClr val="243746"/>
                </a:solidFill>
                <a:latin typeface="Noto Sans CJK SC"/>
                <a:ea typeface="Noto Sans CJK SC"/>
                <a:cs typeface="Noto Sans CJK SC"/>
              </a:defRPr>
            </a:defPPr>
          </a:lstStyle>
          <a:p xmlns:a="http://schemas.openxmlformats.org/drawingml/2006/main">
            <a:pPr algn="l">
              <a:lnSpc>
                <a:spcPct val="103000"/>
              </a:lnSpc>
              <a:buNone/>
              <a:defRPr sz="2200" b="0">
                <a:solidFill>
                  <a:srgbClr val="243746"/>
                </a:solidFill>
                <a:latin typeface="Noto Sans CJK SC"/>
                <a:ea typeface="Noto Sans CJK SC"/>
                <a:cs typeface="Noto Sans CJK SC"/>
              </a:defRPr>
            </a:pPr>
            <a:r>
              <a:rPr sz="2200" b="0">
                <a:solidFill>
                  <a:srgbClr val="243746"/>
                </a:solidFill>
                <a:latin typeface="Noto Sans CJK SC"/>
                <a:ea typeface="Noto Sans CJK SC"/>
                <a:cs typeface="Noto Sans CJK SC"/>
              </a:rPr>
              <a:t>多层级网络：直接审计或委托下游监督，并设计合适激励。</a:t>
            </a:r>
          </a:p>
        </p:txBody>
      </p:sp>
      <p:sp>
        <p:nvSpPr>
          <p:cNvPr id="5" name="text-4">
            <a:extLst xmlns:a="http://schemas.openxmlformats.org/drawingml/2006/main">
              <a:ext uri="{FF2B5EF4-FFF2-40B4-BE49-F238E27FC236}">
                <a16:creationId xmlns:a16="http://schemas.microsoft.com/office/drawing/2014/main" id="{153D8F41-2CA5-470D-9D4B-A5A639897ACE}"/>
              </a:ext>
            </a:extLst>
          </p:cNvPr>
          <p:cNvSpPr>
            <a:spLocks xmlns:a="http://schemas.openxmlformats.org/drawingml/2006/main" noGrp="1"/>
          </p:cNvSpPr>
          <p:nvPr/>
        </p:nvSpPr>
        <p:spPr>
          <a:xfrm xmlns:a="http://schemas.openxmlformats.org/drawingml/2006/main">
            <a:off x="822960" y="4261104"/>
            <a:ext cx="10515600" cy="594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2200" b="0">
                <a:solidFill>
                  <a:srgbClr val="243746"/>
                </a:solidFill>
                <a:latin typeface="Noto Sans CJK SC"/>
                <a:ea typeface="Noto Sans CJK SC"/>
                <a:cs typeface="Noto Sans CJK SC"/>
              </a:defRPr>
            </a:defPPr>
          </a:lstStyle>
          <a:p xmlns:a="http://schemas.openxmlformats.org/drawingml/2006/main">
            <a:pPr algn="l">
              <a:lnSpc>
                <a:spcPct val="103000"/>
              </a:lnSpc>
              <a:buNone/>
              <a:defRPr sz="2200" b="0">
                <a:solidFill>
                  <a:srgbClr val="243746"/>
                </a:solidFill>
                <a:latin typeface="Noto Sans CJK SC"/>
                <a:ea typeface="Noto Sans CJK SC"/>
                <a:cs typeface="Noto Sans CJK SC"/>
              </a:defRPr>
            </a:pPr>
            <a:r>
              <a:rPr sz="2200" b="0">
                <a:solidFill>
                  <a:srgbClr val="243746"/>
                </a:solidFill>
                <a:latin typeface="Noto Sans CJK SC"/>
                <a:ea typeface="Noto Sans CJK SC"/>
                <a:cs typeface="Noto Sans CJK SC"/>
              </a:rPr>
              <a:t>动态管理：周期审计、合规状态学习与采购决策联动。</a:t>
            </a:r>
          </a:p>
        </p:txBody>
      </p:sp>
      <p:sp>
        <p:nvSpPr>
          <p:cNvPr id="6" name="text-5">
            <a:extLst xmlns:a="http://schemas.openxmlformats.org/drawingml/2006/main">
              <a:ext uri="{FF2B5EF4-FFF2-40B4-BE49-F238E27FC236}">
                <a16:creationId xmlns:a16="http://schemas.microsoft.com/office/drawing/2014/main" id="{CF70ECA2-218B-424A-907E-D0212C2F13BC}"/>
              </a:ext>
            </a:extLst>
          </p:cNvPr>
          <p:cNvSpPr>
            <a:spLocks xmlns:a="http://schemas.openxmlformats.org/drawingml/2006/main" noGrp="1"/>
          </p:cNvSpPr>
          <p:nvPr/>
        </p:nvSpPr>
        <p:spPr>
          <a:xfrm xmlns:a="http://schemas.openxmlformats.org/drawingml/2006/main">
            <a:off x="822960" y="5166360"/>
            <a:ext cx="10515600" cy="8503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2100" b="1">
                <a:solidFill>
                  <a:srgbClr val="587C95"/>
                </a:solidFill>
                <a:latin typeface="Noto Sans CJK SC"/>
                <a:ea typeface="Noto Sans CJK SC"/>
                <a:cs typeface="Noto Sans CJK SC"/>
              </a:defRPr>
            </a:defPPr>
          </a:lstStyle>
          <a:p xmlns:a="http://schemas.openxmlformats.org/drawingml/2006/main">
            <a:pPr algn="l">
              <a:lnSpc>
                <a:spcPct val="103000"/>
              </a:lnSpc>
              <a:buNone/>
              <a:defRPr sz="2100" b="1">
                <a:solidFill>
                  <a:srgbClr val="587C95"/>
                </a:solidFill>
                <a:latin typeface="Noto Sans CJK SC"/>
                <a:ea typeface="Noto Sans CJK SC"/>
                <a:cs typeface="Noto Sans CJK SC"/>
              </a:defRPr>
            </a:pPr>
            <a:r>
              <a:rPr sz="2100" b="1">
                <a:solidFill>
                  <a:srgbClr val="587C95"/>
                </a:solidFill>
                <a:latin typeface="Noto Sans CJK SC"/>
                <a:ea typeface="Noto Sans CJK SC"/>
                <a:cs typeface="Noto Sans CJK SC"/>
              </a:rPr>
              <a:t>讨论：真实误差可行集合、治理失败和相关违规风险，会如何改变上述结论？</a:t>
            </a:r>
          </a:p>
        </p:txBody>
      </p:sp>
      <p:sp>
        <p:nvSpPr>
          <p:cNvPr id="7" name="source-footer">
            <a:extLst xmlns:a="http://schemas.openxmlformats.org/drawingml/2006/main">
              <a:ext uri="{FF2B5EF4-FFF2-40B4-BE49-F238E27FC236}">
                <a16:creationId xmlns:a16="http://schemas.microsoft.com/office/drawing/2014/main" id="{EC0685EE-F90B-43D7-AD6A-4F712A131E83}"/>
              </a:ext>
            </a:extLst>
          </p:cNvPr>
          <p:cNvSpPr>
            <a:spLocks xmlns:a="http://schemas.openxmlformats.org/drawingml/2006/main" noGrp="1"/>
          </p:cNvSpPr>
          <p:nvPr/>
        </p:nvSpPr>
        <p:spPr>
          <a:xfrm xmlns:a="http://schemas.openxmlformats.org/drawingml/2006/main">
            <a:off x="676656" y="6492240"/>
            <a:ext cx="10442448"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1040" b="0">
                <a:solidFill>
                  <a:srgbClr val="627281"/>
                </a:solidFill>
                <a:latin typeface="Noto Sans CJK SC"/>
                <a:ea typeface="Noto Sans CJK SC"/>
                <a:cs typeface="Noto Sans CJK SC"/>
              </a:defRPr>
            </a:defPPr>
          </a:lstStyle>
          <a:p xmlns:a="http://schemas.openxmlformats.org/drawingml/2006/main">
            <a:pPr algn="l">
              <a:lnSpc>
                <a:spcPct val="103000"/>
              </a:lnSpc>
              <a:buNone/>
              <a:defRPr sz="1040" b="0">
                <a:solidFill>
                  <a:srgbClr val="627281"/>
                </a:solidFill>
                <a:latin typeface="Noto Sans CJK SC"/>
                <a:ea typeface="Noto Sans CJK SC"/>
                <a:cs typeface="Noto Sans CJK SC"/>
              </a:defRPr>
            </a:pPr>
            <a:r>
              <a:rPr sz="1040" b="0">
                <a:solidFill>
                  <a:srgbClr val="627281"/>
                </a:solidFill>
                <a:latin typeface="Noto Sans CJK SC"/>
                <a:ea typeface="Noto Sans CJK SC"/>
                <a:cs typeface="Noto Sans CJK SC"/>
              </a:rPr>
              <a:t>作者展望：§7，p. 18；最后一项为汇报讨论</a:t>
            </a:r>
          </a:p>
        </p:txBody>
      </p:sp>
      <p:sp>
        <p:nvSpPr>
          <p:cNvPr id="8" name="page-number">
            <a:extLst xmlns:a="http://schemas.openxmlformats.org/drawingml/2006/main">
              <a:ext uri="{FF2B5EF4-FFF2-40B4-BE49-F238E27FC236}">
                <a16:creationId xmlns:a16="http://schemas.microsoft.com/office/drawing/2014/main" id="{B5ABE3B2-DDC6-447A-A4B7-A089247F0534}"/>
              </a:ext>
            </a:extLst>
          </p:cNvPr>
          <p:cNvSpPr>
            <a:spLocks xmlns:a="http://schemas.openxmlformats.org/drawingml/2006/main" noGrp="1"/>
          </p:cNvSpPr>
          <p:nvPr/>
        </p:nvSpPr>
        <p:spPr>
          <a:xfrm xmlns:a="http://schemas.openxmlformats.org/drawingml/2006/main">
            <a:off x="11000232" y="6492240"/>
            <a:ext cx="502920"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r">
              <a:defRPr sz="1050" b="0">
                <a:solidFill>
                  <a:srgbClr val="587C95"/>
                </a:solidFill>
                <a:latin typeface="Noto Sans CJK SC"/>
                <a:ea typeface="Noto Sans CJK SC"/>
                <a:cs typeface="Noto Sans CJK SC"/>
              </a:defRPr>
            </a:defPPr>
          </a:lstStyle>
          <a:p xmlns:a="http://schemas.openxmlformats.org/drawingml/2006/main">
            <a:pPr algn="r">
              <a:lnSpc>
                <a:spcPct val="103000"/>
              </a:lnSpc>
              <a:buNone/>
              <a:defRPr sz="1050" b="0">
                <a:solidFill>
                  <a:srgbClr val="587C95"/>
                </a:solidFill>
                <a:latin typeface="Noto Sans CJK SC"/>
                <a:ea typeface="Noto Sans CJK SC"/>
                <a:cs typeface="Noto Sans CJK SC"/>
              </a:defRPr>
            </a:pPr>
            <a:r>
              <a:rPr sz="1050" b="0">
                <a:solidFill>
                  <a:srgbClr val="587C95"/>
                </a:solidFill>
                <a:latin typeface="Noto Sans CJK SC"/>
                <a:ea typeface="Noto Sans CJK SC"/>
                <a:cs typeface="Noto Sans CJK SC"/>
              </a:rPr>
              <a:t>36</a:t>
            </a:r>
          </a:p>
        </p:txBody>
      </p:sp>
    </p:spTree>
    <p:extLst>
      <p:ext uri="{BB962C8B-B14F-4D97-AF65-F5344CB8AC3E}">
        <p14:creationId xmlns:p14="http://schemas.microsoft.com/office/powerpoint/2010/main" val="467131835"/>
      </p:ext>
    </p:extLst>
  </p:cSld>
</p:sld>
</file>

<file path=ppt/slides/slide37.xml><?xml version="1.0" encoding="utf-8"?>
<p:sld xmlns:p="http://schemas.openxmlformats.org/presentationml/2006/main">
  <p:cSld>
    <p:spTree>
      <p:nvGrpSpPr>
        <p:cNvPr id="1" name=""/>
        <p:cNvGrpSpPr/>
        <p:nvPr/>
      </p:nvGrpSpPr>
      <p:grpSpPr>
        <a:xfrm xmlns:a="http://schemas.openxmlformats.org/drawingml/2006/main"/>
      </p:grpSpPr>
      <p:pic>
        <p:nvPicPr>
          <p:cNvPr id="6" name="">
            <a:extLst xmlns:a="http://schemas.openxmlformats.org/drawingml/2006/main">
              <a:ext uri="{FF2B5EF4-FFF2-40B4-BE49-F238E27FC236}">
                <a16:creationId xmlns:a16="http://schemas.microsoft.com/office/drawing/2014/main" id="{1F49A660-DD26-4347-BF67-6A70ACB42074}"/>
              </a:ext>
            </a:extLst>
          </p:cNvPr>
          <p:cNvPicPr>
            <a:picLocks xmlns:a="http://schemas.openxmlformats.org/drawingml/2006/main" noChangeAspect="1"/>
          </p:cNvPicPr>
          <p:nvPr/>
        </p:nvPicPr>
        <p:blipFill>
          <a:blip xmlns:r="http://schemas.openxmlformats.org/officeDocument/2006/relationships" xmlns:a="http://schemas.openxmlformats.org/drawingml/2006/main" r:embed="R8da103420f7f41b4"/>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text-0">
            <a:extLst xmlns:a="http://schemas.openxmlformats.org/drawingml/2006/main">
              <a:ext uri="{FF2B5EF4-FFF2-40B4-BE49-F238E27FC236}">
                <a16:creationId xmlns:a16="http://schemas.microsoft.com/office/drawing/2014/main" id="{48D005CF-F0E4-49C0-BAF5-7FC562CC7330}"/>
              </a:ext>
            </a:extLst>
          </p:cNvPr>
          <p:cNvSpPr>
            <a:spLocks xmlns:a="http://schemas.openxmlformats.org/drawingml/2006/main" noGrp="1"/>
          </p:cNvSpPr>
          <p:nvPr/>
        </p:nvSpPr>
        <p:spPr>
          <a:xfrm xmlns:a="http://schemas.openxmlformats.org/drawingml/2006/main">
            <a:off x="1892808" y="2487168"/>
            <a:ext cx="8385048" cy="1508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ctr">
              <a:defRPr sz="3700" b="1">
                <a:solidFill>
                  <a:srgbClr val="587C95"/>
                </a:solidFill>
                <a:latin typeface="Noto Sans CJK SC"/>
                <a:ea typeface="Noto Sans CJK SC"/>
                <a:cs typeface="Noto Sans CJK SC"/>
              </a:defRPr>
            </a:defPPr>
          </a:lstStyle>
          <a:p xmlns:a="http://schemas.openxmlformats.org/drawingml/2006/main">
            <a:pPr algn="ctr">
              <a:lnSpc>
                <a:spcPct val="103000"/>
              </a:lnSpc>
              <a:buNone/>
              <a:defRPr sz="3700" b="1">
                <a:solidFill>
                  <a:srgbClr val="587C95"/>
                </a:solidFill>
                <a:latin typeface="Noto Sans CJK SC"/>
                <a:ea typeface="Noto Sans CJK SC"/>
                <a:cs typeface="Noto Sans CJK SC"/>
              </a:defRPr>
            </a:pPr>
            <a:r>
              <a:rPr sz="3700" b="1">
                <a:solidFill>
                  <a:srgbClr val="587C95"/>
                </a:solidFill>
                <a:latin typeface="Noto Sans CJK SC"/>
                <a:ea typeface="Noto Sans CJK SC"/>
                <a:cs typeface="Noto Sans CJK SC"/>
              </a:rPr>
              <a:t>感谢聆听</a:t>
            </a:r>
          </a:p>
          <a:p xmlns:a="http://schemas.openxmlformats.org/drawingml/2006/main">
            <a:pPr algn="ctr">
              <a:lnSpc>
                <a:spcPct val="103000"/>
              </a:lnSpc>
              <a:buNone/>
              <a:defRPr sz="3700" b="1">
                <a:solidFill>
                  <a:srgbClr val="587C95"/>
                </a:solidFill>
                <a:latin typeface="Noto Sans CJK SC"/>
                <a:ea typeface="Noto Sans CJK SC"/>
                <a:cs typeface="Noto Sans CJK SC"/>
              </a:defRPr>
            </a:pPr>
            <a:r>
              <a:rPr sz="3700" b="1">
                <a:solidFill>
                  <a:srgbClr val="587C95"/>
                </a:solidFill>
                <a:latin typeface="Noto Sans CJK SC"/>
                <a:ea typeface="Noto Sans CJK SC"/>
                <a:cs typeface="Noto Sans CJK SC"/>
              </a:rPr>
              <a:t>敬请批评指正</a:t>
            </a:r>
          </a:p>
        </p:txBody>
      </p:sp>
      <p:sp>
        <p:nvSpPr>
          <p:cNvPr id="3" name="text-1">
            <a:extLst xmlns:a="http://schemas.openxmlformats.org/drawingml/2006/main">
              <a:ext uri="{FF2B5EF4-FFF2-40B4-BE49-F238E27FC236}">
                <a16:creationId xmlns:a16="http://schemas.microsoft.com/office/drawing/2014/main" id="{EDFC93BF-2FD7-42D8-AC1E-CCC2A87DB2D6}"/>
              </a:ext>
            </a:extLst>
          </p:cNvPr>
          <p:cNvSpPr>
            <a:spLocks xmlns:a="http://schemas.openxmlformats.org/drawingml/2006/main" noGrp="1"/>
          </p:cNvSpPr>
          <p:nvPr/>
        </p:nvSpPr>
        <p:spPr>
          <a:xfrm xmlns:a="http://schemas.openxmlformats.org/drawingml/2006/main">
            <a:off x="987552" y="4645152"/>
            <a:ext cx="10158984"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ctr">
              <a:defRPr sz="2200" b="0">
                <a:solidFill>
                  <a:srgbClr val="243746"/>
                </a:solidFill>
                <a:latin typeface="Noto Sans CJK SC"/>
                <a:ea typeface="Noto Sans CJK SC"/>
                <a:cs typeface="Noto Sans CJK SC"/>
              </a:defRPr>
            </a:defPPr>
          </a:lstStyle>
          <a:p xmlns:a="http://schemas.openxmlformats.org/drawingml/2006/main">
            <a:pPr algn="ctr">
              <a:lnSpc>
                <a:spcPct val="103000"/>
              </a:lnSpc>
              <a:buNone/>
              <a:defRPr sz="2200" b="0">
                <a:solidFill>
                  <a:srgbClr val="243746"/>
                </a:solidFill>
                <a:latin typeface="Noto Sans CJK SC"/>
                <a:ea typeface="Noto Sans CJK SC"/>
                <a:cs typeface="Noto Sans CJK SC"/>
              </a:defRPr>
            </a:pPr>
            <a:r>
              <a:rPr sz="2200" b="0">
                <a:solidFill>
                  <a:srgbClr val="243746"/>
                </a:solidFill>
                <a:latin typeface="Noto Sans CJK SC"/>
                <a:ea typeface="Noto Sans CJK SC"/>
                <a:cs typeface="Noto Sans CJK SC"/>
              </a:rPr>
              <a:t>讨论：怎样让企业最优的审计方案，更好地兼顾供应商权益与社会责任？</a:t>
            </a:r>
          </a:p>
        </p:txBody>
      </p:sp>
      <p:sp>
        <p:nvSpPr>
          <p:cNvPr id="4" name="source-footer">
            <a:extLst xmlns:a="http://schemas.openxmlformats.org/drawingml/2006/main">
              <a:ext uri="{FF2B5EF4-FFF2-40B4-BE49-F238E27FC236}">
                <a16:creationId xmlns:a16="http://schemas.microsoft.com/office/drawing/2014/main" id="{11D21D89-1933-4499-A5CF-00E76619CCAA}"/>
              </a:ext>
            </a:extLst>
          </p:cNvPr>
          <p:cNvSpPr>
            <a:spLocks xmlns:a="http://schemas.openxmlformats.org/drawingml/2006/main" noGrp="1"/>
          </p:cNvSpPr>
          <p:nvPr/>
        </p:nvSpPr>
        <p:spPr>
          <a:xfrm xmlns:a="http://schemas.openxmlformats.org/drawingml/2006/main">
            <a:off x="676656" y="6492240"/>
            <a:ext cx="10442448"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1040" b="0">
                <a:solidFill>
                  <a:srgbClr val="627281"/>
                </a:solidFill>
                <a:latin typeface="Noto Sans CJK SC"/>
                <a:ea typeface="Noto Sans CJK SC"/>
                <a:cs typeface="Noto Sans CJK SC"/>
              </a:defRPr>
            </a:defPPr>
          </a:lstStyle>
          <a:p xmlns:a="http://schemas.openxmlformats.org/drawingml/2006/main">
            <a:pPr algn="l">
              <a:lnSpc>
                <a:spcPct val="103000"/>
              </a:lnSpc>
              <a:buNone/>
              <a:defRPr sz="1040" b="0">
                <a:solidFill>
                  <a:srgbClr val="627281"/>
                </a:solidFill>
                <a:latin typeface="Noto Sans CJK SC"/>
                <a:ea typeface="Noto Sans CJK SC"/>
                <a:cs typeface="Noto Sans CJK SC"/>
              </a:defRPr>
            </a:pPr>
            <a:r>
              <a:rPr sz="1040" b="0">
                <a:solidFill>
                  <a:srgbClr val="627281"/>
                </a:solidFill>
                <a:latin typeface="Noto Sans CJK SC"/>
                <a:ea typeface="Noto Sans CJK SC"/>
                <a:cs typeface="Noto Sans CJK SC"/>
              </a:rPr>
              <a:t>Li &amp; Li (2026) · Catch-all or no-false-alarm?</a:t>
            </a:r>
          </a:p>
        </p:txBody>
      </p:sp>
      <p:sp>
        <p:nvSpPr>
          <p:cNvPr id="5" name="page-number">
            <a:extLst xmlns:a="http://schemas.openxmlformats.org/drawingml/2006/main">
              <a:ext uri="{FF2B5EF4-FFF2-40B4-BE49-F238E27FC236}">
                <a16:creationId xmlns:a16="http://schemas.microsoft.com/office/drawing/2014/main" id="{E6E9DCF6-13D7-4636-8C43-61A72AB910A7}"/>
              </a:ext>
            </a:extLst>
          </p:cNvPr>
          <p:cNvSpPr>
            <a:spLocks xmlns:a="http://schemas.openxmlformats.org/drawingml/2006/main" noGrp="1"/>
          </p:cNvSpPr>
          <p:nvPr/>
        </p:nvSpPr>
        <p:spPr>
          <a:xfrm xmlns:a="http://schemas.openxmlformats.org/drawingml/2006/main">
            <a:off x="11000232" y="6492240"/>
            <a:ext cx="502920"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r">
              <a:defRPr sz="1050" b="0">
                <a:solidFill>
                  <a:srgbClr val="587C95"/>
                </a:solidFill>
                <a:latin typeface="Noto Sans CJK SC"/>
                <a:ea typeface="Noto Sans CJK SC"/>
                <a:cs typeface="Noto Sans CJK SC"/>
              </a:defRPr>
            </a:defPPr>
          </a:lstStyle>
          <a:p xmlns:a="http://schemas.openxmlformats.org/drawingml/2006/main">
            <a:pPr algn="r">
              <a:lnSpc>
                <a:spcPct val="103000"/>
              </a:lnSpc>
              <a:buNone/>
              <a:defRPr sz="1050" b="0">
                <a:solidFill>
                  <a:srgbClr val="587C95"/>
                </a:solidFill>
                <a:latin typeface="Noto Sans CJK SC"/>
                <a:ea typeface="Noto Sans CJK SC"/>
                <a:cs typeface="Noto Sans CJK SC"/>
              </a:defRPr>
            </a:pPr>
            <a:r>
              <a:rPr sz="1050" b="0">
                <a:solidFill>
                  <a:srgbClr val="587C95"/>
                </a:solidFill>
                <a:latin typeface="Noto Sans CJK SC"/>
                <a:ea typeface="Noto Sans CJK SC"/>
                <a:cs typeface="Noto Sans CJK SC"/>
              </a:rPr>
              <a:t>37</a:t>
            </a:r>
          </a:p>
        </p:txBody>
      </p:sp>
    </p:spTree>
    <p:extLst>
      <p:ext uri="{BB962C8B-B14F-4D97-AF65-F5344CB8AC3E}">
        <p14:creationId xmlns:p14="http://schemas.microsoft.com/office/powerpoint/2010/main" val="963751959"/>
      </p:ext>
    </p:extLst>
  </p:cSld>
</p:sld>
</file>

<file path=ppt/slides/slide38.xml><?xml version="1.0" encoding="utf-8"?>
<p:sld xmlns:p="http://schemas.openxmlformats.org/presentationml/2006/main">
  <p:cSld>
    <p:spTree>
      <p:nvGrpSpPr>
        <p:cNvPr id="1" name=""/>
        <p:cNvGrpSpPr/>
        <p:nvPr/>
      </p:nvGrpSpPr>
      <p:grpSpPr>
        <a:xfrm xmlns:a="http://schemas.openxmlformats.org/drawingml/2006/main"/>
      </p:grpSpPr>
      <p:sp>
        <p:nvSpPr>
          <p:cNvPr id="6" name="section-heading">
            <a:extLst xmlns:a="http://schemas.openxmlformats.org/drawingml/2006/main">
              <a:ext uri="{FF2B5EF4-FFF2-40B4-BE49-F238E27FC236}">
                <a16:creationId xmlns:a16="http://schemas.microsoft.com/office/drawing/2014/main" id="{1472698D-71A5-4CD2-B216-EAD6116F243E}"/>
              </a:ext>
            </a:extLst>
          </p:cNvPr>
          <p:cNvSpPr>
            <a:spLocks xmlns:a="http://schemas.openxmlformats.org/drawingml/2006/main" noGrp="1"/>
          </p:cNvSpPr>
          <p:nvPr/>
        </p:nvSpPr>
        <p:spPr>
          <a:xfrm xmlns:a="http://schemas.openxmlformats.org/drawingml/2006/main">
            <a:off x="1499616" y="630936"/>
            <a:ext cx="9784080" cy="5486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2700" b="1">
                <a:solidFill>
                  <a:srgbClr val="243746"/>
                </a:solidFill>
                <a:latin typeface="Noto Sans CJK SC"/>
                <a:ea typeface="Noto Sans CJK SC"/>
                <a:cs typeface="Noto Sans CJK SC"/>
              </a:defRPr>
            </a:defPPr>
          </a:lstStyle>
          <a:p xmlns:a="http://schemas.openxmlformats.org/drawingml/2006/main">
            <a:pPr algn="l">
              <a:lnSpc>
                <a:spcPct val="103000"/>
              </a:lnSpc>
              <a:buNone/>
              <a:defRPr sz="2700" b="1">
                <a:solidFill>
                  <a:srgbClr val="243746"/>
                </a:solidFill>
                <a:latin typeface="Noto Sans CJK SC"/>
                <a:ea typeface="Noto Sans CJK SC"/>
                <a:cs typeface="Noto Sans CJK SC"/>
              </a:defRPr>
            </a:pPr>
            <a:r>
              <a:rPr sz="2700" b="1">
                <a:solidFill>
                  <a:srgbClr val="243746"/>
                </a:solidFill>
                <a:latin typeface="Noto Sans CJK SC"/>
                <a:ea typeface="Noto Sans CJK SC"/>
                <a:cs typeface="Noto Sans CJK SC"/>
              </a:rPr>
              <a:t>附录 A（1/3）</a:t>
            </a:r>
          </a:p>
        </p:txBody>
      </p:sp>
      <p:sp>
        <p:nvSpPr>
          <p:cNvPr id="2" name="slide-topic">
            <a:extLst xmlns:a="http://schemas.openxmlformats.org/drawingml/2006/main">
              <a:ext uri="{FF2B5EF4-FFF2-40B4-BE49-F238E27FC236}">
                <a16:creationId xmlns:a16="http://schemas.microsoft.com/office/drawing/2014/main" id="{E4AB6F77-0669-4D62-BE71-296AC3D32502}"/>
              </a:ext>
            </a:extLst>
          </p:cNvPr>
          <p:cNvSpPr>
            <a:spLocks xmlns:a="http://schemas.openxmlformats.org/drawingml/2006/main" noGrp="1"/>
          </p:cNvSpPr>
          <p:nvPr/>
        </p:nvSpPr>
        <p:spPr>
          <a:xfrm xmlns:a="http://schemas.openxmlformats.org/drawingml/2006/main">
            <a:off x="658368" y="1709928"/>
            <a:ext cx="10881360" cy="5486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2400" b="1">
                <a:solidFill>
                  <a:srgbClr val="243746"/>
                </a:solidFill>
                <a:latin typeface="Noto Sans CJK SC"/>
                <a:ea typeface="Noto Sans CJK SC"/>
                <a:cs typeface="Noto Sans CJK SC"/>
              </a:defRPr>
            </a:defPPr>
          </a:lstStyle>
          <a:p xmlns:a="http://schemas.openxmlformats.org/drawingml/2006/main">
            <a:pPr algn="l">
              <a:lnSpc>
                <a:spcPct val="103000"/>
              </a:lnSpc>
              <a:buNone/>
              <a:defRPr sz="2400" b="1">
                <a:solidFill>
                  <a:srgbClr val="243746"/>
                </a:solidFill>
                <a:latin typeface="Noto Sans CJK SC"/>
                <a:ea typeface="Noto Sans CJK SC"/>
                <a:cs typeface="Noto Sans CJK SC"/>
              </a:defRPr>
            </a:pPr>
            <a:r>
              <a:rPr sz="2400" b="1">
                <a:solidFill>
                  <a:srgbClr val="243746"/>
                </a:solidFill>
                <a:latin typeface="Noto Sans CJK SC"/>
                <a:ea typeface="Noto Sans CJK SC"/>
                <a:cs typeface="Noto Sans CJK SC"/>
              </a:rPr>
              <a:t>完整符号：索引与决策变量</a:t>
            </a:r>
          </a:p>
        </p:txBody>
      </p:sp>
      <p:graphicFrame>
        <p:nvGraphicFramePr>
          <p:cNvPr id="3" name="">
            <a:extLst xmlns:a="http://schemas.openxmlformats.org/drawingml/2006/main">
              <a:ext uri="{FF2B5EF4-FFF2-40B4-BE49-F238E27FC236}">
                <a16:creationId xmlns:a16="http://schemas.microsoft.com/office/drawing/2014/main" id="{0F31509F-3FE0-4F23-9856-A1353AE98DAC}"/>
              </a:ext>
            </a:extLst>
          </p:cNvPr>
          <p:cNvGraphicFramePr/>
          <p:nvPr/>
        </p:nvGraphicFramePr>
        <p:xfrm>
          <a:off xmlns:a="http://schemas.openxmlformats.org/drawingml/2006/main" x="658368" y="2414016"/>
          <a:ext xmlns:a="http://schemas.openxmlformats.org/drawingml/2006/main" cx="10872216" cy="3794760"/>
        </p:xfrm>
        <a:graphic xmlns:a="http://schemas.openxmlformats.org/drawingml/2006/main">
          <a:graphicData uri="http://schemas.openxmlformats.org/drawingml/2006/table">
            <a:tbl>
              <a:tblPr firstRow="1" bandRow="0"/>
              <a:tblGrid>
                <a:gridCol w="2770632"/>
                <a:gridCol w="8101584"/>
              </a:tblGrid>
              <a:tr h="421640">
                <a:tc>
                  <a:txBody>
                    <a:bodyPr wrap="square">
                      <a:noAutofit/>
                    </a:bodyPr>
                    <a:lstStyle/>
                    <a:p>
                      <a:pPr algn="l">
                        <a:lnSpc>
                          <a:spcPct val="100000"/>
                        </a:lnSpc>
                        <a:buNone/>
                      </a:pPr>
                      <a:r>
                        <a:rPr sz="1800" b="1">
                          <a:solidFill>
                            <a:srgbClr val="FFFFFF"/>
                          </a:solidFill>
                          <a:latin typeface="Noto Sans CJK SC"/>
                          <a:ea typeface="Noto Sans CJK SC"/>
                          <a:cs typeface="Noto Sans CJK SC"/>
                        </a:rPr>
                        <a:t>符号</a:t>
                      </a:r>
                    </a:p>
                  </a:txBody>
                  <a:tcPr marL="85725" marR="85725" marT="57150" marB="57150" anchor="ctr">
                    <a:solidFill>
                      <a:srgbClr val="587C95"/>
                    </a:solidFill>
                  </a:tcPr>
                </a:tc>
                <a:tc>
                  <a:txBody>
                    <a:bodyPr wrap="square">
                      <a:noAutofit/>
                    </a:bodyPr>
                    <a:lstStyle/>
                    <a:p>
                      <a:pPr algn="l">
                        <a:lnSpc>
                          <a:spcPct val="100000"/>
                        </a:lnSpc>
                        <a:buNone/>
                      </a:pPr>
                      <a:r>
                        <a:rPr sz="1800" b="1">
                          <a:solidFill>
                            <a:srgbClr val="FFFFFF"/>
                          </a:solidFill>
                          <a:latin typeface="Noto Sans CJK SC"/>
                          <a:ea typeface="Noto Sans CJK SC"/>
                          <a:cs typeface="Noto Sans CJK SC"/>
                        </a:rPr>
                        <a:t>定义</a:t>
                      </a:r>
                    </a:p>
                  </a:txBody>
                  <a:tcPr marL="85725" marR="85725" marT="57150" marB="57150" anchor="ctr">
                    <a:solidFill>
                      <a:srgbClr val="587C95"/>
                    </a:solidFill>
                  </a:tcPr>
                </a:tc>
              </a:tr>
              <a:tr h="421640">
                <a:tc>
                  <a:txBody>
                    <a:bodyPr wrap="square">
                      <a:noAutofit/>
                    </a:bodyPr>
                    <a:lstStyle/>
                    <a:p>
                      <a:pPr algn="l">
                        <a:lnSpc>
                          <a:spcPct val="100000"/>
                        </a:lnSpc>
                        <a:buNone/>
                      </a:pPr>
                      <a:r>
                        <a:rPr sz="1750" b="0">
                          <a:solidFill>
                            <a:srgbClr val="243746"/>
                          </a:solidFill>
                          <a:latin typeface="Noto Sans CJK SC"/>
                          <a:ea typeface="Noto Sans CJK SC"/>
                          <a:cs typeface="Noto Sans CJK SC"/>
                        </a:rPr>
                        <a:t>i∈{1,2}</a:t>
                      </a:r>
                    </a:p>
                  </a:txBody>
                  <a:tcPr marL="85725" marR="85725" marT="57150" marB="57150" anchor="ctr">
                    <a:solidFill>
                      <a:srgbClr val="F0F4F7"/>
                    </a:solidFill>
                  </a:tcPr>
                </a:tc>
                <a:tc>
                  <a:txBody>
                    <a:bodyPr wrap="square">
                      <a:noAutofit/>
                    </a:bodyPr>
                    <a:lstStyle/>
                    <a:p>
                      <a:pPr algn="l">
                        <a:lnSpc>
                          <a:spcPct val="100000"/>
                        </a:lnSpc>
                        <a:buNone/>
                      </a:pPr>
                      <a:r>
                        <a:rPr sz="1750" b="0">
                          <a:solidFill>
                            <a:srgbClr val="243746"/>
                          </a:solidFill>
                          <a:latin typeface="Noto Sans CJK SC"/>
                          <a:ea typeface="Noto Sans CJK SC"/>
                          <a:cs typeface="Noto Sans CJK SC"/>
                        </a:rPr>
                        <a:t>供应商索引，分别提供两种不同投入品</a:t>
                      </a:r>
                    </a:p>
                  </a:txBody>
                  <a:tcPr marL="85725" marR="85725" marT="57150" marB="57150" anchor="ctr">
                    <a:solidFill>
                      <a:srgbClr val="F0F4F7"/>
                    </a:solidFill>
                  </a:tcPr>
                </a:tc>
              </a:tr>
              <a:tr h="421640">
                <a:tc>
                  <a:txBody>
                    <a:bodyPr wrap="square">
                      <a:noAutofit/>
                    </a:bodyPr>
                    <a:lstStyle/>
                    <a:p>
                      <a:pPr algn="l">
                        <a:lnSpc>
                          <a:spcPct val="100000"/>
                        </a:lnSpc>
                        <a:buNone/>
                      </a:pPr>
                      <a:r>
                        <a:rPr sz="1750" b="0">
                          <a:solidFill>
                            <a:srgbClr val="243746"/>
                          </a:solidFill>
                          <a:latin typeface="Noto Sans CJK SC"/>
                          <a:ea typeface="Noto Sans CJK SC"/>
                          <a:cs typeface="Noto Sans CJK SC"/>
                        </a:rPr>
                        <a:t>xᵢ∈{0,1}</a:t>
                      </a:r>
                    </a:p>
                  </a:txBody>
                  <a:tcPr marL="85725" marR="85725" marT="57150" marB="57150" anchor="ctr">
                    <a:solidFill>
                      <a:srgbClr val="FFFFFF"/>
                    </a:solidFill>
                  </a:tcPr>
                </a:tc>
                <a:tc>
                  <a:txBody>
                    <a:bodyPr wrap="square">
                      <a:noAutofit/>
                    </a:bodyPr>
                    <a:lstStyle/>
                    <a:p>
                      <a:pPr algn="l">
                        <a:lnSpc>
                          <a:spcPct val="100000"/>
                        </a:lnSpc>
                        <a:buNone/>
                      </a:pPr>
                      <a:r>
                        <a:rPr sz="1750" b="0">
                          <a:solidFill>
                            <a:srgbClr val="243746"/>
                          </a:solidFill>
                          <a:latin typeface="Noto Sans CJK SC"/>
                          <a:ea typeface="Noto Sans CJK SC"/>
                          <a:cs typeface="Noto Sans CJK SC"/>
                        </a:rPr>
                        <a:t>是否审计供应商 i</a:t>
                      </a:r>
                    </a:p>
                  </a:txBody>
                  <a:tcPr marL="85725" marR="85725" marT="57150" marB="57150" anchor="ctr">
                    <a:solidFill>
                      <a:srgbClr val="FFFFFF"/>
                    </a:solidFill>
                  </a:tcPr>
                </a:tc>
              </a:tr>
              <a:tr h="421640">
                <a:tc>
                  <a:txBody>
                    <a:bodyPr wrap="square">
                      <a:noAutofit/>
                    </a:bodyPr>
                    <a:lstStyle/>
                    <a:p>
                      <a:pPr algn="l">
                        <a:lnSpc>
                          <a:spcPct val="100000"/>
                        </a:lnSpc>
                        <a:buNone/>
                      </a:pPr>
                      <a:r>
                        <a:rPr sz="1750" b="0">
                          <a:solidFill>
                            <a:srgbClr val="243746"/>
                          </a:solidFill>
                          <a:latin typeface="Noto Sans CJK SC"/>
                          <a:ea typeface="Noto Sans CJK SC"/>
                          <a:cs typeface="Noto Sans CJK SC"/>
                        </a:rPr>
                        <a:t>fᵢ∈{s,r,∅}</a:t>
                      </a:r>
                    </a:p>
                  </a:txBody>
                  <a:tcPr marL="85725" marR="85725" marT="57150" marB="57150" anchor="ctr">
                    <a:solidFill>
                      <a:srgbClr val="F0F4F7"/>
                    </a:solidFill>
                  </a:tcPr>
                </a:tc>
                <a:tc>
                  <a:txBody>
                    <a:bodyPr wrap="square">
                      <a:noAutofit/>
                    </a:bodyPr>
                    <a:lstStyle/>
                    <a:p>
                      <a:pPr algn="l">
                        <a:lnSpc>
                          <a:spcPct val="100000"/>
                        </a:lnSpc>
                        <a:buNone/>
                      </a:pPr>
                      <a:r>
                        <a:rPr sz="1750" b="0">
                          <a:solidFill>
                            <a:srgbClr val="243746"/>
                          </a:solidFill>
                          <a:latin typeface="Noto Sans CJK SC"/>
                          <a:ea typeface="Noto Sans CJK SC"/>
                          <a:cs typeface="Noto Sans CJK SC"/>
                        </a:rPr>
                        <a:t>替换、整改或无行动</a:t>
                      </a:r>
                    </a:p>
                  </a:txBody>
                  <a:tcPr marL="85725" marR="85725" marT="57150" marB="57150" anchor="ctr">
                    <a:solidFill>
                      <a:srgbClr val="F0F4F7"/>
                    </a:solidFill>
                  </a:tcPr>
                </a:tc>
              </a:tr>
              <a:tr h="421640">
                <a:tc>
                  <a:txBody>
                    <a:bodyPr wrap="square">
                      <a:noAutofit/>
                    </a:bodyPr>
                    <a:lstStyle/>
                    <a:p>
                      <a:pPr algn="l">
                        <a:lnSpc>
                          <a:spcPct val="100000"/>
                        </a:lnSpc>
                        <a:buNone/>
                      </a:pPr>
                      <a:r>
                        <a:rPr sz="1750" b="0">
                          <a:solidFill>
                            <a:srgbClr val="243746"/>
                          </a:solidFill>
                          <a:latin typeface="Noto Sans CJK SC"/>
                          <a:ea typeface="Noto Sans CJK SC"/>
                          <a:cs typeface="Noto Sans CJK SC"/>
                        </a:rPr>
                        <a:t>Aᵢ</a:t>
                      </a:r>
                    </a:p>
                  </a:txBody>
                  <a:tcPr marL="85725" marR="85725" marT="57150" marB="57150" anchor="ctr">
                    <a:solidFill>
                      <a:srgbClr val="FFFFFF"/>
                    </a:solidFill>
                  </a:tcPr>
                </a:tc>
                <a:tc>
                  <a:txBody>
                    <a:bodyPr wrap="square">
                      <a:noAutofit/>
                    </a:bodyPr>
                    <a:lstStyle/>
                    <a:p>
                      <a:pPr algn="l">
                        <a:lnSpc>
                          <a:spcPct val="100000"/>
                        </a:lnSpc>
                        <a:buNone/>
                      </a:pPr>
                      <a:r>
                        <a:rPr sz="1750" b="0">
                          <a:solidFill>
                            <a:srgbClr val="243746"/>
                          </a:solidFill>
                          <a:latin typeface="Noto Sans CJK SC"/>
                          <a:ea typeface="Noto Sans CJK SC"/>
                          <a:cs typeface="Noto Sans CJK SC"/>
                        </a:rPr>
                        <a:t>实际审计准确度：1−eαᵢ−(1−e)βᵢ</a:t>
                      </a:r>
                    </a:p>
                  </a:txBody>
                  <a:tcPr marL="85725" marR="85725" marT="57150" marB="57150" anchor="ctr">
                    <a:solidFill>
                      <a:srgbClr val="FFFFFF"/>
                    </a:solidFill>
                  </a:tcPr>
                </a:tc>
              </a:tr>
              <a:tr h="421640">
                <a:tc>
                  <a:txBody>
                    <a:bodyPr wrap="square">
                      <a:noAutofit/>
                    </a:bodyPr>
                    <a:lstStyle/>
                    <a:p>
                      <a:pPr algn="l">
                        <a:lnSpc>
                          <a:spcPct val="100000"/>
                        </a:lnSpc>
                        <a:buNone/>
                      </a:pPr>
                      <a:r>
                        <a:rPr sz="1750" b="0">
                          <a:solidFill>
                            <a:srgbClr val="243746"/>
                          </a:solidFill>
                          <a:latin typeface="Noto Sans CJK SC"/>
                          <a:ea typeface="Noto Sans CJK SC"/>
                          <a:cs typeface="Noto Sans CJK SC"/>
                        </a:rPr>
                        <a:t>αᵢ</a:t>
                      </a:r>
                    </a:p>
                  </a:txBody>
                  <a:tcPr marL="85725" marR="85725" marT="57150" marB="57150" anchor="ctr">
                    <a:solidFill>
                      <a:srgbClr val="F0F4F7"/>
                    </a:solidFill>
                  </a:tcPr>
                </a:tc>
                <a:tc>
                  <a:txBody>
                    <a:bodyPr wrap="square">
                      <a:noAutofit/>
                    </a:bodyPr>
                    <a:lstStyle/>
                    <a:p>
                      <a:pPr algn="l">
                        <a:lnSpc>
                          <a:spcPct val="100000"/>
                        </a:lnSpc>
                        <a:buNone/>
                      </a:pPr>
                      <a:r>
                        <a:rPr sz="1750" b="0">
                          <a:solidFill>
                            <a:srgbClr val="243746"/>
                          </a:solidFill>
                          <a:latin typeface="Noto Sans CJK SC"/>
                          <a:ea typeface="Noto Sans CJK SC"/>
                          <a:cs typeface="Noto Sans CJK SC"/>
                        </a:rPr>
                        <a:t>合规者被判未通过的条件概率，第一类错误率</a:t>
                      </a:r>
                    </a:p>
                  </a:txBody>
                  <a:tcPr marL="85725" marR="85725" marT="57150" marB="57150" anchor="ctr">
                    <a:solidFill>
                      <a:srgbClr val="F0F4F7"/>
                    </a:solidFill>
                  </a:tcPr>
                </a:tc>
              </a:tr>
              <a:tr h="421640">
                <a:tc>
                  <a:txBody>
                    <a:bodyPr wrap="square">
                      <a:noAutofit/>
                    </a:bodyPr>
                    <a:lstStyle/>
                    <a:p>
                      <a:pPr algn="l">
                        <a:lnSpc>
                          <a:spcPct val="100000"/>
                        </a:lnSpc>
                        <a:buNone/>
                      </a:pPr>
                      <a:r>
                        <a:rPr sz="1750" b="0">
                          <a:solidFill>
                            <a:srgbClr val="243746"/>
                          </a:solidFill>
                          <a:latin typeface="Noto Sans CJK SC"/>
                          <a:ea typeface="Noto Sans CJK SC"/>
                          <a:cs typeface="Noto Sans CJK SC"/>
                        </a:rPr>
                        <a:t>βᵢ</a:t>
                      </a:r>
                    </a:p>
                  </a:txBody>
                  <a:tcPr marL="85725" marR="85725" marT="57150" marB="57150" anchor="ctr">
                    <a:solidFill>
                      <a:srgbClr val="FFFFFF"/>
                    </a:solidFill>
                  </a:tcPr>
                </a:tc>
                <a:tc>
                  <a:txBody>
                    <a:bodyPr wrap="square">
                      <a:noAutofit/>
                    </a:bodyPr>
                    <a:lstStyle/>
                    <a:p>
                      <a:pPr algn="l">
                        <a:lnSpc>
                          <a:spcPct val="100000"/>
                        </a:lnSpc>
                        <a:buNone/>
                      </a:pPr>
                      <a:r>
                        <a:rPr sz="1750" b="0">
                          <a:solidFill>
                            <a:srgbClr val="243746"/>
                          </a:solidFill>
                          <a:latin typeface="Noto Sans CJK SC"/>
                          <a:ea typeface="Noto Sans CJK SC"/>
                          <a:cs typeface="Noto Sans CJK SC"/>
                        </a:rPr>
                        <a:t>违规者被判通过的条件概率，第二类错误率</a:t>
                      </a:r>
                    </a:p>
                  </a:txBody>
                  <a:tcPr marL="85725" marR="85725" marT="57150" marB="57150" anchor="ctr">
                    <a:solidFill>
                      <a:srgbClr val="FFFFFF"/>
                    </a:solidFill>
                  </a:tcPr>
                </a:tc>
              </a:tr>
              <a:tr h="421640">
                <a:tc>
                  <a:txBody>
                    <a:bodyPr wrap="square">
                      <a:noAutofit/>
                    </a:bodyPr>
                    <a:lstStyle/>
                    <a:p>
                      <a:pPr algn="l">
                        <a:lnSpc>
                          <a:spcPct val="100000"/>
                        </a:lnSpc>
                        <a:buNone/>
                      </a:pPr>
                      <a:r>
                        <a:rPr sz="1750" b="0">
                          <a:solidFill>
                            <a:srgbClr val="243746"/>
                          </a:solidFill>
                          <a:latin typeface="Noto Sans CJK SC"/>
                          <a:ea typeface="Noto Sans CJK SC"/>
                          <a:cs typeface="Noto Sans CJK SC"/>
                        </a:rPr>
                        <a:t>bᵢ</a:t>
                      </a:r>
                    </a:p>
                  </a:txBody>
                  <a:tcPr marL="85725" marR="85725" marT="57150" marB="57150" anchor="ctr">
                    <a:solidFill>
                      <a:srgbClr val="F0F4F7"/>
                    </a:solidFill>
                  </a:tcPr>
                </a:tc>
                <a:tc>
                  <a:txBody>
                    <a:bodyPr wrap="square">
                      <a:noAutofit/>
                    </a:bodyPr>
                    <a:lstStyle/>
                    <a:p>
                      <a:pPr algn="l">
                        <a:lnSpc>
                          <a:spcPct val="100000"/>
                        </a:lnSpc>
                        <a:buNone/>
                      </a:pPr>
                      <a:r>
                        <a:rPr sz="1750" b="0">
                          <a:solidFill>
                            <a:srgbClr val="243746"/>
                          </a:solidFill>
                          <a:latin typeface="Noto Sans CJK SC"/>
                          <a:ea typeface="Noto Sans CJK SC"/>
                          <a:cs typeface="Noto Sans CJK SC"/>
                        </a:rPr>
                        <a:t>审计供应商 i 的最大可达准确度</a:t>
                      </a:r>
                    </a:p>
                  </a:txBody>
                  <a:tcPr marL="85725" marR="85725" marT="57150" marB="57150" anchor="ctr">
                    <a:solidFill>
                      <a:srgbClr val="F0F4F7"/>
                    </a:solidFill>
                  </a:tcPr>
                </a:tc>
              </a:tr>
              <a:tr h="421640">
                <a:tc>
                  <a:txBody>
                    <a:bodyPr wrap="square">
                      <a:noAutofit/>
                    </a:bodyPr>
                    <a:lstStyle/>
                    <a:p>
                      <a:pPr algn="l">
                        <a:lnSpc>
                          <a:spcPct val="100000"/>
                        </a:lnSpc>
                        <a:buNone/>
                      </a:pPr>
                      <a:r>
                        <a:rPr sz="1750" b="0">
                          <a:solidFill>
                            <a:srgbClr val="243746"/>
                          </a:solidFill>
                          <a:latin typeface="Noto Sans CJK SC"/>
                          <a:ea typeface="Noto Sans CJK SC"/>
                          <a:cs typeface="Noto Sans CJK SC"/>
                        </a:rPr>
                        <a:t>b0</a:t>
                      </a:r>
                    </a:p>
                  </a:txBody>
                  <a:tcPr marL="85725" marR="85725" marT="57150" marB="57150" anchor="ctr">
                    <a:solidFill>
                      <a:srgbClr val="FFFFFF"/>
                    </a:solidFill>
                  </a:tcPr>
                </a:tc>
                <a:tc>
                  <a:txBody>
                    <a:bodyPr wrap="square">
                      <a:noAutofit/>
                    </a:bodyPr>
                    <a:lstStyle/>
                    <a:p>
                      <a:pPr algn="l">
                        <a:lnSpc>
                          <a:spcPct val="100000"/>
                        </a:lnSpc>
                        <a:buNone/>
                      </a:pPr>
                      <a:r>
                        <a:rPr sz="1750" b="0">
                          <a:solidFill>
                            <a:srgbClr val="243746"/>
                          </a:solidFill>
                          <a:latin typeface="Noto Sans CJK SC"/>
                          <a:ea typeface="Noto Sans CJK SC"/>
                          <a:cs typeface="Noto Sans CJK SC"/>
                        </a:rPr>
                        <a:t>一对一最大准确度：min{1,√(2B)}</a:t>
                      </a:r>
                    </a:p>
                  </a:txBody>
                  <a:tcPr marL="85725" marR="85725" marT="57150" marB="57150" anchor="ctr">
                    <a:solidFill>
                      <a:srgbClr val="FFFFFF"/>
                    </a:solidFill>
                  </a:tcPr>
                </a:tc>
              </a:tr>
            </a:tbl>
          </a:graphicData>
        </a:graphic>
      </p:graphicFrame>
      <p:sp>
        <p:nvSpPr>
          <p:cNvPr id="4" name="source-footer">
            <a:extLst xmlns:a="http://schemas.openxmlformats.org/drawingml/2006/main">
              <a:ext uri="{FF2B5EF4-FFF2-40B4-BE49-F238E27FC236}">
                <a16:creationId xmlns:a16="http://schemas.microsoft.com/office/drawing/2014/main" id="{07A308B3-91E5-418F-8EB6-BC8BA1A11F3B}"/>
              </a:ext>
            </a:extLst>
          </p:cNvPr>
          <p:cNvSpPr>
            <a:spLocks xmlns:a="http://schemas.openxmlformats.org/drawingml/2006/main" noGrp="1"/>
          </p:cNvSpPr>
          <p:nvPr/>
        </p:nvSpPr>
        <p:spPr>
          <a:xfrm xmlns:a="http://schemas.openxmlformats.org/drawingml/2006/main">
            <a:off x="676656" y="6492240"/>
            <a:ext cx="10442448"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1040" b="0">
                <a:solidFill>
                  <a:srgbClr val="627281"/>
                </a:solidFill>
                <a:latin typeface="Noto Sans CJK SC"/>
                <a:ea typeface="Noto Sans CJK SC"/>
                <a:cs typeface="Noto Sans CJK SC"/>
              </a:defRPr>
            </a:defPPr>
          </a:lstStyle>
          <a:p xmlns:a="http://schemas.openxmlformats.org/drawingml/2006/main">
            <a:pPr algn="l">
              <a:lnSpc>
                <a:spcPct val="103000"/>
              </a:lnSpc>
              <a:buNone/>
              <a:defRPr sz="1040" b="0">
                <a:solidFill>
                  <a:srgbClr val="627281"/>
                </a:solidFill>
                <a:latin typeface="Noto Sans CJK SC"/>
                <a:ea typeface="Noto Sans CJK SC"/>
                <a:cs typeface="Noto Sans CJK SC"/>
              </a:defRPr>
            </a:pPr>
            <a:r>
              <a:rPr sz="1040" b="0">
                <a:solidFill>
                  <a:srgbClr val="627281"/>
                </a:solidFill>
                <a:latin typeface="Noto Sans CJK SC"/>
                <a:ea typeface="Noto Sans CJK SC"/>
                <a:cs typeface="Noto Sans CJK SC"/>
              </a:rPr>
              <a:t>按用户参考稿 Table EC.1 与原文 §3 整理</a:t>
            </a:r>
          </a:p>
        </p:txBody>
      </p:sp>
      <p:sp>
        <p:nvSpPr>
          <p:cNvPr id="5" name="page-number">
            <a:extLst xmlns:a="http://schemas.openxmlformats.org/drawingml/2006/main">
              <a:ext uri="{FF2B5EF4-FFF2-40B4-BE49-F238E27FC236}">
                <a16:creationId xmlns:a16="http://schemas.microsoft.com/office/drawing/2014/main" id="{24A549EF-0C86-47F1-8206-FBF69C6C9530}"/>
              </a:ext>
            </a:extLst>
          </p:cNvPr>
          <p:cNvSpPr>
            <a:spLocks xmlns:a="http://schemas.openxmlformats.org/drawingml/2006/main" noGrp="1"/>
          </p:cNvSpPr>
          <p:nvPr/>
        </p:nvSpPr>
        <p:spPr>
          <a:xfrm xmlns:a="http://schemas.openxmlformats.org/drawingml/2006/main">
            <a:off x="11000232" y="6492240"/>
            <a:ext cx="502920"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r">
              <a:defRPr sz="1050" b="0">
                <a:solidFill>
                  <a:srgbClr val="587C95"/>
                </a:solidFill>
                <a:latin typeface="Noto Sans CJK SC"/>
                <a:ea typeface="Noto Sans CJK SC"/>
                <a:cs typeface="Noto Sans CJK SC"/>
              </a:defRPr>
            </a:defPPr>
          </a:lstStyle>
          <a:p xmlns:a="http://schemas.openxmlformats.org/drawingml/2006/main">
            <a:pPr algn="r">
              <a:lnSpc>
                <a:spcPct val="103000"/>
              </a:lnSpc>
              <a:buNone/>
              <a:defRPr sz="1050" b="0">
                <a:solidFill>
                  <a:srgbClr val="587C95"/>
                </a:solidFill>
                <a:latin typeface="Noto Sans CJK SC"/>
                <a:ea typeface="Noto Sans CJK SC"/>
                <a:cs typeface="Noto Sans CJK SC"/>
              </a:defRPr>
            </a:pPr>
            <a:r>
              <a:rPr sz="1050" b="0">
                <a:solidFill>
                  <a:srgbClr val="587C95"/>
                </a:solidFill>
                <a:latin typeface="Noto Sans CJK SC"/>
                <a:ea typeface="Noto Sans CJK SC"/>
                <a:cs typeface="Noto Sans CJK SC"/>
              </a:rPr>
              <a:t>38</a:t>
            </a:r>
          </a:p>
        </p:txBody>
      </p:sp>
    </p:spTree>
    <p:extLst>
      <p:ext uri="{BB962C8B-B14F-4D97-AF65-F5344CB8AC3E}">
        <p14:creationId xmlns:p14="http://schemas.microsoft.com/office/powerpoint/2010/main" val="237391448"/>
      </p:ext>
    </p:extLst>
  </p:cSld>
</p:sld>
</file>

<file path=ppt/slides/slide39.xml><?xml version="1.0" encoding="utf-8"?>
<p:sld xmlns:p="http://schemas.openxmlformats.org/presentationml/2006/main">
  <p:cSld>
    <p:spTree>
      <p:nvGrpSpPr>
        <p:cNvPr id="1" name=""/>
        <p:cNvGrpSpPr/>
        <p:nvPr/>
      </p:nvGrpSpPr>
      <p:grpSpPr>
        <a:xfrm xmlns:a="http://schemas.openxmlformats.org/drawingml/2006/main"/>
      </p:grpSpPr>
      <p:sp>
        <p:nvSpPr>
          <p:cNvPr id="7" name="section-heading">
            <a:extLst xmlns:a="http://schemas.openxmlformats.org/drawingml/2006/main">
              <a:ext uri="{FF2B5EF4-FFF2-40B4-BE49-F238E27FC236}">
                <a16:creationId xmlns:a16="http://schemas.microsoft.com/office/drawing/2014/main" id="{6B562BEA-7E54-4A1A-8A15-E702C34DBB13}"/>
              </a:ext>
            </a:extLst>
          </p:cNvPr>
          <p:cNvSpPr>
            <a:spLocks xmlns:a="http://schemas.openxmlformats.org/drawingml/2006/main" noGrp="1"/>
          </p:cNvSpPr>
          <p:nvPr/>
        </p:nvSpPr>
        <p:spPr>
          <a:xfrm xmlns:a="http://schemas.openxmlformats.org/drawingml/2006/main">
            <a:off x="1499616" y="630936"/>
            <a:ext cx="9784080" cy="5486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2700" b="1">
                <a:solidFill>
                  <a:srgbClr val="243746"/>
                </a:solidFill>
                <a:latin typeface="Noto Sans CJK SC"/>
                <a:ea typeface="Noto Sans CJK SC"/>
                <a:cs typeface="Noto Sans CJK SC"/>
              </a:defRPr>
            </a:defPPr>
          </a:lstStyle>
          <a:p xmlns:a="http://schemas.openxmlformats.org/drawingml/2006/main">
            <a:pPr algn="l">
              <a:lnSpc>
                <a:spcPct val="103000"/>
              </a:lnSpc>
              <a:buNone/>
              <a:defRPr sz="2700" b="1">
                <a:solidFill>
                  <a:srgbClr val="243746"/>
                </a:solidFill>
                <a:latin typeface="Noto Sans CJK SC"/>
                <a:ea typeface="Noto Sans CJK SC"/>
                <a:cs typeface="Noto Sans CJK SC"/>
              </a:defRPr>
            </a:pPr>
            <a:r>
              <a:rPr sz="2700" b="1">
                <a:solidFill>
                  <a:srgbClr val="243746"/>
                </a:solidFill>
                <a:latin typeface="Noto Sans CJK SC"/>
                <a:ea typeface="Noto Sans CJK SC"/>
                <a:cs typeface="Noto Sans CJK SC"/>
              </a:rPr>
              <a:t>附录 A（2/3）</a:t>
            </a:r>
          </a:p>
        </p:txBody>
      </p:sp>
      <p:sp>
        <p:nvSpPr>
          <p:cNvPr id="2" name="slide-topic">
            <a:extLst xmlns:a="http://schemas.openxmlformats.org/drawingml/2006/main">
              <a:ext uri="{FF2B5EF4-FFF2-40B4-BE49-F238E27FC236}">
                <a16:creationId xmlns:a16="http://schemas.microsoft.com/office/drawing/2014/main" id="{40A27915-BBAF-4C15-B2F8-AC338CBF3D30}"/>
              </a:ext>
            </a:extLst>
          </p:cNvPr>
          <p:cNvSpPr>
            <a:spLocks xmlns:a="http://schemas.openxmlformats.org/drawingml/2006/main" noGrp="1"/>
          </p:cNvSpPr>
          <p:nvPr/>
        </p:nvSpPr>
        <p:spPr>
          <a:xfrm xmlns:a="http://schemas.openxmlformats.org/drawingml/2006/main">
            <a:off x="658368" y="1709928"/>
            <a:ext cx="10881360" cy="5486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2400" b="1">
                <a:solidFill>
                  <a:srgbClr val="243746"/>
                </a:solidFill>
                <a:latin typeface="Noto Sans CJK SC"/>
                <a:ea typeface="Noto Sans CJK SC"/>
                <a:cs typeface="Noto Sans CJK SC"/>
              </a:defRPr>
            </a:defPPr>
          </a:lstStyle>
          <a:p xmlns:a="http://schemas.openxmlformats.org/drawingml/2006/main">
            <a:pPr algn="l">
              <a:lnSpc>
                <a:spcPct val="103000"/>
              </a:lnSpc>
              <a:buNone/>
              <a:defRPr sz="2400" b="1">
                <a:solidFill>
                  <a:srgbClr val="243746"/>
                </a:solidFill>
                <a:latin typeface="Noto Sans CJK SC"/>
                <a:ea typeface="Noto Sans CJK SC"/>
                <a:cs typeface="Noto Sans CJK SC"/>
              </a:defRPr>
            </a:pPr>
            <a:r>
              <a:rPr sz="2400" b="1">
                <a:solidFill>
                  <a:srgbClr val="243746"/>
                </a:solidFill>
                <a:latin typeface="Noto Sans CJK SC"/>
                <a:ea typeface="Noto Sans CJK SC"/>
                <a:cs typeface="Noto Sans CJK SC"/>
              </a:rPr>
              <a:t>完整符号：基准参数与审计结果</a:t>
            </a:r>
          </a:p>
        </p:txBody>
      </p:sp>
      <p:graphicFrame>
        <p:nvGraphicFramePr>
          <p:cNvPr id="3" name="">
            <a:extLst xmlns:a="http://schemas.openxmlformats.org/drawingml/2006/main">
              <a:ext uri="{FF2B5EF4-FFF2-40B4-BE49-F238E27FC236}">
                <a16:creationId xmlns:a16="http://schemas.microsoft.com/office/drawing/2014/main" id="{C7BDC878-92E8-4A84-BF5D-B2C1BE84D7D0}"/>
              </a:ext>
            </a:extLst>
          </p:cNvPr>
          <p:cNvGraphicFramePr/>
          <p:nvPr/>
        </p:nvGraphicFramePr>
        <p:xfrm>
          <a:off xmlns:a="http://schemas.openxmlformats.org/drawingml/2006/main" x="658368" y="2414016"/>
          <a:ext xmlns:a="http://schemas.openxmlformats.org/drawingml/2006/main" cx="10872216" cy="2660904"/>
        </p:xfrm>
        <a:graphic xmlns:a="http://schemas.openxmlformats.org/drawingml/2006/main">
          <a:graphicData uri="http://schemas.openxmlformats.org/drawingml/2006/table">
            <a:tbl>
              <a:tblPr firstRow="1" bandRow="0"/>
              <a:tblGrid>
                <a:gridCol w="2770632"/>
                <a:gridCol w="8101584"/>
              </a:tblGrid>
              <a:tr h="443484">
                <a:tc>
                  <a:txBody>
                    <a:bodyPr wrap="square">
                      <a:noAutofit/>
                    </a:bodyPr>
                    <a:lstStyle/>
                    <a:p>
                      <a:pPr algn="l">
                        <a:lnSpc>
                          <a:spcPct val="100000"/>
                        </a:lnSpc>
                        <a:buNone/>
                      </a:pPr>
                      <a:r>
                        <a:rPr sz="2050" b="1">
                          <a:solidFill>
                            <a:srgbClr val="FFFFFF"/>
                          </a:solidFill>
                          <a:latin typeface="Noto Sans CJK SC"/>
                          <a:ea typeface="Noto Sans CJK SC"/>
                          <a:cs typeface="Noto Sans CJK SC"/>
                        </a:rPr>
                        <a:t>符号</a:t>
                      </a:r>
                    </a:p>
                  </a:txBody>
                  <a:tcPr marL="85725" marR="85725" marT="57150" marB="57150" anchor="ctr">
                    <a:solidFill>
                      <a:srgbClr val="587C95"/>
                    </a:solidFill>
                  </a:tcPr>
                </a:tc>
                <a:tc>
                  <a:txBody>
                    <a:bodyPr wrap="square">
                      <a:noAutofit/>
                    </a:bodyPr>
                    <a:lstStyle/>
                    <a:p>
                      <a:pPr algn="l">
                        <a:lnSpc>
                          <a:spcPct val="100000"/>
                        </a:lnSpc>
                        <a:buNone/>
                      </a:pPr>
                      <a:r>
                        <a:rPr sz="2050" b="1">
                          <a:solidFill>
                            <a:srgbClr val="FFFFFF"/>
                          </a:solidFill>
                          <a:latin typeface="Noto Sans CJK SC"/>
                          <a:ea typeface="Noto Sans CJK SC"/>
                          <a:cs typeface="Noto Sans CJK SC"/>
                        </a:rPr>
                        <a:t>定义</a:t>
                      </a:r>
                    </a:p>
                  </a:txBody>
                  <a:tcPr marL="85725" marR="85725" marT="57150" marB="57150" anchor="ctr">
                    <a:solidFill>
                      <a:srgbClr val="587C95"/>
                    </a:solidFill>
                  </a:tcPr>
                </a:tc>
              </a:tr>
              <a:tr h="443484">
                <a:tc>
                  <a:txBody>
                    <a:bodyPr wrap="square">
                      <a:noAutofit/>
                    </a:bodyPr>
                    <a:lstStyle/>
                    <a:p>
                      <a:pPr algn="l">
                        <a:lnSpc>
                          <a:spcPct val="100000"/>
                        </a:lnSpc>
                        <a:buNone/>
                      </a:pPr>
                      <a:r>
                        <a:rPr sz="2000" b="0">
                          <a:solidFill>
                            <a:srgbClr val="243746"/>
                          </a:solidFill>
                          <a:latin typeface="Noto Sans CJK SC"/>
                          <a:ea typeface="Noto Sans CJK SC"/>
                          <a:cs typeface="Noto Sans CJK SC"/>
                        </a:rPr>
                        <a:t>B</a:t>
                      </a:r>
                    </a:p>
                  </a:txBody>
                  <a:tcPr marL="85725" marR="85725" marT="57150" marB="57150" anchor="ctr">
                    <a:solidFill>
                      <a:srgbClr val="F0F4F7"/>
                    </a:solidFill>
                  </a:tcPr>
                </a:tc>
                <a:tc>
                  <a:txBody>
                    <a:bodyPr wrap="square">
                      <a:noAutofit/>
                    </a:bodyPr>
                    <a:lstStyle/>
                    <a:p>
                      <a:pPr algn="l">
                        <a:lnSpc>
                          <a:spcPct val="100000"/>
                        </a:lnSpc>
                        <a:buNone/>
                      </a:pPr>
                      <a:r>
                        <a:rPr sz="2000" b="0">
                          <a:solidFill>
                            <a:srgbClr val="243746"/>
                          </a:solidFill>
                          <a:latin typeface="Noto Sans CJK SC"/>
                          <a:ea typeface="Noto Sans CJK SC"/>
                          <a:cs typeface="Noto Sans CJK SC"/>
                        </a:rPr>
                        <a:t>外生审计预算上限</a:t>
                      </a:r>
                    </a:p>
                  </a:txBody>
                  <a:tcPr marL="85725" marR="85725" marT="57150" marB="57150" anchor="ctr">
                    <a:solidFill>
                      <a:srgbClr val="F0F4F7"/>
                    </a:solidFill>
                  </a:tcPr>
                </a:tc>
              </a:tr>
              <a:tr h="443484">
                <a:tc>
                  <a:txBody>
                    <a:bodyPr wrap="square">
                      <a:noAutofit/>
                    </a:bodyPr>
                    <a:lstStyle/>
                    <a:p>
                      <a:pPr algn="l">
                        <a:lnSpc>
                          <a:spcPct val="100000"/>
                        </a:lnSpc>
                        <a:buNone/>
                      </a:pPr>
                      <a:r>
                        <a:rPr sz="2000" b="0">
                          <a:solidFill>
                            <a:srgbClr val="243746"/>
                          </a:solidFill>
                          <a:latin typeface="Noto Sans CJK SC"/>
                          <a:ea typeface="Noto Sans CJK SC"/>
                          <a:cs typeface="Noto Sans CJK SC"/>
                        </a:rPr>
                        <a:t>c</a:t>
                      </a:r>
                    </a:p>
                  </a:txBody>
                  <a:tcPr marL="85725" marR="85725" marT="57150" marB="57150" anchor="ctr">
                    <a:solidFill>
                      <a:srgbClr val="FFFFFF"/>
                    </a:solidFill>
                  </a:tcPr>
                </a:tc>
                <a:tc>
                  <a:txBody>
                    <a:bodyPr wrap="square">
                      <a:noAutofit/>
                    </a:bodyPr>
                    <a:lstStyle/>
                    <a:p>
                      <a:pPr algn="l">
                        <a:lnSpc>
                          <a:spcPct val="100000"/>
                        </a:lnSpc>
                        <a:buNone/>
                      </a:pPr>
                      <a:r>
                        <a:rPr sz="2000" b="0">
                          <a:solidFill>
                            <a:srgbClr val="243746"/>
                          </a:solidFill>
                          <a:latin typeface="Noto Sans CJK SC"/>
                          <a:ea typeface="Noto Sans CJK SC"/>
                          <a:cs typeface="Noto Sans CJK SC"/>
                        </a:rPr>
                        <a:t>审计成本系数；基准 c=1</a:t>
                      </a:r>
                    </a:p>
                  </a:txBody>
                  <a:tcPr marL="85725" marR="85725" marT="57150" marB="57150" anchor="ctr">
                    <a:solidFill>
                      <a:srgbClr val="FFFFFF"/>
                    </a:solidFill>
                  </a:tcPr>
                </a:tc>
              </a:tr>
              <a:tr h="443484">
                <a:tc>
                  <a:txBody>
                    <a:bodyPr wrap="square">
                      <a:noAutofit/>
                    </a:bodyPr>
                    <a:lstStyle/>
                    <a:p>
                      <a:pPr algn="l">
                        <a:lnSpc>
                          <a:spcPct val="100000"/>
                        </a:lnSpc>
                        <a:buNone/>
                      </a:pPr>
                      <a:r>
                        <a:rPr sz="2000" b="0">
                          <a:solidFill>
                            <a:srgbClr val="243746"/>
                          </a:solidFill>
                          <a:latin typeface="Noto Sans CJK SC"/>
                          <a:ea typeface="Noto Sans CJK SC"/>
                          <a:cs typeface="Noto Sans CJK SC"/>
                        </a:rPr>
                        <a:t>e</a:t>
                      </a:r>
                    </a:p>
                  </a:txBody>
                  <a:tcPr marL="85725" marR="85725" marT="57150" marB="57150" anchor="ctr">
                    <a:solidFill>
                      <a:srgbClr val="F0F4F7"/>
                    </a:solidFill>
                  </a:tcPr>
                </a:tc>
                <a:tc>
                  <a:txBody>
                    <a:bodyPr wrap="square">
                      <a:noAutofit/>
                    </a:bodyPr>
                    <a:lstStyle/>
                    <a:p>
                      <a:pPr algn="l">
                        <a:lnSpc>
                          <a:spcPct val="100000"/>
                        </a:lnSpc>
                        <a:buNone/>
                      </a:pPr>
                      <a:r>
                        <a:rPr sz="2000" b="0">
                          <a:solidFill>
                            <a:srgbClr val="243746"/>
                          </a:solidFill>
                          <a:latin typeface="Noto Sans CJK SC"/>
                          <a:ea typeface="Noto Sans CJK SC"/>
                          <a:cs typeface="Noto Sans CJK SC"/>
                        </a:rPr>
                        <a:t>供应商先验合规概率，基准 e∈[1/2,1]</a:t>
                      </a:r>
                    </a:p>
                  </a:txBody>
                  <a:tcPr marL="85725" marR="85725" marT="57150" marB="57150" anchor="ctr">
                    <a:solidFill>
                      <a:srgbClr val="F0F4F7"/>
                    </a:solidFill>
                  </a:tcPr>
                </a:tc>
              </a:tr>
              <a:tr h="443484">
                <a:tc>
                  <a:txBody>
                    <a:bodyPr wrap="square">
                      <a:noAutofit/>
                    </a:bodyPr>
                    <a:lstStyle/>
                    <a:p>
                      <a:pPr algn="l">
                        <a:lnSpc>
                          <a:spcPct val="100000"/>
                        </a:lnSpc>
                        <a:buNone/>
                      </a:pPr>
                      <a:r>
                        <a:rPr sz="2000" b="0">
                          <a:solidFill>
                            <a:srgbClr val="243746"/>
                          </a:solidFill>
                          <a:latin typeface="Noto Sans CJK SC"/>
                          <a:ea typeface="Noto Sans CJK SC"/>
                          <a:cs typeface="Noto Sans CJK SC"/>
                        </a:rPr>
                        <a:t>Π</a:t>
                      </a:r>
                    </a:p>
                  </a:txBody>
                  <a:tcPr marL="85725" marR="85725" marT="57150" marB="57150" anchor="ctr">
                    <a:solidFill>
                      <a:srgbClr val="FFFFFF"/>
                    </a:solidFill>
                  </a:tcPr>
                </a:tc>
                <a:tc>
                  <a:txBody>
                    <a:bodyPr wrap="square">
                      <a:noAutofit/>
                    </a:bodyPr>
                    <a:lstStyle/>
                    <a:p>
                      <a:pPr algn="l">
                        <a:lnSpc>
                          <a:spcPct val="100000"/>
                        </a:lnSpc>
                        <a:buNone/>
                      </a:pPr>
                      <a:r>
                        <a:rPr sz="2000" b="0">
                          <a:solidFill>
                            <a:srgbClr val="243746"/>
                          </a:solidFill>
                          <a:latin typeface="Noto Sans CJK SC"/>
                          <a:ea typeface="Noto Sans CJK SC"/>
                          <a:cs typeface="Noto Sans CJK SC"/>
                        </a:rPr>
                        <a:t>无治理成本及损害时的最大交易利润</a:t>
                      </a:r>
                    </a:p>
                  </a:txBody>
                  <a:tcPr marL="85725" marR="85725" marT="57150" marB="57150" anchor="ctr">
                    <a:solidFill>
                      <a:srgbClr val="FFFFFF"/>
                    </a:solidFill>
                  </a:tcPr>
                </a:tc>
              </a:tr>
              <a:tr h="443484">
                <a:tc>
                  <a:txBody>
                    <a:bodyPr wrap="square">
                      <a:noAutofit/>
                    </a:bodyPr>
                    <a:lstStyle/>
                    <a:p>
                      <a:pPr algn="l">
                        <a:lnSpc>
                          <a:spcPct val="100000"/>
                        </a:lnSpc>
                        <a:buNone/>
                      </a:pPr>
                      <a:r>
                        <a:rPr sz="2000" b="0">
                          <a:solidFill>
                            <a:srgbClr val="243746"/>
                          </a:solidFill>
                          <a:latin typeface="Noto Sans CJK SC"/>
                          <a:ea typeface="Noto Sans CJK SC"/>
                          <a:cs typeface="Noto Sans CJK SC"/>
                        </a:rPr>
                        <a:t>oᵢ∈{1,0,∅}</a:t>
                      </a:r>
                    </a:p>
                  </a:txBody>
                  <a:tcPr marL="85725" marR="85725" marT="57150" marB="57150" anchor="ctr">
                    <a:solidFill>
                      <a:srgbClr val="F0F4F7"/>
                    </a:solidFill>
                  </a:tcPr>
                </a:tc>
                <a:tc>
                  <a:txBody>
                    <a:bodyPr wrap="square">
                      <a:noAutofit/>
                    </a:bodyPr>
                    <a:lstStyle/>
                    <a:p>
                      <a:pPr algn="l">
                        <a:lnSpc>
                          <a:spcPct val="100000"/>
                        </a:lnSpc>
                        <a:buNone/>
                      </a:pPr>
                      <a:r>
                        <a:rPr sz="2000" b="0">
                          <a:solidFill>
                            <a:srgbClr val="243746"/>
                          </a:solidFill>
                          <a:latin typeface="Noto Sans CJK SC"/>
                          <a:ea typeface="Noto Sans CJK SC"/>
                          <a:cs typeface="Noto Sans CJK SC"/>
                        </a:rPr>
                        <a:t>审计未通过、通过或未被审计</a:t>
                      </a:r>
                    </a:p>
                  </a:txBody>
                  <a:tcPr marL="85725" marR="85725" marT="57150" marB="57150" anchor="ctr">
                    <a:solidFill>
                      <a:srgbClr val="F0F4F7"/>
                    </a:solidFill>
                  </a:tcPr>
                </a:tc>
              </a:tr>
            </a:tbl>
          </a:graphicData>
        </a:graphic>
      </p:graphicFrame>
      <p:pic>
        <p:nvPicPr>
          <p:cNvPr id="4" name="">
            <a:extLst xmlns:a="http://schemas.openxmlformats.org/drawingml/2006/main">
              <a:ext uri="{FF2B5EF4-FFF2-40B4-BE49-F238E27FC236}">
                <a16:creationId xmlns:a16="http://schemas.microsoft.com/office/drawing/2014/main" id="{520F43A4-0E24-49E2-A515-0959923FED7F}"/>
              </a:ext>
            </a:extLst>
          </p:cNvPr>
          <p:cNvPicPr>
            <a:picLocks xmlns:a="http://schemas.openxmlformats.org/drawingml/2006/main" noChangeAspect="1"/>
          </p:cNvPicPr>
          <p:nvPr/>
        </p:nvPicPr>
        <p:blipFill>
          <a:blip xmlns:r="http://schemas.openxmlformats.org/officeDocument/2006/relationships" xmlns:a="http://schemas.openxmlformats.org/drawingml/2006/main" r:embed="R9c21b3574fcd4614"/>
          <a:stretch xmlns:a="http://schemas.openxmlformats.org/drawingml/2006/main"/>
        </p:blipFill>
        <p:spPr>
          <a:xfrm xmlns:a="http://schemas.openxmlformats.org/drawingml/2006/main">
            <a:off x="4190104" y="5458968"/>
            <a:ext cx="3817889" cy="713232"/>
          </a:xfrm>
          <a:prstGeom xmlns:a="http://schemas.openxmlformats.org/drawingml/2006/main" prst="rect">
            <a:avLst/>
          </a:prstGeom>
        </p:spPr>
      </p:pic>
      <p:sp>
        <p:nvSpPr>
          <p:cNvPr id="5" name="source-footer">
            <a:extLst xmlns:a="http://schemas.openxmlformats.org/drawingml/2006/main">
              <a:ext uri="{FF2B5EF4-FFF2-40B4-BE49-F238E27FC236}">
                <a16:creationId xmlns:a16="http://schemas.microsoft.com/office/drawing/2014/main" id="{5EB36ADF-3E9C-41AE-A450-C798F1494732}"/>
              </a:ext>
            </a:extLst>
          </p:cNvPr>
          <p:cNvSpPr>
            <a:spLocks xmlns:a="http://schemas.openxmlformats.org/drawingml/2006/main" noGrp="1"/>
          </p:cNvSpPr>
          <p:nvPr/>
        </p:nvSpPr>
        <p:spPr>
          <a:xfrm xmlns:a="http://schemas.openxmlformats.org/drawingml/2006/main">
            <a:off x="676656" y="6492240"/>
            <a:ext cx="10442448"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1040" b="0">
                <a:solidFill>
                  <a:srgbClr val="627281"/>
                </a:solidFill>
                <a:latin typeface="Noto Sans CJK SC"/>
                <a:ea typeface="Noto Sans CJK SC"/>
                <a:cs typeface="Noto Sans CJK SC"/>
              </a:defRPr>
            </a:defPPr>
          </a:lstStyle>
          <a:p xmlns:a="http://schemas.openxmlformats.org/drawingml/2006/main">
            <a:pPr algn="l">
              <a:lnSpc>
                <a:spcPct val="103000"/>
              </a:lnSpc>
              <a:buNone/>
              <a:defRPr sz="1040" b="0">
                <a:solidFill>
                  <a:srgbClr val="627281"/>
                </a:solidFill>
                <a:latin typeface="Noto Sans CJK SC"/>
                <a:ea typeface="Noto Sans CJK SC"/>
                <a:cs typeface="Noto Sans CJK SC"/>
              </a:defRPr>
            </a:pPr>
            <a:r>
              <a:rPr sz="1040" b="0">
                <a:solidFill>
                  <a:srgbClr val="627281"/>
                </a:solidFill>
                <a:latin typeface="Noto Sans CJK SC"/>
                <a:ea typeface="Noto Sans CJK SC"/>
                <a:cs typeface="Noto Sans CJK SC"/>
              </a:rPr>
              <a:t>按用户参考稿 Table EC.1 与原文 §3 整理</a:t>
            </a:r>
          </a:p>
        </p:txBody>
      </p:sp>
      <p:sp>
        <p:nvSpPr>
          <p:cNvPr id="6" name="page-number">
            <a:extLst xmlns:a="http://schemas.openxmlformats.org/drawingml/2006/main">
              <a:ext uri="{FF2B5EF4-FFF2-40B4-BE49-F238E27FC236}">
                <a16:creationId xmlns:a16="http://schemas.microsoft.com/office/drawing/2014/main" id="{3151A279-5782-4352-A336-7C729AAA0124}"/>
              </a:ext>
            </a:extLst>
          </p:cNvPr>
          <p:cNvSpPr>
            <a:spLocks xmlns:a="http://schemas.openxmlformats.org/drawingml/2006/main" noGrp="1"/>
          </p:cNvSpPr>
          <p:nvPr/>
        </p:nvSpPr>
        <p:spPr>
          <a:xfrm xmlns:a="http://schemas.openxmlformats.org/drawingml/2006/main">
            <a:off x="11000232" y="6492240"/>
            <a:ext cx="502920"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r">
              <a:defRPr sz="1050" b="0">
                <a:solidFill>
                  <a:srgbClr val="587C95"/>
                </a:solidFill>
                <a:latin typeface="Noto Sans CJK SC"/>
                <a:ea typeface="Noto Sans CJK SC"/>
                <a:cs typeface="Noto Sans CJK SC"/>
              </a:defRPr>
            </a:defPPr>
          </a:lstStyle>
          <a:p xmlns:a="http://schemas.openxmlformats.org/drawingml/2006/main">
            <a:pPr algn="r">
              <a:lnSpc>
                <a:spcPct val="103000"/>
              </a:lnSpc>
              <a:buNone/>
              <a:defRPr sz="1050" b="0">
                <a:solidFill>
                  <a:srgbClr val="587C95"/>
                </a:solidFill>
                <a:latin typeface="Noto Sans CJK SC"/>
                <a:ea typeface="Noto Sans CJK SC"/>
                <a:cs typeface="Noto Sans CJK SC"/>
              </a:defRPr>
            </a:pPr>
            <a:r>
              <a:rPr sz="1050" b="0">
                <a:solidFill>
                  <a:srgbClr val="587C95"/>
                </a:solidFill>
                <a:latin typeface="Noto Sans CJK SC"/>
                <a:ea typeface="Noto Sans CJK SC"/>
                <a:cs typeface="Noto Sans CJK SC"/>
              </a:rPr>
              <a:t>39</a:t>
            </a:r>
          </a:p>
        </p:txBody>
      </p:sp>
    </p:spTree>
    <p:extLst>
      <p:ext uri="{BB962C8B-B14F-4D97-AF65-F5344CB8AC3E}">
        <p14:creationId xmlns:p14="http://schemas.microsoft.com/office/powerpoint/2010/main" val="1546748886"/>
      </p:ext>
    </p:extLst>
  </p:cSld>
</p:sld>
</file>

<file path=ppt/slides/slide40.xml><?xml version="1.0" encoding="utf-8"?>
<p:sld xmlns:p="http://schemas.openxmlformats.org/presentationml/2006/main">
  <p:cSld>
    <p:spTree>
      <p:nvGrpSpPr>
        <p:cNvPr id="1" name=""/>
        <p:cNvGrpSpPr/>
        <p:nvPr/>
      </p:nvGrpSpPr>
      <p:grpSpPr>
        <a:xfrm xmlns:a="http://schemas.openxmlformats.org/drawingml/2006/main"/>
      </p:grpSpPr>
      <p:sp>
        <p:nvSpPr>
          <p:cNvPr id="6" name="section-heading">
            <a:extLst xmlns:a="http://schemas.openxmlformats.org/drawingml/2006/main">
              <a:ext uri="{FF2B5EF4-FFF2-40B4-BE49-F238E27FC236}">
                <a16:creationId xmlns:a16="http://schemas.microsoft.com/office/drawing/2014/main" id="{8BA2D2DB-7068-46EA-BBB0-3B69BBD7E36F}"/>
              </a:ext>
            </a:extLst>
          </p:cNvPr>
          <p:cNvSpPr>
            <a:spLocks xmlns:a="http://schemas.openxmlformats.org/drawingml/2006/main" noGrp="1"/>
          </p:cNvSpPr>
          <p:nvPr/>
        </p:nvSpPr>
        <p:spPr>
          <a:xfrm xmlns:a="http://schemas.openxmlformats.org/drawingml/2006/main">
            <a:off x="1499616" y="630936"/>
            <a:ext cx="9784080" cy="5486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2700" b="1">
                <a:solidFill>
                  <a:srgbClr val="243746"/>
                </a:solidFill>
                <a:latin typeface="Noto Sans CJK SC"/>
                <a:ea typeface="Noto Sans CJK SC"/>
                <a:cs typeface="Noto Sans CJK SC"/>
              </a:defRPr>
            </a:defPPr>
          </a:lstStyle>
          <a:p xmlns:a="http://schemas.openxmlformats.org/drawingml/2006/main">
            <a:pPr algn="l">
              <a:lnSpc>
                <a:spcPct val="103000"/>
              </a:lnSpc>
              <a:buNone/>
              <a:defRPr sz="2700" b="1">
                <a:solidFill>
                  <a:srgbClr val="243746"/>
                </a:solidFill>
                <a:latin typeface="Noto Sans CJK SC"/>
                <a:ea typeface="Noto Sans CJK SC"/>
                <a:cs typeface="Noto Sans CJK SC"/>
              </a:defRPr>
            </a:pPr>
            <a:r>
              <a:rPr sz="2700" b="1">
                <a:solidFill>
                  <a:srgbClr val="243746"/>
                </a:solidFill>
                <a:latin typeface="Noto Sans CJK SC"/>
                <a:ea typeface="Noto Sans CJK SC"/>
                <a:cs typeface="Noto Sans CJK SC"/>
              </a:rPr>
              <a:t>附录 A（3/3）</a:t>
            </a:r>
          </a:p>
        </p:txBody>
      </p:sp>
      <p:sp>
        <p:nvSpPr>
          <p:cNvPr id="2" name="slide-topic">
            <a:extLst xmlns:a="http://schemas.openxmlformats.org/drawingml/2006/main">
              <a:ext uri="{FF2B5EF4-FFF2-40B4-BE49-F238E27FC236}">
                <a16:creationId xmlns:a16="http://schemas.microsoft.com/office/drawing/2014/main" id="{42AC7DBE-2667-4076-AEAC-9F8646BB6233}"/>
              </a:ext>
            </a:extLst>
          </p:cNvPr>
          <p:cNvSpPr>
            <a:spLocks xmlns:a="http://schemas.openxmlformats.org/drawingml/2006/main" noGrp="1"/>
          </p:cNvSpPr>
          <p:nvPr/>
        </p:nvSpPr>
        <p:spPr>
          <a:xfrm xmlns:a="http://schemas.openxmlformats.org/drawingml/2006/main">
            <a:off x="658368" y="1709928"/>
            <a:ext cx="10881360" cy="5486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2400" b="1">
                <a:solidFill>
                  <a:srgbClr val="243746"/>
                </a:solidFill>
                <a:latin typeface="Noto Sans CJK SC"/>
                <a:ea typeface="Noto Sans CJK SC"/>
                <a:cs typeface="Noto Sans CJK SC"/>
              </a:defRPr>
            </a:defPPr>
          </a:lstStyle>
          <a:p xmlns:a="http://schemas.openxmlformats.org/drawingml/2006/main">
            <a:pPr algn="l">
              <a:lnSpc>
                <a:spcPct val="103000"/>
              </a:lnSpc>
              <a:buNone/>
              <a:defRPr sz="2400" b="1">
                <a:solidFill>
                  <a:srgbClr val="243746"/>
                </a:solidFill>
                <a:latin typeface="Noto Sans CJK SC"/>
                <a:ea typeface="Noto Sans CJK SC"/>
                <a:cs typeface="Noto Sans CJK SC"/>
              </a:defRPr>
            </a:pPr>
            <a:r>
              <a:rPr sz="2400" b="1">
                <a:solidFill>
                  <a:srgbClr val="243746"/>
                </a:solidFill>
                <a:latin typeface="Noto Sans CJK SC"/>
                <a:ea typeface="Noto Sans CJK SC"/>
                <a:cs typeface="Noto Sans CJK SC"/>
              </a:rPr>
              <a:t>完整符号：成本、损害与责任努力</a:t>
            </a:r>
          </a:p>
        </p:txBody>
      </p:sp>
      <p:graphicFrame>
        <p:nvGraphicFramePr>
          <p:cNvPr id="3" name="">
            <a:extLst xmlns:a="http://schemas.openxmlformats.org/drawingml/2006/main">
              <a:ext uri="{FF2B5EF4-FFF2-40B4-BE49-F238E27FC236}">
                <a16:creationId xmlns:a16="http://schemas.microsoft.com/office/drawing/2014/main" id="{2CA4D9E2-038D-43CA-AFAB-95F3CAB8CFAC}"/>
              </a:ext>
            </a:extLst>
          </p:cNvPr>
          <p:cNvGraphicFramePr/>
          <p:nvPr/>
        </p:nvGraphicFramePr>
        <p:xfrm>
          <a:off xmlns:a="http://schemas.openxmlformats.org/drawingml/2006/main" x="658368" y="2414016"/>
          <a:ext xmlns:a="http://schemas.openxmlformats.org/drawingml/2006/main" cx="10872216" cy="3621024"/>
        </p:xfrm>
        <a:graphic xmlns:a="http://schemas.openxmlformats.org/drawingml/2006/main">
          <a:graphicData uri="http://schemas.openxmlformats.org/drawingml/2006/table">
            <a:tbl>
              <a:tblPr firstRow="1" bandRow="0"/>
              <a:tblGrid>
                <a:gridCol w="2770632"/>
                <a:gridCol w="8101584"/>
              </a:tblGrid>
              <a:tr h="452628">
                <a:tc>
                  <a:txBody>
                    <a:bodyPr wrap="square">
                      <a:noAutofit/>
                    </a:bodyPr>
                    <a:lstStyle/>
                    <a:p>
                      <a:pPr algn="l">
                        <a:lnSpc>
                          <a:spcPct val="100000"/>
                        </a:lnSpc>
                        <a:buNone/>
                      </a:pPr>
                      <a:r>
                        <a:rPr sz="1850" b="1">
                          <a:solidFill>
                            <a:srgbClr val="FFFFFF"/>
                          </a:solidFill>
                          <a:latin typeface="Noto Sans CJK SC"/>
                          <a:ea typeface="Noto Sans CJK SC"/>
                          <a:cs typeface="Noto Sans CJK SC"/>
                        </a:rPr>
                        <a:t>符号</a:t>
                      </a:r>
                    </a:p>
                  </a:txBody>
                  <a:tcPr marL="85725" marR="85725" marT="57150" marB="57150" anchor="ctr">
                    <a:solidFill>
                      <a:srgbClr val="587C95"/>
                    </a:solidFill>
                  </a:tcPr>
                </a:tc>
                <a:tc>
                  <a:txBody>
                    <a:bodyPr wrap="square">
                      <a:noAutofit/>
                    </a:bodyPr>
                    <a:lstStyle/>
                    <a:p>
                      <a:pPr algn="l">
                        <a:lnSpc>
                          <a:spcPct val="100000"/>
                        </a:lnSpc>
                        <a:buNone/>
                      </a:pPr>
                      <a:r>
                        <a:rPr sz="1850" b="1">
                          <a:solidFill>
                            <a:srgbClr val="FFFFFF"/>
                          </a:solidFill>
                          <a:latin typeface="Noto Sans CJK SC"/>
                          <a:ea typeface="Noto Sans CJK SC"/>
                          <a:cs typeface="Noto Sans CJK SC"/>
                        </a:rPr>
                        <a:t>定义</a:t>
                      </a:r>
                    </a:p>
                  </a:txBody>
                  <a:tcPr marL="85725" marR="85725" marT="57150" marB="57150" anchor="ctr">
                    <a:solidFill>
                      <a:srgbClr val="587C95"/>
                    </a:solidFill>
                  </a:tcPr>
                </a:tc>
              </a:tr>
              <a:tr h="452628">
                <a:tc>
                  <a:txBody>
                    <a:bodyPr wrap="square">
                      <a:noAutofit/>
                    </a:bodyPr>
                    <a:lstStyle/>
                    <a:p>
                      <a:pPr algn="l">
                        <a:lnSpc>
                          <a:spcPct val="100000"/>
                        </a:lnSpc>
                        <a:buNone/>
                      </a:pPr>
                      <a:r>
                        <a:rPr sz="1800" b="0">
                          <a:solidFill>
                            <a:srgbClr val="243746"/>
                          </a:solidFill>
                          <a:latin typeface="Noto Sans CJK SC"/>
                          <a:ea typeface="Noto Sans CJK SC"/>
                          <a:cs typeface="Noto Sans CJK SC"/>
                        </a:rPr>
                        <a:t>Δs，Δr</a:t>
                      </a:r>
                    </a:p>
                  </a:txBody>
                  <a:tcPr marL="85725" marR="85725" marT="57150" marB="57150" anchor="ctr">
                    <a:solidFill>
                      <a:srgbClr val="F0F4F7"/>
                    </a:solidFill>
                  </a:tcPr>
                </a:tc>
                <a:tc>
                  <a:txBody>
                    <a:bodyPr wrap="square">
                      <a:noAutofit/>
                    </a:bodyPr>
                    <a:lstStyle/>
                    <a:p>
                      <a:pPr algn="l">
                        <a:lnSpc>
                          <a:spcPct val="100000"/>
                        </a:lnSpc>
                        <a:buNone/>
                      </a:pPr>
                      <a:r>
                        <a:rPr sz="1800" b="0">
                          <a:solidFill>
                            <a:srgbClr val="243746"/>
                          </a:solidFill>
                          <a:latin typeface="Noto Sans CJK SC"/>
                          <a:ea typeface="Noto Sans CJK SC"/>
                          <a:cs typeface="Noto Sans CJK SC"/>
                        </a:rPr>
                        <a:t>买方替换成本、整改成本</a:t>
                      </a:r>
                    </a:p>
                  </a:txBody>
                  <a:tcPr marL="85725" marR="85725" marT="57150" marB="57150" anchor="ctr">
                    <a:solidFill>
                      <a:srgbClr val="F0F4F7"/>
                    </a:solidFill>
                  </a:tcPr>
                </a:tc>
              </a:tr>
              <a:tr h="452628">
                <a:tc>
                  <a:txBody>
                    <a:bodyPr wrap="square">
                      <a:noAutofit/>
                    </a:bodyPr>
                    <a:lstStyle/>
                    <a:p>
                      <a:pPr algn="l">
                        <a:lnSpc>
                          <a:spcPct val="100000"/>
                        </a:lnSpc>
                        <a:buNone/>
                      </a:pPr>
                      <a:r>
                        <a:rPr sz="1800" b="0">
                          <a:solidFill>
                            <a:srgbClr val="243746"/>
                          </a:solidFill>
                          <a:latin typeface="Noto Sans CJK SC"/>
                          <a:ea typeface="Noto Sans CJK SC"/>
                          <a:cs typeface="Noto Sans CJK SC"/>
                        </a:rPr>
                        <a:t>D̃α，D̃β</a:t>
                      </a:r>
                    </a:p>
                  </a:txBody>
                  <a:tcPr marL="85725" marR="85725" marT="57150" marB="57150" anchor="ctr">
                    <a:solidFill>
                      <a:srgbClr val="FFFFFF"/>
                    </a:solidFill>
                  </a:tcPr>
                </a:tc>
                <a:tc>
                  <a:txBody>
                    <a:bodyPr wrap="square">
                      <a:noAutofit/>
                    </a:bodyPr>
                    <a:lstStyle/>
                    <a:p>
                      <a:pPr algn="l">
                        <a:lnSpc>
                          <a:spcPct val="100000"/>
                        </a:lnSpc>
                        <a:buNone/>
                      </a:pPr>
                      <a:r>
                        <a:rPr sz="1800" b="0">
                          <a:solidFill>
                            <a:srgbClr val="243746"/>
                          </a:solidFill>
                          <a:latin typeface="Noto Sans CJK SC"/>
                          <a:ea typeface="Noto Sans CJK SC"/>
                          <a:cs typeface="Noto Sans CJK SC"/>
                        </a:rPr>
                        <a:t>两类损害实际发生时的金额</a:t>
                      </a:r>
                    </a:p>
                  </a:txBody>
                  <a:tcPr marL="85725" marR="85725" marT="57150" marB="57150" anchor="ctr">
                    <a:solidFill>
                      <a:srgbClr val="FFFFFF"/>
                    </a:solidFill>
                  </a:tcPr>
                </a:tc>
              </a:tr>
              <a:tr h="452628">
                <a:tc>
                  <a:txBody>
                    <a:bodyPr wrap="square">
                      <a:noAutofit/>
                    </a:bodyPr>
                    <a:lstStyle/>
                    <a:p>
                      <a:pPr algn="l">
                        <a:lnSpc>
                          <a:spcPct val="100000"/>
                        </a:lnSpc>
                        <a:buNone/>
                      </a:pPr>
                      <a:r>
                        <a:rPr sz="1800" b="0">
                          <a:solidFill>
                            <a:srgbClr val="243746"/>
                          </a:solidFill>
                          <a:latin typeface="Noto Sans CJK SC"/>
                          <a:ea typeface="Noto Sans CJK SC"/>
                          <a:cs typeface="Noto Sans CJK SC"/>
                        </a:rPr>
                        <a:t>rα，rβ</a:t>
                      </a:r>
                    </a:p>
                  </a:txBody>
                  <a:tcPr marL="85725" marR="85725" marT="57150" marB="57150" anchor="ctr">
                    <a:solidFill>
                      <a:srgbClr val="F0F4F7"/>
                    </a:solidFill>
                  </a:tcPr>
                </a:tc>
                <a:tc>
                  <a:txBody>
                    <a:bodyPr wrap="square">
                      <a:noAutofit/>
                    </a:bodyPr>
                    <a:lstStyle/>
                    <a:p>
                      <a:pPr algn="l">
                        <a:lnSpc>
                          <a:spcPct val="100000"/>
                        </a:lnSpc>
                        <a:buNone/>
                      </a:pPr>
                      <a:r>
                        <a:rPr sz="1800" b="0">
                          <a:solidFill>
                            <a:srgbClr val="243746"/>
                          </a:solidFill>
                          <a:latin typeface="Noto Sans CJK SC"/>
                          <a:ea typeface="Noto Sans CJK SC"/>
                          <a:cs typeface="Noto Sans CJK SC"/>
                        </a:rPr>
                        <a:t>两类损害被外部发现的概率</a:t>
                      </a:r>
                    </a:p>
                  </a:txBody>
                  <a:tcPr marL="85725" marR="85725" marT="57150" marB="57150" anchor="ctr">
                    <a:solidFill>
                      <a:srgbClr val="F0F4F7"/>
                    </a:solidFill>
                  </a:tcPr>
                </a:tc>
              </a:tr>
              <a:tr h="452628">
                <a:tc>
                  <a:txBody>
                    <a:bodyPr wrap="square">
                      <a:noAutofit/>
                    </a:bodyPr>
                    <a:lstStyle/>
                    <a:p>
                      <a:pPr algn="l">
                        <a:lnSpc>
                          <a:spcPct val="100000"/>
                        </a:lnSpc>
                        <a:buNone/>
                      </a:pPr>
                      <a:r>
                        <a:rPr sz="1800" b="0">
                          <a:solidFill>
                            <a:srgbClr val="243746"/>
                          </a:solidFill>
                          <a:latin typeface="Noto Sans CJK SC"/>
                          <a:ea typeface="Noto Sans CJK SC"/>
                          <a:cs typeface="Noto Sans CJK SC"/>
                        </a:rPr>
                        <a:t>Dα，Dβ</a:t>
                      </a:r>
                    </a:p>
                  </a:txBody>
                  <a:tcPr marL="85725" marR="85725" marT="57150" marB="57150" anchor="ctr">
                    <a:solidFill>
                      <a:srgbClr val="FFFFFF"/>
                    </a:solidFill>
                  </a:tcPr>
                </a:tc>
                <a:tc>
                  <a:txBody>
                    <a:bodyPr wrap="square">
                      <a:noAutofit/>
                    </a:bodyPr>
                    <a:lstStyle/>
                    <a:p>
                      <a:pPr algn="l">
                        <a:lnSpc>
                          <a:spcPct val="100000"/>
                        </a:lnSpc>
                        <a:buNone/>
                      </a:pPr>
                      <a:r>
                        <a:rPr sz="1800" b="0">
                          <a:solidFill>
                            <a:srgbClr val="243746"/>
                          </a:solidFill>
                          <a:latin typeface="Noto Sans CJK SC"/>
                          <a:ea typeface="Noto Sans CJK SC"/>
                          <a:cs typeface="Noto Sans CJK SC"/>
                        </a:rPr>
                        <a:t>预期损害：Dα=rαD̃α，Dβ=rβD̃β</a:t>
                      </a:r>
                    </a:p>
                  </a:txBody>
                  <a:tcPr marL="85725" marR="85725" marT="57150" marB="57150" anchor="ctr">
                    <a:solidFill>
                      <a:srgbClr val="FFFFFF"/>
                    </a:solidFill>
                  </a:tcPr>
                </a:tc>
              </a:tr>
              <a:tr h="452628">
                <a:tc>
                  <a:txBody>
                    <a:bodyPr wrap="square">
                      <a:noAutofit/>
                    </a:bodyPr>
                    <a:lstStyle/>
                    <a:p>
                      <a:pPr algn="l">
                        <a:lnSpc>
                          <a:spcPct val="100000"/>
                        </a:lnSpc>
                        <a:buNone/>
                      </a:pPr>
                      <a:r>
                        <a:rPr sz="1800" b="0">
                          <a:solidFill>
                            <a:srgbClr val="243746"/>
                          </a:solidFill>
                          <a:latin typeface="Noto Sans CJK SC"/>
                          <a:ea typeface="Noto Sans CJK SC"/>
                          <a:cs typeface="Noto Sans CJK SC"/>
                        </a:rPr>
                        <a:t>δ(α,β)</a:t>
                      </a:r>
                    </a:p>
                  </a:txBody>
                  <a:tcPr marL="85725" marR="85725" marT="57150" marB="57150" anchor="ctr">
                    <a:solidFill>
                      <a:srgbClr val="F0F4F7"/>
                    </a:solidFill>
                  </a:tcPr>
                </a:tc>
                <a:tc>
                  <a:txBody>
                    <a:bodyPr wrap="square">
                      <a:noAutofit/>
                    </a:bodyPr>
                    <a:lstStyle/>
                    <a:p>
                      <a:pPr algn="l">
                        <a:lnSpc>
                          <a:spcPct val="100000"/>
                        </a:lnSpc>
                        <a:buNone/>
                      </a:pPr>
                      <a:r>
                        <a:rPr sz="1800" b="0">
                          <a:solidFill>
                            <a:srgbClr val="243746"/>
                          </a:solidFill>
                          <a:latin typeface="Noto Sans CJK SC"/>
                          <a:ea typeface="Noto Sans CJK SC"/>
                          <a:cs typeface="Noto Sans CJK SC"/>
                        </a:rPr>
                        <a:t>整改相对替换可避免的条件预期误报损害</a:t>
                      </a:r>
                    </a:p>
                  </a:txBody>
                  <a:tcPr marL="85725" marR="85725" marT="57150" marB="57150" anchor="ctr">
                    <a:solidFill>
                      <a:srgbClr val="F0F4F7"/>
                    </a:solidFill>
                  </a:tcPr>
                </a:tc>
              </a:tr>
              <a:tr h="452628">
                <a:tc>
                  <a:txBody>
                    <a:bodyPr wrap="square">
                      <a:noAutofit/>
                    </a:bodyPr>
                    <a:lstStyle/>
                    <a:p>
                      <a:pPr algn="l">
                        <a:lnSpc>
                          <a:spcPct val="100000"/>
                        </a:lnSpc>
                        <a:buNone/>
                      </a:pPr>
                      <a:r>
                        <a:rPr sz="1800" b="0">
                          <a:solidFill>
                            <a:srgbClr val="243746"/>
                          </a:solidFill>
                          <a:latin typeface="Noto Sans CJK SC"/>
                          <a:ea typeface="Noto Sans CJK SC"/>
                          <a:cs typeface="Noto Sans CJK SC"/>
                        </a:rPr>
                        <a:t>eS，κ</a:t>
                      </a:r>
                    </a:p>
                  </a:txBody>
                  <a:tcPr marL="85725" marR="85725" marT="57150" marB="57150" anchor="ctr">
                    <a:solidFill>
                      <a:srgbClr val="FFFFFF"/>
                    </a:solidFill>
                  </a:tcPr>
                </a:tc>
                <a:tc>
                  <a:txBody>
                    <a:bodyPr wrap="square">
                      <a:noAutofit/>
                    </a:bodyPr>
                    <a:lstStyle/>
                    <a:p>
                      <a:pPr algn="l">
                        <a:lnSpc>
                          <a:spcPct val="100000"/>
                        </a:lnSpc>
                        <a:buNone/>
                      </a:pPr>
                      <a:r>
                        <a:rPr sz="1800" b="0">
                          <a:solidFill>
                            <a:srgbClr val="243746"/>
                          </a:solidFill>
                          <a:latin typeface="Noto Sans CJK SC"/>
                          <a:ea typeface="Noto Sans CJK SC"/>
                          <a:cs typeface="Noto Sans CJK SC"/>
                        </a:rPr>
                        <a:t>供应商责任努力及其二次成本系数</a:t>
                      </a:r>
                    </a:p>
                  </a:txBody>
                  <a:tcPr marL="85725" marR="85725" marT="57150" marB="57150" anchor="ctr">
                    <a:solidFill>
                      <a:srgbClr val="FFFFFF"/>
                    </a:solidFill>
                  </a:tcPr>
                </a:tc>
              </a:tr>
              <a:tr h="452628">
                <a:tc>
                  <a:txBody>
                    <a:bodyPr wrap="square">
                      <a:noAutofit/>
                    </a:bodyPr>
                    <a:lstStyle/>
                    <a:p>
                      <a:pPr algn="l">
                        <a:lnSpc>
                          <a:spcPct val="100000"/>
                        </a:lnSpc>
                        <a:buNone/>
                      </a:pPr>
                      <a:r>
                        <a:rPr sz="1800" b="0">
                          <a:solidFill>
                            <a:srgbClr val="243746"/>
                          </a:solidFill>
                          <a:latin typeface="Noto Sans CJK SC"/>
                          <a:ea typeface="Noto Sans CJK SC"/>
                          <a:cs typeface="Noto Sans CJK SC"/>
                        </a:rPr>
                        <a:t>δr，ΠS</a:t>
                      </a:r>
                    </a:p>
                  </a:txBody>
                  <a:tcPr marL="85725" marR="85725" marT="57150" marB="57150" anchor="ctr">
                    <a:solidFill>
                      <a:srgbClr val="F0F4F7"/>
                    </a:solidFill>
                  </a:tcPr>
                </a:tc>
                <a:tc>
                  <a:txBody>
                    <a:bodyPr wrap="square">
                      <a:noAutofit/>
                    </a:bodyPr>
                    <a:lstStyle/>
                    <a:p>
                      <a:pPr algn="l">
                        <a:lnSpc>
                          <a:spcPct val="100000"/>
                        </a:lnSpc>
                        <a:buNone/>
                      </a:pPr>
                      <a:r>
                        <a:rPr sz="1800" b="0">
                          <a:solidFill>
                            <a:srgbClr val="243746"/>
                          </a:solidFill>
                          <a:latin typeface="Noto Sans CJK SC"/>
                          <a:ea typeface="Noto Sans CJK SC"/>
                          <a:cs typeface="Noto Sans CJK SC"/>
                        </a:rPr>
                        <a:t>供应商整改成本、与买方交易所得利润</a:t>
                      </a:r>
                    </a:p>
                  </a:txBody>
                  <a:tcPr marL="85725" marR="85725" marT="57150" marB="57150" anchor="ctr">
                    <a:solidFill>
                      <a:srgbClr val="F0F4F7"/>
                    </a:solidFill>
                  </a:tcPr>
                </a:tc>
              </a:tr>
            </a:tbl>
          </a:graphicData>
        </a:graphic>
      </p:graphicFrame>
      <p:sp>
        <p:nvSpPr>
          <p:cNvPr id="4" name="source-footer">
            <a:extLst xmlns:a="http://schemas.openxmlformats.org/drawingml/2006/main">
              <a:ext uri="{FF2B5EF4-FFF2-40B4-BE49-F238E27FC236}">
                <a16:creationId xmlns:a16="http://schemas.microsoft.com/office/drawing/2014/main" id="{651F3335-9DFF-4FD5-9F48-C6051AF76DA5}"/>
              </a:ext>
            </a:extLst>
          </p:cNvPr>
          <p:cNvSpPr>
            <a:spLocks xmlns:a="http://schemas.openxmlformats.org/drawingml/2006/main" noGrp="1"/>
          </p:cNvSpPr>
          <p:nvPr/>
        </p:nvSpPr>
        <p:spPr>
          <a:xfrm xmlns:a="http://schemas.openxmlformats.org/drawingml/2006/main">
            <a:off x="676656" y="6492240"/>
            <a:ext cx="10442448"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1040" b="0">
                <a:solidFill>
                  <a:srgbClr val="627281"/>
                </a:solidFill>
                <a:latin typeface="Noto Sans CJK SC"/>
                <a:ea typeface="Noto Sans CJK SC"/>
                <a:cs typeface="Noto Sans CJK SC"/>
              </a:defRPr>
            </a:defPPr>
          </a:lstStyle>
          <a:p xmlns:a="http://schemas.openxmlformats.org/drawingml/2006/main">
            <a:pPr algn="l">
              <a:lnSpc>
                <a:spcPct val="103000"/>
              </a:lnSpc>
              <a:buNone/>
              <a:defRPr sz="1040" b="0">
                <a:solidFill>
                  <a:srgbClr val="627281"/>
                </a:solidFill>
                <a:latin typeface="Noto Sans CJK SC"/>
                <a:ea typeface="Noto Sans CJK SC"/>
                <a:cs typeface="Noto Sans CJK SC"/>
              </a:defRPr>
            </a:pPr>
            <a:r>
              <a:rPr sz="1040" b="0">
                <a:solidFill>
                  <a:srgbClr val="627281"/>
                </a:solidFill>
                <a:latin typeface="Noto Sans CJK SC"/>
                <a:ea typeface="Noto Sans CJK SC"/>
                <a:cs typeface="Noto Sans CJK SC"/>
              </a:rPr>
              <a:t>按用户参考稿 Table EC.1 与原文 §3、§6 整理</a:t>
            </a:r>
          </a:p>
        </p:txBody>
      </p:sp>
      <p:sp>
        <p:nvSpPr>
          <p:cNvPr id="5" name="page-number">
            <a:extLst xmlns:a="http://schemas.openxmlformats.org/drawingml/2006/main">
              <a:ext uri="{FF2B5EF4-FFF2-40B4-BE49-F238E27FC236}">
                <a16:creationId xmlns:a16="http://schemas.microsoft.com/office/drawing/2014/main" id="{0E7D5BDF-5911-4021-99A7-A1B3F476713F}"/>
              </a:ext>
            </a:extLst>
          </p:cNvPr>
          <p:cNvSpPr>
            <a:spLocks xmlns:a="http://schemas.openxmlformats.org/drawingml/2006/main" noGrp="1"/>
          </p:cNvSpPr>
          <p:nvPr/>
        </p:nvSpPr>
        <p:spPr>
          <a:xfrm xmlns:a="http://schemas.openxmlformats.org/drawingml/2006/main">
            <a:off x="11000232" y="6492240"/>
            <a:ext cx="502920"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r">
              <a:defRPr sz="1050" b="0">
                <a:solidFill>
                  <a:srgbClr val="587C95"/>
                </a:solidFill>
                <a:latin typeface="Noto Sans CJK SC"/>
                <a:ea typeface="Noto Sans CJK SC"/>
                <a:cs typeface="Noto Sans CJK SC"/>
              </a:defRPr>
            </a:defPPr>
          </a:lstStyle>
          <a:p xmlns:a="http://schemas.openxmlformats.org/drawingml/2006/main">
            <a:pPr algn="r">
              <a:lnSpc>
                <a:spcPct val="103000"/>
              </a:lnSpc>
              <a:buNone/>
              <a:defRPr sz="1050" b="0">
                <a:solidFill>
                  <a:srgbClr val="587C95"/>
                </a:solidFill>
                <a:latin typeface="Noto Sans CJK SC"/>
                <a:ea typeface="Noto Sans CJK SC"/>
                <a:cs typeface="Noto Sans CJK SC"/>
              </a:defRPr>
            </a:pPr>
            <a:r>
              <a:rPr sz="1050" b="0">
                <a:solidFill>
                  <a:srgbClr val="587C95"/>
                </a:solidFill>
                <a:latin typeface="Noto Sans CJK SC"/>
                <a:ea typeface="Noto Sans CJK SC"/>
                <a:cs typeface="Noto Sans CJK SC"/>
              </a:rPr>
              <a:t>40</a:t>
            </a:r>
          </a:p>
        </p:txBody>
      </p:sp>
    </p:spTree>
    <p:extLst>
      <p:ext uri="{BB962C8B-B14F-4D97-AF65-F5344CB8AC3E}">
        <p14:creationId xmlns:p14="http://schemas.microsoft.com/office/powerpoint/2010/main" val="214303933"/>
      </p:ext>
    </p:extLst>
  </p:cSld>
</p:sld>
</file>

<file path=ppt/slides/slide41.xml><?xml version="1.0" encoding="utf-8"?>
<p:sld xmlns:p="http://schemas.openxmlformats.org/presentationml/2006/main">
  <p:cSld>
    <p:spTree>
      <p:nvGrpSpPr>
        <p:cNvPr id="1" name=""/>
        <p:cNvGrpSpPr/>
        <p:nvPr/>
      </p:nvGrpSpPr>
      <p:grpSpPr>
        <a:xfrm xmlns:a="http://schemas.openxmlformats.org/drawingml/2006/main"/>
      </p:grpSpPr>
      <p:sp>
        <p:nvSpPr>
          <p:cNvPr id="7" name="section-heading">
            <a:extLst xmlns:a="http://schemas.openxmlformats.org/drawingml/2006/main">
              <a:ext uri="{FF2B5EF4-FFF2-40B4-BE49-F238E27FC236}">
                <a16:creationId xmlns:a16="http://schemas.microsoft.com/office/drawing/2014/main" id="{6C9FB851-4A0F-4346-82F1-141E28EF6DDC}"/>
              </a:ext>
            </a:extLst>
          </p:cNvPr>
          <p:cNvSpPr>
            <a:spLocks xmlns:a="http://schemas.openxmlformats.org/drawingml/2006/main" noGrp="1"/>
          </p:cNvSpPr>
          <p:nvPr/>
        </p:nvSpPr>
        <p:spPr>
          <a:xfrm xmlns:a="http://schemas.openxmlformats.org/drawingml/2006/main">
            <a:off x="1499616" y="630936"/>
            <a:ext cx="9784080" cy="5486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2700" b="1">
                <a:solidFill>
                  <a:srgbClr val="243746"/>
                </a:solidFill>
                <a:latin typeface="Noto Sans CJK SC"/>
                <a:ea typeface="Noto Sans CJK SC"/>
                <a:cs typeface="Noto Sans CJK SC"/>
              </a:defRPr>
            </a:defPPr>
          </a:lstStyle>
          <a:p xmlns:a="http://schemas.openxmlformats.org/drawingml/2006/main">
            <a:pPr algn="l">
              <a:lnSpc>
                <a:spcPct val="103000"/>
              </a:lnSpc>
              <a:buNone/>
              <a:defRPr sz="2700" b="1">
                <a:solidFill>
                  <a:srgbClr val="243746"/>
                </a:solidFill>
                <a:latin typeface="Noto Sans CJK SC"/>
                <a:ea typeface="Noto Sans CJK SC"/>
                <a:cs typeface="Noto Sans CJK SC"/>
              </a:defRPr>
            </a:pPr>
            <a:r>
              <a:rPr sz="2700" b="1">
                <a:solidFill>
                  <a:srgbClr val="243746"/>
                </a:solidFill>
                <a:latin typeface="Noto Sans CJK SC"/>
                <a:ea typeface="Noto Sans CJK SC"/>
                <a:cs typeface="Noto Sans CJK SC"/>
              </a:rPr>
              <a:t>附录 B</a:t>
            </a:r>
          </a:p>
        </p:txBody>
      </p:sp>
      <p:sp>
        <p:nvSpPr>
          <p:cNvPr id="2" name="slide-topic">
            <a:extLst xmlns:a="http://schemas.openxmlformats.org/drawingml/2006/main">
              <a:ext uri="{FF2B5EF4-FFF2-40B4-BE49-F238E27FC236}">
                <a16:creationId xmlns:a16="http://schemas.microsoft.com/office/drawing/2014/main" id="{19FB2BD0-B465-46BF-817D-D573C6732841}"/>
              </a:ext>
            </a:extLst>
          </p:cNvPr>
          <p:cNvSpPr>
            <a:spLocks xmlns:a="http://schemas.openxmlformats.org/drawingml/2006/main" noGrp="1"/>
          </p:cNvSpPr>
          <p:nvPr/>
        </p:nvSpPr>
        <p:spPr>
          <a:xfrm xmlns:a="http://schemas.openxmlformats.org/drawingml/2006/main">
            <a:off x="658368" y="1709928"/>
            <a:ext cx="10881360" cy="5486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2400" b="1">
                <a:solidFill>
                  <a:srgbClr val="243746"/>
                </a:solidFill>
                <a:latin typeface="Noto Sans CJK SC"/>
                <a:ea typeface="Noto Sans CJK SC"/>
                <a:cs typeface="Noto Sans CJK SC"/>
              </a:defRPr>
            </a:defPPr>
          </a:lstStyle>
          <a:p xmlns:a="http://schemas.openxmlformats.org/drawingml/2006/main">
            <a:pPr algn="l">
              <a:lnSpc>
                <a:spcPct val="103000"/>
              </a:lnSpc>
              <a:buNone/>
              <a:defRPr sz="2400" b="1">
                <a:solidFill>
                  <a:srgbClr val="243746"/>
                </a:solidFill>
                <a:latin typeface="Noto Sans CJK SC"/>
                <a:ea typeface="Noto Sans CJK SC"/>
                <a:cs typeface="Noto Sans CJK SC"/>
              </a:defRPr>
            </a:pPr>
            <a:r>
              <a:rPr sz="2400" b="1">
                <a:solidFill>
                  <a:srgbClr val="243746"/>
                </a:solidFill>
                <a:latin typeface="Noto Sans CJK SC"/>
                <a:ea typeface="Noto Sans CJK SC"/>
                <a:cs typeface="Noto Sans CJK SC"/>
              </a:rPr>
              <a:t>固定准确度下的四条损失分支</a:t>
            </a:r>
          </a:p>
        </p:txBody>
      </p:sp>
      <p:graphicFrame>
        <p:nvGraphicFramePr>
          <p:cNvPr id="3" name="">
            <a:extLst xmlns:a="http://schemas.openxmlformats.org/drawingml/2006/main">
              <a:ext uri="{FF2B5EF4-FFF2-40B4-BE49-F238E27FC236}">
                <a16:creationId xmlns:a16="http://schemas.microsoft.com/office/drawing/2014/main" id="{AA2CAB33-B628-4F80-8696-A831BA8C288C}"/>
              </a:ext>
            </a:extLst>
          </p:cNvPr>
          <p:cNvGraphicFramePr/>
          <p:nvPr/>
        </p:nvGraphicFramePr>
        <p:xfrm>
          <a:off xmlns:a="http://schemas.openxmlformats.org/drawingml/2006/main" x="658368" y="2414016"/>
          <a:ext xmlns:a="http://schemas.openxmlformats.org/drawingml/2006/main" cx="10872216" cy="2743200"/>
        </p:xfrm>
        <a:graphic xmlns:a="http://schemas.openxmlformats.org/drawingml/2006/main">
          <a:graphicData uri="http://schemas.openxmlformats.org/drawingml/2006/table">
            <a:tbl>
              <a:tblPr firstRow="1" bandRow="0"/>
              <a:tblGrid>
                <a:gridCol w="2523744"/>
                <a:gridCol w="6016752"/>
                <a:gridCol w="2331720"/>
              </a:tblGrid>
              <a:tr h="548640">
                <a:tc>
                  <a:txBody>
                    <a:bodyPr wrap="square">
                      <a:noAutofit/>
                    </a:bodyPr>
                    <a:lstStyle/>
                    <a:p>
                      <a:pPr algn="l">
                        <a:lnSpc>
                          <a:spcPct val="100000"/>
                        </a:lnSpc>
                        <a:buNone/>
                      </a:pPr>
                      <a:r>
                        <a:rPr sz="1850" b="1">
                          <a:solidFill>
                            <a:srgbClr val="FFFFFF"/>
                          </a:solidFill>
                          <a:latin typeface="Noto Sans CJK SC"/>
                          <a:ea typeface="Noto Sans CJK SC"/>
                          <a:cs typeface="Noto Sans CJK SC"/>
                        </a:rPr>
                        <a:t>政策与治理</a:t>
                      </a:r>
                    </a:p>
                  </a:txBody>
                  <a:tcPr marL="85725" marR="85725" marT="57150" marB="57150" anchor="ctr">
                    <a:solidFill>
                      <a:srgbClr val="587C95"/>
                    </a:solidFill>
                  </a:tcPr>
                </a:tc>
                <a:tc>
                  <a:txBody>
                    <a:bodyPr wrap="square">
                      <a:noAutofit/>
                    </a:bodyPr>
                    <a:lstStyle/>
                    <a:p>
                      <a:pPr algn="l">
                        <a:lnSpc>
                          <a:spcPct val="100000"/>
                        </a:lnSpc>
                        <a:buNone/>
                      </a:pPr>
                      <a:r>
                        <a:rPr sz="1850" b="1">
                          <a:solidFill>
                            <a:srgbClr val="FFFFFF"/>
                          </a:solidFill>
                          <a:latin typeface="Noto Sans CJK SC"/>
                          <a:ea typeface="Noto Sans CJK SC"/>
                          <a:cs typeface="Noto Sans CJK SC"/>
                        </a:rPr>
                        <a:t>每家期望损失 ℓ(b)</a:t>
                      </a:r>
                    </a:p>
                  </a:txBody>
                  <a:tcPr marL="85725" marR="85725" marT="57150" marB="57150" anchor="ctr">
                    <a:solidFill>
                      <a:srgbClr val="587C95"/>
                    </a:solidFill>
                  </a:tcPr>
                </a:tc>
                <a:tc>
                  <a:txBody>
                    <a:bodyPr wrap="square">
                      <a:noAutofit/>
                    </a:bodyPr>
                    <a:lstStyle/>
                    <a:p>
                      <a:pPr algn="l">
                        <a:lnSpc>
                          <a:spcPct val="100000"/>
                        </a:lnSpc>
                        <a:buNone/>
                      </a:pPr>
                      <a:r>
                        <a:rPr sz="1850" b="1">
                          <a:solidFill>
                            <a:srgbClr val="FFFFFF"/>
                          </a:solidFill>
                          <a:latin typeface="Noto Sans CJK SC"/>
                          <a:ea typeface="Noto Sans CJK SC"/>
                          <a:cs typeface="Noto Sans CJK SC"/>
                        </a:rPr>
                        <a:t>准确度边际收益 w</a:t>
                      </a:r>
                    </a:p>
                  </a:txBody>
                  <a:tcPr marL="85725" marR="85725" marT="57150" marB="57150" anchor="ctr">
                    <a:solidFill>
                      <a:srgbClr val="587C95"/>
                    </a:solidFill>
                  </a:tcPr>
                </a:tc>
              </a:tr>
              <a:tr h="548640">
                <a:tc>
                  <a:txBody>
                    <a:bodyPr wrap="square">
                      <a:noAutofit/>
                    </a:bodyPr>
                    <a:lstStyle/>
                    <a:p>
                      <a:pPr algn="l">
                        <a:lnSpc>
                          <a:spcPct val="100000"/>
                        </a:lnSpc>
                        <a:buNone/>
                      </a:pPr>
                      <a:r>
                        <a:rPr sz="1800" b="0">
                          <a:solidFill>
                            <a:srgbClr val="243746"/>
                          </a:solidFill>
                          <a:latin typeface="Noto Sans CJK SC"/>
                          <a:ea typeface="Noto Sans CJK SC"/>
                          <a:cs typeface="Noto Sans CJK SC"/>
                        </a:rPr>
                        <a:t>N + 整改</a:t>
                      </a:r>
                    </a:p>
                  </a:txBody>
                  <a:tcPr marL="85725" marR="85725" marT="57150" marB="57150" anchor="ctr">
                    <a:solidFill>
                      <a:srgbClr val="F0F4F7"/>
                    </a:solidFill>
                  </a:tcPr>
                </a:tc>
                <a:tc>
                  <a:txBody>
                    <a:bodyPr wrap="square">
                      <a:noAutofit/>
                    </a:bodyPr>
                    <a:lstStyle/>
                    <a:p>
                      <a:pPr algn="l">
                        <a:lnSpc>
                          <a:spcPct val="100000"/>
                        </a:lnSpc>
                        <a:buNone/>
                      </a:pPr>
                      <a:r>
                        <a:rPr sz="1800" b="0">
                          <a:solidFill>
                            <a:srgbClr val="243746"/>
                          </a:solidFill>
                          <a:latin typeface="Noto Sans CJK SC"/>
                          <a:ea typeface="Noto Sans CJK SC"/>
                          <a:cs typeface="Noto Sans CJK SC"/>
                        </a:rPr>
                        <a:t>(b−e)Δr+(1−b)Dβ</a:t>
                      </a:r>
                    </a:p>
                  </a:txBody>
                  <a:tcPr marL="85725" marR="85725" marT="57150" marB="57150" anchor="ctr">
                    <a:solidFill>
                      <a:srgbClr val="F0F4F7"/>
                    </a:solidFill>
                  </a:tcPr>
                </a:tc>
                <a:tc>
                  <a:txBody>
                    <a:bodyPr wrap="square">
                      <a:noAutofit/>
                    </a:bodyPr>
                    <a:lstStyle/>
                    <a:p>
                      <a:pPr algn="l">
                        <a:lnSpc>
                          <a:spcPct val="100000"/>
                        </a:lnSpc>
                        <a:buNone/>
                      </a:pPr>
                      <a:r>
                        <a:rPr sz="1800" b="0">
                          <a:solidFill>
                            <a:srgbClr val="243746"/>
                          </a:solidFill>
                          <a:latin typeface="Noto Sans CJK SC"/>
                          <a:ea typeface="Noto Sans CJK SC"/>
                          <a:cs typeface="Noto Sans CJK SC"/>
                        </a:rPr>
                        <a:t>Dβ−Δr</a:t>
                      </a:r>
                    </a:p>
                  </a:txBody>
                  <a:tcPr marL="85725" marR="85725" marT="57150" marB="57150" anchor="ctr">
                    <a:solidFill>
                      <a:srgbClr val="F0F4F7"/>
                    </a:solidFill>
                  </a:tcPr>
                </a:tc>
              </a:tr>
              <a:tr h="548640">
                <a:tc>
                  <a:txBody>
                    <a:bodyPr wrap="square">
                      <a:noAutofit/>
                    </a:bodyPr>
                    <a:lstStyle/>
                    <a:p>
                      <a:pPr algn="l">
                        <a:lnSpc>
                          <a:spcPct val="100000"/>
                        </a:lnSpc>
                        <a:buNone/>
                      </a:pPr>
                      <a:r>
                        <a:rPr sz="1800" b="0">
                          <a:solidFill>
                            <a:srgbClr val="243746"/>
                          </a:solidFill>
                          <a:latin typeface="Noto Sans CJK SC"/>
                          <a:ea typeface="Noto Sans CJK SC"/>
                          <a:cs typeface="Noto Sans CJK SC"/>
                        </a:rPr>
                        <a:t>N + 替换</a:t>
                      </a:r>
                    </a:p>
                  </a:txBody>
                  <a:tcPr marL="85725" marR="85725" marT="57150" marB="57150" anchor="ctr">
                    <a:solidFill>
                      <a:srgbClr val="FFFFFF"/>
                    </a:solidFill>
                  </a:tcPr>
                </a:tc>
                <a:tc>
                  <a:txBody>
                    <a:bodyPr wrap="square">
                      <a:noAutofit/>
                    </a:bodyPr>
                    <a:lstStyle/>
                    <a:p>
                      <a:pPr algn="l">
                        <a:lnSpc>
                          <a:spcPct val="100000"/>
                        </a:lnSpc>
                        <a:buNone/>
                      </a:pPr>
                      <a:r>
                        <a:rPr sz="1800" b="0">
                          <a:solidFill>
                            <a:srgbClr val="243746"/>
                          </a:solidFill>
                          <a:latin typeface="Noto Sans CJK SC"/>
                          <a:ea typeface="Noto Sans CJK SC"/>
                          <a:cs typeface="Noto Sans CJK SC"/>
                        </a:rPr>
                        <a:t>(b−e)Δs+(1−b)Dβ</a:t>
                      </a:r>
                    </a:p>
                  </a:txBody>
                  <a:tcPr marL="85725" marR="85725" marT="57150" marB="57150" anchor="ctr">
                    <a:solidFill>
                      <a:srgbClr val="FFFFFF"/>
                    </a:solidFill>
                  </a:tcPr>
                </a:tc>
                <a:tc>
                  <a:txBody>
                    <a:bodyPr wrap="square">
                      <a:noAutofit/>
                    </a:bodyPr>
                    <a:lstStyle/>
                    <a:p>
                      <a:pPr algn="l">
                        <a:lnSpc>
                          <a:spcPct val="100000"/>
                        </a:lnSpc>
                        <a:buNone/>
                      </a:pPr>
                      <a:r>
                        <a:rPr sz="1800" b="0">
                          <a:solidFill>
                            <a:srgbClr val="243746"/>
                          </a:solidFill>
                          <a:latin typeface="Noto Sans CJK SC"/>
                          <a:ea typeface="Noto Sans CJK SC"/>
                          <a:cs typeface="Noto Sans CJK SC"/>
                        </a:rPr>
                        <a:t>Dβ−Δs</a:t>
                      </a:r>
                    </a:p>
                  </a:txBody>
                  <a:tcPr marL="85725" marR="85725" marT="57150" marB="57150" anchor="ctr">
                    <a:solidFill>
                      <a:srgbClr val="FFFFFF"/>
                    </a:solidFill>
                  </a:tcPr>
                </a:tc>
              </a:tr>
              <a:tr h="548640">
                <a:tc>
                  <a:txBody>
                    <a:bodyPr wrap="square">
                      <a:noAutofit/>
                    </a:bodyPr>
                    <a:lstStyle/>
                    <a:p>
                      <a:pPr algn="l">
                        <a:lnSpc>
                          <a:spcPct val="100000"/>
                        </a:lnSpc>
                        <a:buNone/>
                      </a:pPr>
                      <a:r>
                        <a:rPr sz="1800" b="0">
                          <a:solidFill>
                            <a:srgbClr val="243746"/>
                          </a:solidFill>
                          <a:latin typeface="Noto Sans CJK SC"/>
                          <a:ea typeface="Noto Sans CJK SC"/>
                          <a:cs typeface="Noto Sans CJK SC"/>
                        </a:rPr>
                        <a:t>C + 整改</a:t>
                      </a:r>
                    </a:p>
                  </a:txBody>
                  <a:tcPr marL="85725" marR="85725" marT="57150" marB="57150" anchor="ctr">
                    <a:solidFill>
                      <a:srgbClr val="F0F4F7"/>
                    </a:solidFill>
                  </a:tcPr>
                </a:tc>
                <a:tc>
                  <a:txBody>
                    <a:bodyPr wrap="square">
                      <a:noAutofit/>
                    </a:bodyPr>
                    <a:lstStyle/>
                    <a:p>
                      <a:pPr algn="l">
                        <a:lnSpc>
                          <a:spcPct val="100000"/>
                        </a:lnSpc>
                        <a:buNone/>
                      </a:pPr>
                      <a:r>
                        <a:rPr sz="1800" b="0">
                          <a:solidFill>
                            <a:srgbClr val="243746"/>
                          </a:solidFill>
                          <a:latin typeface="Noto Sans CJK SC"/>
                          <a:ea typeface="Noto Sans CJK SC"/>
                          <a:cs typeface="Noto Sans CJK SC"/>
                        </a:rPr>
                        <a:t>(2−e−b)Δr</a:t>
                      </a:r>
                    </a:p>
                  </a:txBody>
                  <a:tcPr marL="85725" marR="85725" marT="57150" marB="57150" anchor="ctr">
                    <a:solidFill>
                      <a:srgbClr val="F0F4F7"/>
                    </a:solidFill>
                  </a:tcPr>
                </a:tc>
                <a:tc>
                  <a:txBody>
                    <a:bodyPr wrap="square">
                      <a:noAutofit/>
                    </a:bodyPr>
                    <a:lstStyle/>
                    <a:p>
                      <a:pPr algn="l">
                        <a:lnSpc>
                          <a:spcPct val="100000"/>
                        </a:lnSpc>
                        <a:buNone/>
                      </a:pPr>
                      <a:r>
                        <a:rPr sz="1800" b="0">
                          <a:solidFill>
                            <a:srgbClr val="243746"/>
                          </a:solidFill>
                          <a:latin typeface="Noto Sans CJK SC"/>
                          <a:ea typeface="Noto Sans CJK SC"/>
                          <a:cs typeface="Noto Sans CJK SC"/>
                        </a:rPr>
                        <a:t>Δr</a:t>
                      </a:r>
                    </a:p>
                  </a:txBody>
                  <a:tcPr marL="85725" marR="85725" marT="57150" marB="57150" anchor="ctr">
                    <a:solidFill>
                      <a:srgbClr val="F0F4F7"/>
                    </a:solidFill>
                  </a:tcPr>
                </a:tc>
              </a:tr>
              <a:tr h="548640">
                <a:tc>
                  <a:txBody>
                    <a:bodyPr wrap="square">
                      <a:noAutofit/>
                    </a:bodyPr>
                    <a:lstStyle/>
                    <a:p>
                      <a:pPr algn="l">
                        <a:lnSpc>
                          <a:spcPct val="100000"/>
                        </a:lnSpc>
                        <a:buNone/>
                      </a:pPr>
                      <a:r>
                        <a:rPr sz="1800" b="0">
                          <a:solidFill>
                            <a:srgbClr val="243746"/>
                          </a:solidFill>
                          <a:latin typeface="Noto Sans CJK SC"/>
                          <a:ea typeface="Noto Sans CJK SC"/>
                          <a:cs typeface="Noto Sans CJK SC"/>
                        </a:rPr>
                        <a:t>C + 替换</a:t>
                      </a:r>
                    </a:p>
                  </a:txBody>
                  <a:tcPr marL="85725" marR="85725" marT="57150" marB="57150" anchor="ctr">
                    <a:solidFill>
                      <a:srgbClr val="FFFFFF"/>
                    </a:solidFill>
                  </a:tcPr>
                </a:tc>
                <a:tc>
                  <a:txBody>
                    <a:bodyPr wrap="square">
                      <a:noAutofit/>
                    </a:bodyPr>
                    <a:lstStyle/>
                    <a:p>
                      <a:pPr algn="l">
                        <a:lnSpc>
                          <a:spcPct val="100000"/>
                        </a:lnSpc>
                        <a:buNone/>
                      </a:pPr>
                      <a:r>
                        <a:rPr sz="1800" b="0">
                          <a:solidFill>
                            <a:srgbClr val="243746"/>
                          </a:solidFill>
                          <a:latin typeface="Noto Sans CJK SC"/>
                          <a:ea typeface="Noto Sans CJK SC"/>
                          <a:cs typeface="Noto Sans CJK SC"/>
                        </a:rPr>
                        <a:t>(2−e−b)Δs+(1−b)Dα</a:t>
                      </a:r>
                    </a:p>
                  </a:txBody>
                  <a:tcPr marL="85725" marR="85725" marT="57150" marB="57150" anchor="ctr">
                    <a:solidFill>
                      <a:srgbClr val="FFFFFF"/>
                    </a:solidFill>
                  </a:tcPr>
                </a:tc>
                <a:tc>
                  <a:txBody>
                    <a:bodyPr wrap="square">
                      <a:noAutofit/>
                    </a:bodyPr>
                    <a:lstStyle/>
                    <a:p>
                      <a:pPr algn="l">
                        <a:lnSpc>
                          <a:spcPct val="100000"/>
                        </a:lnSpc>
                        <a:buNone/>
                      </a:pPr>
                      <a:r>
                        <a:rPr sz="1800" b="0">
                          <a:solidFill>
                            <a:srgbClr val="243746"/>
                          </a:solidFill>
                          <a:latin typeface="Noto Sans CJK SC"/>
                          <a:ea typeface="Noto Sans CJK SC"/>
                          <a:cs typeface="Noto Sans CJK SC"/>
                        </a:rPr>
                        <a:t>Dα+Δs</a:t>
                      </a:r>
                    </a:p>
                  </a:txBody>
                  <a:tcPr marL="85725" marR="85725" marT="57150" marB="57150" anchor="ctr">
                    <a:solidFill>
                      <a:srgbClr val="FFFFFF"/>
                    </a:solidFill>
                  </a:tcPr>
                </a:tc>
              </a:tr>
            </a:tbl>
          </a:graphicData>
        </a:graphic>
      </p:graphicFrame>
      <p:sp>
        <p:nvSpPr>
          <p:cNvPr id="4" name="text-2">
            <a:extLst xmlns:a="http://schemas.openxmlformats.org/drawingml/2006/main">
              <a:ext uri="{FF2B5EF4-FFF2-40B4-BE49-F238E27FC236}">
                <a16:creationId xmlns:a16="http://schemas.microsoft.com/office/drawing/2014/main" id="{CCE70F9E-BC64-4D07-B5E8-2325FA1D5BEF}"/>
              </a:ext>
            </a:extLst>
          </p:cNvPr>
          <p:cNvSpPr>
            <a:spLocks xmlns:a="http://schemas.openxmlformats.org/drawingml/2006/main" noGrp="1"/>
          </p:cNvSpPr>
          <p:nvPr/>
        </p:nvSpPr>
        <p:spPr>
          <a:xfrm xmlns:a="http://schemas.openxmlformats.org/drawingml/2006/main">
            <a:off x="731520" y="5907024"/>
            <a:ext cx="10725912" cy="4754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1800" b="1">
                <a:solidFill>
                  <a:srgbClr val="587C95"/>
                </a:solidFill>
                <a:latin typeface="Noto Sans CJK SC"/>
                <a:ea typeface="Noto Sans CJK SC"/>
                <a:cs typeface="Noto Sans CJK SC"/>
              </a:defRPr>
            </a:defPPr>
          </a:lstStyle>
          <a:p xmlns:a="http://schemas.openxmlformats.org/drawingml/2006/main">
            <a:pPr algn="l">
              <a:lnSpc>
                <a:spcPct val="103000"/>
              </a:lnSpc>
              <a:buNone/>
              <a:defRPr sz="1800" b="1">
                <a:solidFill>
                  <a:srgbClr val="587C95"/>
                </a:solidFill>
                <a:latin typeface="Noto Sans CJK SC"/>
                <a:ea typeface="Noto Sans CJK SC"/>
                <a:cs typeface="Noto Sans CJK SC"/>
              </a:defRPr>
            </a:pPr>
            <a:r>
              <a:rPr sz="1800" b="1">
                <a:solidFill>
                  <a:srgbClr val="587C95"/>
                </a:solidFill>
                <a:latin typeface="Noto Sans CJK SC"/>
                <a:ea typeface="Noto Sans CJK SC"/>
                <a:cs typeface="Noto Sans CJK SC"/>
              </a:rPr>
              <a:t>ℓ*(b) 为四项的最小值；π* = Π − 各供应商期望损失之和。</a:t>
            </a:r>
          </a:p>
        </p:txBody>
      </p:sp>
      <p:sp>
        <p:nvSpPr>
          <p:cNvPr id="5" name="source-footer">
            <a:extLst xmlns:a="http://schemas.openxmlformats.org/drawingml/2006/main">
              <a:ext uri="{FF2B5EF4-FFF2-40B4-BE49-F238E27FC236}">
                <a16:creationId xmlns:a16="http://schemas.microsoft.com/office/drawing/2014/main" id="{5BF973DB-FB30-42E7-9F92-66FE1D8339DA}"/>
              </a:ext>
            </a:extLst>
          </p:cNvPr>
          <p:cNvSpPr>
            <a:spLocks xmlns:a="http://schemas.openxmlformats.org/drawingml/2006/main" noGrp="1"/>
          </p:cNvSpPr>
          <p:nvPr/>
        </p:nvSpPr>
        <p:spPr>
          <a:xfrm xmlns:a="http://schemas.openxmlformats.org/drawingml/2006/main">
            <a:off x="676656" y="6492240"/>
            <a:ext cx="10442448"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1040" b="0">
                <a:solidFill>
                  <a:srgbClr val="627281"/>
                </a:solidFill>
                <a:latin typeface="Noto Sans CJK SC"/>
                <a:ea typeface="Noto Sans CJK SC"/>
                <a:cs typeface="Noto Sans CJK SC"/>
              </a:defRPr>
            </a:defPPr>
          </a:lstStyle>
          <a:p xmlns:a="http://schemas.openxmlformats.org/drawingml/2006/main">
            <a:pPr algn="l">
              <a:lnSpc>
                <a:spcPct val="103000"/>
              </a:lnSpc>
              <a:buNone/>
              <a:defRPr sz="1040" b="0">
                <a:solidFill>
                  <a:srgbClr val="627281"/>
                </a:solidFill>
                <a:latin typeface="Noto Sans CJK SC"/>
                <a:ea typeface="Noto Sans CJK SC"/>
                <a:cs typeface="Noto Sans CJK SC"/>
              </a:defRPr>
            </a:pPr>
            <a:r>
              <a:rPr sz="1040" b="0">
                <a:solidFill>
                  <a:srgbClr val="627281"/>
                </a:solidFill>
                <a:latin typeface="Noto Sans CJK SC"/>
                <a:ea typeface="Noto Sans CJK SC"/>
                <a:cs typeface="Noto Sans CJK SC"/>
              </a:rPr>
              <a:t>由 §3–4 的事件概率整理；与原文目标等价</a:t>
            </a:r>
          </a:p>
        </p:txBody>
      </p:sp>
      <p:sp>
        <p:nvSpPr>
          <p:cNvPr id="6" name="page-number">
            <a:extLst xmlns:a="http://schemas.openxmlformats.org/drawingml/2006/main">
              <a:ext uri="{FF2B5EF4-FFF2-40B4-BE49-F238E27FC236}">
                <a16:creationId xmlns:a16="http://schemas.microsoft.com/office/drawing/2014/main" id="{8466640B-6D20-408A-9779-B9579FF03382}"/>
              </a:ext>
            </a:extLst>
          </p:cNvPr>
          <p:cNvSpPr>
            <a:spLocks xmlns:a="http://schemas.openxmlformats.org/drawingml/2006/main" noGrp="1"/>
          </p:cNvSpPr>
          <p:nvPr/>
        </p:nvSpPr>
        <p:spPr>
          <a:xfrm xmlns:a="http://schemas.openxmlformats.org/drawingml/2006/main">
            <a:off x="11000232" y="6492240"/>
            <a:ext cx="502920"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r">
              <a:defRPr sz="1050" b="0">
                <a:solidFill>
                  <a:srgbClr val="587C95"/>
                </a:solidFill>
                <a:latin typeface="Noto Sans CJK SC"/>
                <a:ea typeface="Noto Sans CJK SC"/>
                <a:cs typeface="Noto Sans CJK SC"/>
              </a:defRPr>
            </a:defPPr>
          </a:lstStyle>
          <a:p xmlns:a="http://schemas.openxmlformats.org/drawingml/2006/main">
            <a:pPr algn="r">
              <a:lnSpc>
                <a:spcPct val="103000"/>
              </a:lnSpc>
              <a:buNone/>
              <a:defRPr sz="1050" b="0">
                <a:solidFill>
                  <a:srgbClr val="587C95"/>
                </a:solidFill>
                <a:latin typeface="Noto Sans CJK SC"/>
                <a:ea typeface="Noto Sans CJK SC"/>
                <a:cs typeface="Noto Sans CJK SC"/>
              </a:defRPr>
            </a:pPr>
            <a:r>
              <a:rPr sz="1050" b="0">
                <a:solidFill>
                  <a:srgbClr val="587C95"/>
                </a:solidFill>
                <a:latin typeface="Noto Sans CJK SC"/>
                <a:ea typeface="Noto Sans CJK SC"/>
                <a:cs typeface="Noto Sans CJK SC"/>
              </a:rPr>
              <a:t>41</a:t>
            </a:r>
          </a:p>
        </p:txBody>
      </p:sp>
    </p:spTree>
    <p:extLst>
      <p:ext uri="{BB962C8B-B14F-4D97-AF65-F5344CB8AC3E}">
        <p14:creationId xmlns:p14="http://schemas.microsoft.com/office/powerpoint/2010/main" val="1821896055"/>
      </p:ext>
    </p:extLst>
  </p:cSld>
</p:sld>
</file>

<file path=ppt/slides/slide42.xml><?xml version="1.0" encoding="utf-8"?>
<p:sld xmlns:p="http://schemas.openxmlformats.org/presentationml/2006/main">
  <p:cSld>
    <p:spTree>
      <p:nvGrpSpPr>
        <p:cNvPr id="1" name=""/>
        <p:cNvGrpSpPr/>
        <p:nvPr/>
      </p:nvGrpSpPr>
      <p:grpSpPr>
        <a:xfrm xmlns:a="http://schemas.openxmlformats.org/drawingml/2006/main"/>
      </p:grpSpPr>
      <p:sp>
        <p:nvSpPr>
          <p:cNvPr id="10" name="section-heading">
            <a:extLst xmlns:a="http://schemas.openxmlformats.org/drawingml/2006/main">
              <a:ext uri="{FF2B5EF4-FFF2-40B4-BE49-F238E27FC236}">
                <a16:creationId xmlns:a16="http://schemas.microsoft.com/office/drawing/2014/main" id="{0792B6B5-85A7-4674-827E-8F99C8DC9D01}"/>
              </a:ext>
            </a:extLst>
          </p:cNvPr>
          <p:cNvSpPr>
            <a:spLocks xmlns:a="http://schemas.openxmlformats.org/drawingml/2006/main" noGrp="1"/>
          </p:cNvSpPr>
          <p:nvPr/>
        </p:nvSpPr>
        <p:spPr>
          <a:xfrm xmlns:a="http://schemas.openxmlformats.org/drawingml/2006/main">
            <a:off x="1499616" y="630936"/>
            <a:ext cx="9784080" cy="5486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2700" b="1">
                <a:solidFill>
                  <a:srgbClr val="243746"/>
                </a:solidFill>
                <a:latin typeface="Noto Sans CJK SC"/>
                <a:ea typeface="Noto Sans CJK SC"/>
                <a:cs typeface="Noto Sans CJK SC"/>
              </a:defRPr>
            </a:defPPr>
          </a:lstStyle>
          <a:p xmlns:a="http://schemas.openxmlformats.org/drawingml/2006/main">
            <a:pPr algn="l">
              <a:lnSpc>
                <a:spcPct val="103000"/>
              </a:lnSpc>
              <a:buNone/>
              <a:defRPr sz="2700" b="1">
                <a:solidFill>
                  <a:srgbClr val="243746"/>
                </a:solidFill>
                <a:latin typeface="Noto Sans CJK SC"/>
                <a:ea typeface="Noto Sans CJK SC"/>
                <a:cs typeface="Noto Sans CJK SC"/>
              </a:defRPr>
            </a:pPr>
            <a:r>
              <a:rPr sz="2700" b="1">
                <a:solidFill>
                  <a:srgbClr val="243746"/>
                </a:solidFill>
                <a:latin typeface="Noto Sans CJK SC"/>
                <a:ea typeface="Noto Sans CJK SC"/>
                <a:cs typeface="Noto Sans CJK SC"/>
              </a:rPr>
              <a:t>附录 C</a:t>
            </a:r>
          </a:p>
        </p:txBody>
      </p:sp>
      <p:sp>
        <p:nvSpPr>
          <p:cNvPr id="2" name="slide-topic">
            <a:extLst xmlns:a="http://schemas.openxmlformats.org/drawingml/2006/main">
              <a:ext uri="{FF2B5EF4-FFF2-40B4-BE49-F238E27FC236}">
                <a16:creationId xmlns:a16="http://schemas.microsoft.com/office/drawing/2014/main" id="{ADD84D49-96DD-4398-93E9-16B9C11C8820}"/>
              </a:ext>
            </a:extLst>
          </p:cNvPr>
          <p:cNvSpPr>
            <a:spLocks xmlns:a="http://schemas.openxmlformats.org/drawingml/2006/main" noGrp="1"/>
          </p:cNvSpPr>
          <p:nvPr/>
        </p:nvSpPr>
        <p:spPr>
          <a:xfrm xmlns:a="http://schemas.openxmlformats.org/drawingml/2006/main">
            <a:off x="658368" y="1709928"/>
            <a:ext cx="10881360" cy="5486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2400" b="1">
                <a:solidFill>
                  <a:srgbClr val="243746"/>
                </a:solidFill>
                <a:latin typeface="Noto Sans CJK SC"/>
                <a:ea typeface="Noto Sans CJK SC"/>
                <a:cs typeface="Noto Sans CJK SC"/>
              </a:defRPr>
            </a:defPPr>
          </a:lstStyle>
          <a:p xmlns:a="http://schemas.openxmlformats.org/drawingml/2006/main">
            <a:pPr algn="l">
              <a:lnSpc>
                <a:spcPct val="103000"/>
              </a:lnSpc>
              <a:buNone/>
              <a:defRPr sz="2400" b="1">
                <a:solidFill>
                  <a:srgbClr val="243746"/>
                </a:solidFill>
                <a:latin typeface="Noto Sans CJK SC"/>
                <a:ea typeface="Noto Sans CJK SC"/>
                <a:cs typeface="Noto Sans CJK SC"/>
              </a:defRPr>
            </a:pPr>
            <a:r>
              <a:rPr sz="2400" b="1">
                <a:solidFill>
                  <a:srgbClr val="243746"/>
                </a:solidFill>
                <a:latin typeface="Noto Sans CJK SC"/>
                <a:ea typeface="Noto Sans CJK SC"/>
                <a:cs typeface="Noto Sans CJK SC"/>
              </a:rPr>
              <a:t>推论 1：额外损失公式的完整区域条件</a:t>
            </a:r>
          </a:p>
        </p:txBody>
      </p:sp>
      <p:sp>
        <p:nvSpPr>
          <p:cNvPr id="3" name="text-2">
            <a:extLst xmlns:a="http://schemas.openxmlformats.org/drawingml/2006/main">
              <a:ext uri="{FF2B5EF4-FFF2-40B4-BE49-F238E27FC236}">
                <a16:creationId xmlns:a16="http://schemas.microsoft.com/office/drawing/2014/main" id="{B5F9A98D-8F24-45F8-B1EC-E030ECA862A6}"/>
              </a:ext>
            </a:extLst>
          </p:cNvPr>
          <p:cNvSpPr>
            <a:spLocks xmlns:a="http://schemas.openxmlformats.org/drawingml/2006/main" noGrp="1"/>
          </p:cNvSpPr>
          <p:nvPr/>
        </p:nvSpPr>
        <p:spPr>
          <a:xfrm xmlns:a="http://schemas.openxmlformats.org/drawingml/2006/main">
            <a:off x="786384" y="2377440"/>
            <a:ext cx="10515600" cy="43891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2100" b="1">
                <a:solidFill>
                  <a:srgbClr val="587C95"/>
                </a:solidFill>
                <a:latin typeface="Noto Sans CJK SC"/>
                <a:ea typeface="Noto Sans CJK SC"/>
                <a:cs typeface="Noto Sans CJK SC"/>
              </a:defRPr>
            </a:defPPr>
          </a:lstStyle>
          <a:p xmlns:a="http://schemas.openxmlformats.org/drawingml/2006/main">
            <a:pPr algn="l">
              <a:lnSpc>
                <a:spcPct val="103000"/>
              </a:lnSpc>
              <a:buNone/>
              <a:defRPr sz="2100" b="1">
                <a:solidFill>
                  <a:srgbClr val="587C95"/>
                </a:solidFill>
                <a:latin typeface="Noto Sans CJK SC"/>
                <a:ea typeface="Noto Sans CJK SC"/>
                <a:cs typeface="Noto Sans CJK SC"/>
              </a:defRPr>
            </a:pPr>
            <a:r>
              <a:rPr sz="2100" b="1">
                <a:solidFill>
                  <a:srgbClr val="587C95"/>
                </a:solidFill>
                <a:latin typeface="Noto Sans CJK SC"/>
                <a:ea typeface="Noto Sans CJK SC"/>
                <a:cs typeface="Noto Sans CJK SC"/>
              </a:rPr>
              <a:t>损失 1 的条件</a:t>
            </a:r>
          </a:p>
        </p:txBody>
      </p:sp>
      <p:pic>
        <p:nvPicPr>
          <p:cNvPr id="4" name="">
            <a:extLst xmlns:a="http://schemas.openxmlformats.org/drawingml/2006/main">
              <a:ext uri="{FF2B5EF4-FFF2-40B4-BE49-F238E27FC236}">
                <a16:creationId xmlns:a16="http://schemas.microsoft.com/office/drawing/2014/main" id="{4B776AC8-24C3-4CAC-8C9A-829EC9B775F2}"/>
              </a:ext>
            </a:extLst>
          </p:cNvPr>
          <p:cNvPicPr>
            <a:picLocks xmlns:a="http://schemas.openxmlformats.org/drawingml/2006/main" noChangeAspect="1"/>
          </p:cNvPicPr>
          <p:nvPr/>
        </p:nvPicPr>
        <p:blipFill>
          <a:blip xmlns:r="http://schemas.openxmlformats.org/officeDocument/2006/relationships" xmlns:a="http://schemas.openxmlformats.org/drawingml/2006/main" r:embed="Raaeceb13aa954154"/>
          <a:stretch xmlns:a="http://schemas.openxmlformats.org/drawingml/2006/main"/>
        </p:blipFill>
        <p:spPr>
          <a:xfrm xmlns:a="http://schemas.openxmlformats.org/drawingml/2006/main">
            <a:off x="4508902" y="2944368"/>
            <a:ext cx="3180293" cy="594360"/>
          </a:xfrm>
          <a:prstGeom xmlns:a="http://schemas.openxmlformats.org/drawingml/2006/main" prst="rect">
            <a:avLst/>
          </a:prstGeom>
        </p:spPr>
      </p:pic>
      <p:pic>
        <p:nvPicPr>
          <p:cNvPr id="5" name="">
            <a:extLst xmlns:a="http://schemas.openxmlformats.org/drawingml/2006/main">
              <a:ext uri="{FF2B5EF4-FFF2-40B4-BE49-F238E27FC236}">
                <a16:creationId xmlns:a16="http://schemas.microsoft.com/office/drawing/2014/main" id="{34EE09F0-D504-40D8-BD98-F8E26B43F05A}"/>
              </a:ext>
            </a:extLst>
          </p:cNvPr>
          <p:cNvPicPr>
            <a:picLocks xmlns:a="http://schemas.openxmlformats.org/drawingml/2006/main" noChangeAspect="1"/>
          </p:cNvPicPr>
          <p:nvPr/>
        </p:nvPicPr>
        <p:blipFill>
          <a:blip xmlns:r="http://schemas.openxmlformats.org/officeDocument/2006/relationships" xmlns:a="http://schemas.openxmlformats.org/drawingml/2006/main" r:embed="R2d32b3fdf22645a0"/>
          <a:stretch xmlns:a="http://schemas.openxmlformats.org/drawingml/2006/main"/>
        </p:blipFill>
        <p:spPr>
          <a:xfrm xmlns:a="http://schemas.openxmlformats.org/drawingml/2006/main">
            <a:off x="3577476" y="3767328"/>
            <a:ext cx="5043145" cy="594360"/>
          </a:xfrm>
          <a:prstGeom xmlns:a="http://schemas.openxmlformats.org/drawingml/2006/main" prst="rect">
            <a:avLst/>
          </a:prstGeom>
        </p:spPr>
      </p:pic>
      <p:sp>
        <p:nvSpPr>
          <p:cNvPr id="6" name="text-3">
            <a:extLst xmlns:a="http://schemas.openxmlformats.org/drawingml/2006/main">
              <a:ext uri="{FF2B5EF4-FFF2-40B4-BE49-F238E27FC236}">
                <a16:creationId xmlns:a16="http://schemas.microsoft.com/office/drawing/2014/main" id="{6DD5DB03-3DD9-46EA-A1D7-9407B42DA5AF}"/>
              </a:ext>
            </a:extLst>
          </p:cNvPr>
          <p:cNvSpPr>
            <a:spLocks xmlns:a="http://schemas.openxmlformats.org/drawingml/2006/main" noGrp="1"/>
          </p:cNvSpPr>
          <p:nvPr/>
        </p:nvSpPr>
        <p:spPr>
          <a:xfrm xmlns:a="http://schemas.openxmlformats.org/drawingml/2006/main">
            <a:off x="786384" y="4572000"/>
            <a:ext cx="10515600" cy="53035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2000" b="1">
                <a:solidFill>
                  <a:srgbClr val="587C95"/>
                </a:solidFill>
                <a:latin typeface="Noto Sans CJK SC"/>
                <a:ea typeface="Noto Sans CJK SC"/>
                <a:cs typeface="Noto Sans CJK SC"/>
              </a:defRPr>
            </a:defPPr>
          </a:lstStyle>
          <a:p xmlns:a="http://schemas.openxmlformats.org/drawingml/2006/main">
            <a:pPr algn="l">
              <a:lnSpc>
                <a:spcPct val="103000"/>
              </a:lnSpc>
              <a:buNone/>
              <a:defRPr sz="2000" b="1">
                <a:solidFill>
                  <a:srgbClr val="587C95"/>
                </a:solidFill>
                <a:latin typeface="Noto Sans CJK SC"/>
                <a:ea typeface="Noto Sans CJK SC"/>
                <a:cs typeface="Noto Sans CJK SC"/>
              </a:defRPr>
            </a:pPr>
            <a:r>
              <a:rPr sz="2000" b="1">
                <a:solidFill>
                  <a:srgbClr val="587C95"/>
                </a:solidFill>
                <a:latin typeface="Noto Sans CJK SC"/>
                <a:ea typeface="Noto Sans CJK SC"/>
                <a:cs typeface="Noto Sans CJK SC"/>
              </a:rPr>
              <a:t>损失 2 的条件：Δs &lt; Δr &lt; min{Δs+Dα/2,Dβ/2}，并且</a:t>
            </a:r>
          </a:p>
        </p:txBody>
      </p:sp>
      <p:pic>
        <p:nvPicPr>
          <p:cNvPr id="7" name="">
            <a:extLst xmlns:a="http://schemas.openxmlformats.org/drawingml/2006/main">
              <a:ext uri="{FF2B5EF4-FFF2-40B4-BE49-F238E27FC236}">
                <a16:creationId xmlns:a16="http://schemas.microsoft.com/office/drawing/2014/main" id="{3B4C9737-B158-45CA-AE5C-F623BBB3D9F8}"/>
              </a:ext>
            </a:extLst>
          </p:cNvPr>
          <p:cNvPicPr>
            <a:picLocks xmlns:a="http://schemas.openxmlformats.org/drawingml/2006/main" noChangeAspect="1"/>
          </p:cNvPicPr>
          <p:nvPr/>
        </p:nvPicPr>
        <p:blipFill>
          <a:blip xmlns:r="http://schemas.openxmlformats.org/officeDocument/2006/relationships" xmlns:a="http://schemas.openxmlformats.org/drawingml/2006/main" r:embed="Reefd7a4e5b184070"/>
          <a:stretch xmlns:a="http://schemas.openxmlformats.org/drawingml/2006/main"/>
        </p:blipFill>
        <p:spPr>
          <a:xfrm xmlns:a="http://schemas.openxmlformats.org/drawingml/2006/main">
            <a:off x="2186917" y="5385816"/>
            <a:ext cx="7824261" cy="713232"/>
          </a:xfrm>
          <a:prstGeom xmlns:a="http://schemas.openxmlformats.org/drawingml/2006/main" prst="rect">
            <a:avLst/>
          </a:prstGeom>
        </p:spPr>
      </p:pic>
      <p:sp>
        <p:nvSpPr>
          <p:cNvPr id="8" name="source-footer">
            <a:extLst xmlns:a="http://schemas.openxmlformats.org/drawingml/2006/main">
              <a:ext uri="{FF2B5EF4-FFF2-40B4-BE49-F238E27FC236}">
                <a16:creationId xmlns:a16="http://schemas.microsoft.com/office/drawing/2014/main" id="{3DB06E2E-64BA-464B-AEBE-AD1A532BAC99}"/>
              </a:ext>
            </a:extLst>
          </p:cNvPr>
          <p:cNvSpPr>
            <a:spLocks xmlns:a="http://schemas.openxmlformats.org/drawingml/2006/main" noGrp="1"/>
          </p:cNvSpPr>
          <p:nvPr/>
        </p:nvSpPr>
        <p:spPr>
          <a:xfrm xmlns:a="http://schemas.openxmlformats.org/drawingml/2006/main">
            <a:off x="676656" y="6492240"/>
            <a:ext cx="10442448"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1040" b="0">
                <a:solidFill>
                  <a:srgbClr val="627281"/>
                </a:solidFill>
                <a:latin typeface="Noto Sans CJK SC"/>
                <a:ea typeface="Noto Sans CJK SC"/>
                <a:cs typeface="Noto Sans CJK SC"/>
              </a:defRPr>
            </a:defPPr>
          </a:lstStyle>
          <a:p xmlns:a="http://schemas.openxmlformats.org/drawingml/2006/main">
            <a:pPr algn="l">
              <a:lnSpc>
                <a:spcPct val="103000"/>
              </a:lnSpc>
              <a:buNone/>
              <a:defRPr sz="1040" b="0">
                <a:solidFill>
                  <a:srgbClr val="627281"/>
                </a:solidFill>
                <a:latin typeface="Noto Sans CJK SC"/>
                <a:ea typeface="Noto Sans CJK SC"/>
                <a:cs typeface="Noto Sans CJK SC"/>
              </a:defRPr>
            </a:pPr>
            <a:r>
              <a:rPr sz="1040" b="0">
                <a:solidFill>
                  <a:srgbClr val="627281"/>
                </a:solidFill>
                <a:latin typeface="Noto Sans CJK SC"/>
                <a:ea typeface="Noto Sans CJK SC"/>
                <a:cs typeface="Noto Sans CJK SC"/>
              </a:rPr>
              <a:t>Corollary 1，p. 9</a:t>
            </a:r>
          </a:p>
        </p:txBody>
      </p:sp>
      <p:sp>
        <p:nvSpPr>
          <p:cNvPr id="9" name="page-number">
            <a:extLst xmlns:a="http://schemas.openxmlformats.org/drawingml/2006/main">
              <a:ext uri="{FF2B5EF4-FFF2-40B4-BE49-F238E27FC236}">
                <a16:creationId xmlns:a16="http://schemas.microsoft.com/office/drawing/2014/main" id="{37FB6794-1A81-4144-A832-767EC8B9622A}"/>
              </a:ext>
            </a:extLst>
          </p:cNvPr>
          <p:cNvSpPr>
            <a:spLocks xmlns:a="http://schemas.openxmlformats.org/drawingml/2006/main" noGrp="1"/>
          </p:cNvSpPr>
          <p:nvPr/>
        </p:nvSpPr>
        <p:spPr>
          <a:xfrm xmlns:a="http://schemas.openxmlformats.org/drawingml/2006/main">
            <a:off x="11000232" y="6492240"/>
            <a:ext cx="502920"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r">
              <a:defRPr sz="1050" b="0">
                <a:solidFill>
                  <a:srgbClr val="587C95"/>
                </a:solidFill>
                <a:latin typeface="Noto Sans CJK SC"/>
                <a:ea typeface="Noto Sans CJK SC"/>
                <a:cs typeface="Noto Sans CJK SC"/>
              </a:defRPr>
            </a:defPPr>
          </a:lstStyle>
          <a:p xmlns:a="http://schemas.openxmlformats.org/drawingml/2006/main">
            <a:pPr algn="r">
              <a:lnSpc>
                <a:spcPct val="103000"/>
              </a:lnSpc>
              <a:buNone/>
              <a:defRPr sz="1050" b="0">
                <a:solidFill>
                  <a:srgbClr val="587C95"/>
                </a:solidFill>
                <a:latin typeface="Noto Sans CJK SC"/>
                <a:ea typeface="Noto Sans CJK SC"/>
                <a:cs typeface="Noto Sans CJK SC"/>
              </a:defRPr>
            </a:pPr>
            <a:r>
              <a:rPr sz="1050" b="0">
                <a:solidFill>
                  <a:srgbClr val="587C95"/>
                </a:solidFill>
                <a:latin typeface="Noto Sans CJK SC"/>
                <a:ea typeface="Noto Sans CJK SC"/>
                <a:cs typeface="Noto Sans CJK SC"/>
              </a:rPr>
              <a:t>42</a:t>
            </a:r>
          </a:p>
        </p:txBody>
      </p:sp>
    </p:spTree>
    <p:extLst>
      <p:ext uri="{BB962C8B-B14F-4D97-AF65-F5344CB8AC3E}">
        <p14:creationId xmlns:p14="http://schemas.microsoft.com/office/powerpoint/2010/main" val="992746422"/>
      </p:ext>
    </p:extLst>
  </p:cSld>
</p:sld>
</file>

<file path=ppt/slides/slide43.xml><?xml version="1.0" encoding="utf-8"?>
<p:sld xmlns:p="http://schemas.openxmlformats.org/presentationml/2006/main">
  <p:cSld>
    <p:spTree>
      <p:nvGrpSpPr>
        <p:cNvPr id="1" name=""/>
        <p:cNvGrpSpPr/>
        <p:nvPr/>
      </p:nvGrpSpPr>
      <p:grpSpPr>
        <a:xfrm xmlns:a="http://schemas.openxmlformats.org/drawingml/2006/main"/>
      </p:grpSpPr>
      <p:sp>
        <p:nvSpPr>
          <p:cNvPr id="8" name="section-heading">
            <a:extLst xmlns:a="http://schemas.openxmlformats.org/drawingml/2006/main">
              <a:ext uri="{FF2B5EF4-FFF2-40B4-BE49-F238E27FC236}">
                <a16:creationId xmlns:a16="http://schemas.microsoft.com/office/drawing/2014/main" id="{83679864-53B6-4CB4-A735-BE274C3473A9}"/>
              </a:ext>
            </a:extLst>
          </p:cNvPr>
          <p:cNvSpPr>
            <a:spLocks xmlns:a="http://schemas.openxmlformats.org/drawingml/2006/main" noGrp="1"/>
          </p:cNvSpPr>
          <p:nvPr/>
        </p:nvSpPr>
        <p:spPr>
          <a:xfrm xmlns:a="http://schemas.openxmlformats.org/drawingml/2006/main">
            <a:off x="1499616" y="630936"/>
            <a:ext cx="9784080" cy="5486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2700" b="1">
                <a:solidFill>
                  <a:srgbClr val="243746"/>
                </a:solidFill>
                <a:latin typeface="Noto Sans CJK SC"/>
                <a:ea typeface="Noto Sans CJK SC"/>
                <a:cs typeface="Noto Sans CJK SC"/>
              </a:defRPr>
            </a:defPPr>
          </a:lstStyle>
          <a:p xmlns:a="http://schemas.openxmlformats.org/drawingml/2006/main">
            <a:pPr algn="l">
              <a:lnSpc>
                <a:spcPct val="103000"/>
              </a:lnSpc>
              <a:buNone/>
              <a:defRPr sz="2700" b="1">
                <a:solidFill>
                  <a:srgbClr val="243746"/>
                </a:solidFill>
                <a:latin typeface="Noto Sans CJK SC"/>
                <a:ea typeface="Noto Sans CJK SC"/>
                <a:cs typeface="Noto Sans CJK SC"/>
              </a:defRPr>
            </a:pPr>
            <a:r>
              <a:rPr sz="2700" b="1">
                <a:solidFill>
                  <a:srgbClr val="243746"/>
                </a:solidFill>
                <a:latin typeface="Noto Sans CJK SC"/>
                <a:ea typeface="Noto Sans CJK SC"/>
                <a:cs typeface="Noto Sans CJK SC"/>
              </a:rPr>
              <a:t>附录 D</a:t>
            </a:r>
          </a:p>
        </p:txBody>
      </p:sp>
      <p:sp>
        <p:nvSpPr>
          <p:cNvPr id="2" name="slide-topic">
            <a:extLst xmlns:a="http://schemas.openxmlformats.org/drawingml/2006/main">
              <a:ext uri="{FF2B5EF4-FFF2-40B4-BE49-F238E27FC236}">
                <a16:creationId xmlns:a16="http://schemas.microsoft.com/office/drawing/2014/main" id="{A2928BCE-5E15-4993-823C-2E901D6F9537}"/>
              </a:ext>
            </a:extLst>
          </p:cNvPr>
          <p:cNvSpPr>
            <a:spLocks xmlns:a="http://schemas.openxmlformats.org/drawingml/2006/main" noGrp="1"/>
          </p:cNvSpPr>
          <p:nvPr/>
        </p:nvSpPr>
        <p:spPr>
          <a:xfrm xmlns:a="http://schemas.openxmlformats.org/drawingml/2006/main">
            <a:off x="658368" y="1709928"/>
            <a:ext cx="10881360" cy="5486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2400" b="1">
                <a:solidFill>
                  <a:srgbClr val="243746"/>
                </a:solidFill>
                <a:latin typeface="Noto Sans CJK SC"/>
                <a:ea typeface="Noto Sans CJK SC"/>
                <a:cs typeface="Noto Sans CJK SC"/>
              </a:defRPr>
            </a:defPPr>
          </a:lstStyle>
          <a:p xmlns:a="http://schemas.openxmlformats.org/drawingml/2006/main">
            <a:pPr algn="l">
              <a:lnSpc>
                <a:spcPct val="103000"/>
              </a:lnSpc>
              <a:buNone/>
              <a:defRPr sz="2400" b="1">
                <a:solidFill>
                  <a:srgbClr val="243746"/>
                </a:solidFill>
                <a:latin typeface="Noto Sans CJK SC"/>
                <a:ea typeface="Noto Sans CJK SC"/>
                <a:cs typeface="Noto Sans CJK SC"/>
              </a:defRPr>
            </a:pPr>
            <a:r>
              <a:rPr sz="2400" b="1">
                <a:solidFill>
                  <a:srgbClr val="243746"/>
                </a:solidFill>
                <a:latin typeface="Noto Sans CJK SC"/>
                <a:ea typeface="Noto Sans CJK SC"/>
                <a:cs typeface="Noto Sans CJK SC"/>
              </a:rPr>
              <a:t>外层预算的边际价值与内点分配</a:t>
            </a:r>
          </a:p>
        </p:txBody>
      </p:sp>
      <p:pic>
        <p:nvPicPr>
          <p:cNvPr id="3" name="">
            <a:extLst xmlns:a="http://schemas.openxmlformats.org/drawingml/2006/main">
              <a:ext uri="{FF2B5EF4-FFF2-40B4-BE49-F238E27FC236}">
                <a16:creationId xmlns:a16="http://schemas.microsoft.com/office/drawing/2014/main" id="{C95861F6-919D-406D-AED4-983F224512FB}"/>
              </a:ext>
            </a:extLst>
          </p:cNvPr>
          <p:cNvPicPr>
            <a:picLocks xmlns:a="http://schemas.openxmlformats.org/drawingml/2006/main" noChangeAspect="1"/>
          </p:cNvPicPr>
          <p:nvPr/>
        </p:nvPicPr>
        <p:blipFill>
          <a:blip xmlns:r="http://schemas.openxmlformats.org/officeDocument/2006/relationships" xmlns:a="http://schemas.openxmlformats.org/drawingml/2006/main" r:embed="Rb3538adae1df4ed9"/>
          <a:stretch xmlns:a="http://schemas.openxmlformats.org/drawingml/2006/main"/>
        </p:blipFill>
        <p:spPr>
          <a:xfrm xmlns:a="http://schemas.openxmlformats.org/drawingml/2006/main">
            <a:off x="1981977" y="2487168"/>
            <a:ext cx="8234142" cy="685800"/>
          </a:xfrm>
          <a:prstGeom xmlns:a="http://schemas.openxmlformats.org/drawingml/2006/main" prst="rect">
            <a:avLst/>
          </a:prstGeom>
        </p:spPr>
      </p:pic>
      <p:pic>
        <p:nvPicPr>
          <p:cNvPr id="4" name="">
            <a:extLst xmlns:a="http://schemas.openxmlformats.org/drawingml/2006/main">
              <a:ext uri="{FF2B5EF4-FFF2-40B4-BE49-F238E27FC236}">
                <a16:creationId xmlns:a16="http://schemas.microsoft.com/office/drawing/2014/main" id="{6AE279B9-CC3E-4D76-82DF-DB805657FB8C}"/>
              </a:ext>
            </a:extLst>
          </p:cNvPr>
          <p:cNvPicPr>
            <a:picLocks xmlns:a="http://schemas.openxmlformats.org/drawingml/2006/main" noChangeAspect="1"/>
          </p:cNvPicPr>
          <p:nvPr/>
        </p:nvPicPr>
        <p:blipFill>
          <a:blip xmlns:r="http://schemas.openxmlformats.org/officeDocument/2006/relationships" xmlns:a="http://schemas.openxmlformats.org/drawingml/2006/main" r:embed="Re53ba5fa30d24d05"/>
          <a:stretch xmlns:a="http://schemas.openxmlformats.org/drawingml/2006/main"/>
        </p:blipFill>
        <p:spPr>
          <a:xfrm xmlns:a="http://schemas.openxmlformats.org/drawingml/2006/main">
            <a:off x="3632566" y="3566160"/>
            <a:ext cx="4932965" cy="850392"/>
          </a:xfrm>
          <a:prstGeom xmlns:a="http://schemas.openxmlformats.org/drawingml/2006/main" prst="rect">
            <a:avLst/>
          </a:prstGeom>
        </p:spPr>
      </p:pic>
      <p:sp>
        <p:nvSpPr>
          <p:cNvPr id="5" name="text-2">
            <a:extLst xmlns:a="http://schemas.openxmlformats.org/drawingml/2006/main">
              <a:ext uri="{FF2B5EF4-FFF2-40B4-BE49-F238E27FC236}">
                <a16:creationId xmlns:a16="http://schemas.microsoft.com/office/drawing/2014/main" id="{F523B769-69FB-47BF-A4FD-750BC57D68CA}"/>
              </a:ext>
            </a:extLst>
          </p:cNvPr>
          <p:cNvSpPr>
            <a:spLocks xmlns:a="http://schemas.openxmlformats.org/drawingml/2006/main" noGrp="1"/>
          </p:cNvSpPr>
          <p:nvPr/>
        </p:nvSpPr>
        <p:spPr>
          <a:xfrm xmlns:a="http://schemas.openxmlformats.org/drawingml/2006/main">
            <a:off x="813816" y="4700016"/>
            <a:ext cx="10524744" cy="135331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2000" b="0">
                <a:solidFill>
                  <a:srgbClr val="243746"/>
                </a:solidFill>
                <a:latin typeface="Noto Sans CJK SC"/>
                <a:ea typeface="Noto Sans CJK SC"/>
                <a:cs typeface="Noto Sans CJK SC"/>
              </a:defRPr>
            </a:defPPr>
          </a:lstStyle>
          <a:p xmlns:a="http://schemas.openxmlformats.org/drawingml/2006/main">
            <a:pPr algn="l">
              <a:lnSpc>
                <a:spcPct val="103000"/>
              </a:lnSpc>
              <a:buNone/>
              <a:defRPr sz="2000" b="0">
                <a:solidFill>
                  <a:srgbClr val="243746"/>
                </a:solidFill>
                <a:latin typeface="Noto Sans CJK SC"/>
                <a:ea typeface="Noto Sans CJK SC"/>
                <a:cs typeface="Noto Sans CJK SC"/>
              </a:defRPr>
            </a:pPr>
            <a:r>
              <a:rPr sz="2000" b="0">
                <a:solidFill>
                  <a:srgbClr val="243746"/>
                </a:solidFill>
                <a:latin typeface="Noto Sans CJK SC"/>
                <a:ea typeface="Noto Sans CJK SC"/>
                <a:cs typeface="Noto Sans CJK SC"/>
              </a:rPr>
              <a:t>C + 整改：w=Δr；C + 替换：w=Dα+Δs。</a:t>
            </a:r>
          </a:p>
          <a:p xmlns:a="http://schemas.openxmlformats.org/drawingml/2006/main">
            <a:pPr algn="l">
              <a:lnSpc>
                <a:spcPct val="103000"/>
              </a:lnSpc>
              <a:buNone/>
              <a:defRPr sz="2000" b="0">
                <a:solidFill>
                  <a:srgbClr val="243746"/>
                </a:solidFill>
                <a:latin typeface="Noto Sans CJK SC"/>
                <a:ea typeface="Noto Sans CJK SC"/>
                <a:cs typeface="Noto Sans CJK SC"/>
              </a:defRPr>
            </a:pPr>
            <a:r>
              <a:rPr sz="2000" b="0">
                <a:solidFill>
                  <a:srgbClr val="243746"/>
                </a:solidFill>
                <a:latin typeface="Noto Sans CJK SC"/>
                <a:ea typeface="Noto Sans CJK SC"/>
                <a:cs typeface="Noto Sans CJK SC"/>
              </a:rPr>
              <a:t>因此，两家都用 C 但治理动作不同，边际资源价值仍可能不同。</a:t>
            </a:r>
          </a:p>
          <a:p xmlns:a="http://schemas.openxmlformats.org/drawingml/2006/main">
            <a:pPr algn="l">
              <a:lnSpc>
                <a:spcPct val="103000"/>
              </a:lnSpc>
              <a:buNone/>
              <a:defRPr sz="2000" b="0">
                <a:solidFill>
                  <a:srgbClr val="243746"/>
                </a:solidFill>
                <a:latin typeface="Noto Sans CJK SC"/>
                <a:ea typeface="Noto Sans CJK SC"/>
                <a:cs typeface="Noto Sans CJK SC"/>
              </a:defRPr>
            </a:pPr>
            <a:r>
              <a:rPr sz="2000" b="0">
                <a:solidFill>
                  <a:srgbClr val="243746"/>
                </a:solidFill>
                <a:latin typeface="Noto Sans CJK SC"/>
                <a:ea typeface="Noto Sans CJK SC"/>
                <a:cs typeface="Noto Sans CJK SC"/>
              </a:rPr>
              <a:t>需进一步检查 e≤bᵢ≤1、分支阈值与全局候选比较。</a:t>
            </a:r>
          </a:p>
        </p:txBody>
      </p:sp>
      <p:sp>
        <p:nvSpPr>
          <p:cNvPr id="6" name="source-footer">
            <a:extLst xmlns:a="http://schemas.openxmlformats.org/drawingml/2006/main">
              <a:ext uri="{FF2B5EF4-FFF2-40B4-BE49-F238E27FC236}">
                <a16:creationId xmlns:a16="http://schemas.microsoft.com/office/drawing/2014/main" id="{54995392-46AD-4FB8-97C4-A76899BD8897}"/>
              </a:ext>
            </a:extLst>
          </p:cNvPr>
          <p:cNvSpPr>
            <a:spLocks xmlns:a="http://schemas.openxmlformats.org/drawingml/2006/main" noGrp="1"/>
          </p:cNvSpPr>
          <p:nvPr/>
        </p:nvSpPr>
        <p:spPr>
          <a:xfrm xmlns:a="http://schemas.openxmlformats.org/drawingml/2006/main">
            <a:off x="676656" y="6492240"/>
            <a:ext cx="10442448"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1040" b="0">
                <a:solidFill>
                  <a:srgbClr val="627281"/>
                </a:solidFill>
                <a:latin typeface="Noto Sans CJK SC"/>
                <a:ea typeface="Noto Sans CJK SC"/>
                <a:cs typeface="Noto Sans CJK SC"/>
              </a:defRPr>
            </a:defPPr>
          </a:lstStyle>
          <a:p xmlns:a="http://schemas.openxmlformats.org/drawingml/2006/main">
            <a:pPr algn="l">
              <a:lnSpc>
                <a:spcPct val="103000"/>
              </a:lnSpc>
              <a:buNone/>
              <a:defRPr sz="1040" b="0">
                <a:solidFill>
                  <a:srgbClr val="627281"/>
                </a:solidFill>
                <a:latin typeface="Noto Sans CJK SC"/>
                <a:ea typeface="Noto Sans CJK SC"/>
                <a:cs typeface="Noto Sans CJK SC"/>
              </a:defRPr>
            </a:pPr>
            <a:r>
              <a:rPr sz="1040" b="0">
                <a:solidFill>
                  <a:srgbClr val="627281"/>
                </a:solidFill>
                <a:latin typeface="Noto Sans CJK SC"/>
                <a:ea typeface="Noto Sans CJK SC"/>
                <a:cs typeface="Noto Sans CJK SC"/>
              </a:rPr>
              <a:t>按原模型四分支整理；用于解释 Proposition 5</a:t>
            </a:r>
          </a:p>
        </p:txBody>
      </p:sp>
      <p:sp>
        <p:nvSpPr>
          <p:cNvPr id="7" name="page-number">
            <a:extLst xmlns:a="http://schemas.openxmlformats.org/drawingml/2006/main">
              <a:ext uri="{FF2B5EF4-FFF2-40B4-BE49-F238E27FC236}">
                <a16:creationId xmlns:a16="http://schemas.microsoft.com/office/drawing/2014/main" id="{92B37B80-B0D5-4C59-BDA8-E3A4396E6B8F}"/>
              </a:ext>
            </a:extLst>
          </p:cNvPr>
          <p:cNvSpPr>
            <a:spLocks xmlns:a="http://schemas.openxmlformats.org/drawingml/2006/main" noGrp="1"/>
          </p:cNvSpPr>
          <p:nvPr/>
        </p:nvSpPr>
        <p:spPr>
          <a:xfrm xmlns:a="http://schemas.openxmlformats.org/drawingml/2006/main">
            <a:off x="11000232" y="6492240"/>
            <a:ext cx="502920"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r">
              <a:defRPr sz="1050" b="0">
                <a:solidFill>
                  <a:srgbClr val="587C95"/>
                </a:solidFill>
                <a:latin typeface="Noto Sans CJK SC"/>
                <a:ea typeface="Noto Sans CJK SC"/>
                <a:cs typeface="Noto Sans CJK SC"/>
              </a:defRPr>
            </a:defPPr>
          </a:lstStyle>
          <a:p xmlns:a="http://schemas.openxmlformats.org/drawingml/2006/main">
            <a:pPr algn="r">
              <a:lnSpc>
                <a:spcPct val="103000"/>
              </a:lnSpc>
              <a:buNone/>
              <a:defRPr sz="1050" b="0">
                <a:solidFill>
                  <a:srgbClr val="587C95"/>
                </a:solidFill>
                <a:latin typeface="Noto Sans CJK SC"/>
                <a:ea typeface="Noto Sans CJK SC"/>
                <a:cs typeface="Noto Sans CJK SC"/>
              </a:defRPr>
            </a:pPr>
            <a:r>
              <a:rPr sz="1050" b="0">
                <a:solidFill>
                  <a:srgbClr val="587C95"/>
                </a:solidFill>
                <a:latin typeface="Noto Sans CJK SC"/>
                <a:ea typeface="Noto Sans CJK SC"/>
                <a:cs typeface="Noto Sans CJK SC"/>
              </a:rPr>
              <a:t>43</a:t>
            </a:r>
          </a:p>
        </p:txBody>
      </p:sp>
    </p:spTree>
    <p:extLst>
      <p:ext uri="{BB962C8B-B14F-4D97-AF65-F5344CB8AC3E}">
        <p14:creationId xmlns:p14="http://schemas.microsoft.com/office/powerpoint/2010/main" val="1409685766"/>
      </p:ext>
    </p:extLst>
  </p:cSld>
</p:sld>
</file>

<file path=ppt/slides/slide44.xml><?xml version="1.0" encoding="utf-8"?>
<p:sld xmlns:p="http://schemas.openxmlformats.org/presentationml/2006/main">
  <p:cSld>
    <p:spTree>
      <p:nvGrpSpPr>
        <p:cNvPr id="1" name=""/>
        <p:cNvGrpSpPr/>
        <p:nvPr/>
      </p:nvGrpSpPr>
      <p:grpSpPr>
        <a:xfrm xmlns:a="http://schemas.openxmlformats.org/drawingml/2006/main"/>
      </p:grpSpPr>
      <p:sp>
        <p:nvSpPr>
          <p:cNvPr id="8" name="section-heading">
            <a:extLst xmlns:a="http://schemas.openxmlformats.org/drawingml/2006/main">
              <a:ext uri="{FF2B5EF4-FFF2-40B4-BE49-F238E27FC236}">
                <a16:creationId xmlns:a16="http://schemas.microsoft.com/office/drawing/2014/main" id="{804ADFFB-1C75-447D-927D-43E604C3AD9E}"/>
              </a:ext>
            </a:extLst>
          </p:cNvPr>
          <p:cNvSpPr>
            <a:spLocks xmlns:a="http://schemas.openxmlformats.org/drawingml/2006/main" noGrp="1"/>
          </p:cNvSpPr>
          <p:nvPr/>
        </p:nvSpPr>
        <p:spPr>
          <a:xfrm xmlns:a="http://schemas.openxmlformats.org/drawingml/2006/main">
            <a:off x="1499616" y="630936"/>
            <a:ext cx="9784080" cy="5486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2700" b="1">
                <a:solidFill>
                  <a:srgbClr val="243746"/>
                </a:solidFill>
                <a:latin typeface="Noto Sans CJK SC"/>
                <a:ea typeface="Noto Sans CJK SC"/>
                <a:cs typeface="Noto Sans CJK SC"/>
              </a:defRPr>
            </a:defPPr>
          </a:lstStyle>
          <a:p xmlns:a="http://schemas.openxmlformats.org/drawingml/2006/main">
            <a:pPr algn="l">
              <a:lnSpc>
                <a:spcPct val="103000"/>
              </a:lnSpc>
              <a:buNone/>
              <a:defRPr sz="2700" b="1">
                <a:solidFill>
                  <a:srgbClr val="243746"/>
                </a:solidFill>
                <a:latin typeface="Noto Sans CJK SC"/>
                <a:ea typeface="Noto Sans CJK SC"/>
                <a:cs typeface="Noto Sans CJK SC"/>
              </a:defRPr>
            </a:pPr>
            <a:r>
              <a:rPr sz="2700" b="1">
                <a:solidFill>
                  <a:srgbClr val="243746"/>
                </a:solidFill>
                <a:latin typeface="Noto Sans CJK SC"/>
                <a:ea typeface="Noto Sans CJK SC"/>
                <a:cs typeface="Noto Sans CJK SC"/>
              </a:rPr>
              <a:t>附录 E</a:t>
            </a:r>
          </a:p>
        </p:txBody>
      </p:sp>
      <p:sp>
        <p:nvSpPr>
          <p:cNvPr id="2" name="slide-topic">
            <a:extLst xmlns:a="http://schemas.openxmlformats.org/drawingml/2006/main">
              <a:ext uri="{FF2B5EF4-FFF2-40B4-BE49-F238E27FC236}">
                <a16:creationId xmlns:a16="http://schemas.microsoft.com/office/drawing/2014/main" id="{CEEA9582-2886-4FE8-830E-923989FE901B}"/>
              </a:ext>
            </a:extLst>
          </p:cNvPr>
          <p:cNvSpPr>
            <a:spLocks xmlns:a="http://schemas.openxmlformats.org/drawingml/2006/main" noGrp="1"/>
          </p:cNvSpPr>
          <p:nvPr/>
        </p:nvSpPr>
        <p:spPr>
          <a:xfrm xmlns:a="http://schemas.openxmlformats.org/drawingml/2006/main">
            <a:off x="658368" y="1709928"/>
            <a:ext cx="10881360" cy="5486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2400" b="1">
                <a:solidFill>
                  <a:srgbClr val="243746"/>
                </a:solidFill>
                <a:latin typeface="Noto Sans CJK SC"/>
                <a:ea typeface="Noto Sans CJK SC"/>
                <a:cs typeface="Noto Sans CJK SC"/>
              </a:defRPr>
            </a:defPPr>
          </a:lstStyle>
          <a:p xmlns:a="http://schemas.openxmlformats.org/drawingml/2006/main">
            <a:pPr algn="l">
              <a:lnSpc>
                <a:spcPct val="103000"/>
              </a:lnSpc>
              <a:buNone/>
              <a:defRPr sz="2400" b="1">
                <a:solidFill>
                  <a:srgbClr val="243746"/>
                </a:solidFill>
                <a:latin typeface="Noto Sans CJK SC"/>
                <a:ea typeface="Noto Sans CJK SC"/>
                <a:cs typeface="Noto Sans CJK SC"/>
              </a:defRPr>
            </a:pPr>
            <a:r>
              <a:rPr sz="2400" b="1">
                <a:solidFill>
                  <a:srgbClr val="243746"/>
                </a:solidFill>
                <a:latin typeface="Noto Sans CJK SC"/>
                <a:ea typeface="Noto Sans CJK SC"/>
                <a:cs typeface="Noto Sans CJK SC"/>
              </a:rPr>
              <a:t>覆盖数量：收益比较、可行预算与社会风险</a:t>
            </a:r>
          </a:p>
        </p:txBody>
      </p:sp>
      <p:pic>
        <p:nvPicPr>
          <p:cNvPr id="3" name="">
            <a:extLst xmlns:a="http://schemas.openxmlformats.org/drawingml/2006/main">
              <a:ext uri="{FF2B5EF4-FFF2-40B4-BE49-F238E27FC236}">
                <a16:creationId xmlns:a16="http://schemas.microsoft.com/office/drawing/2014/main" id="{F093EF95-EDC0-4F91-9B24-0DD06AA3813A}"/>
              </a:ext>
            </a:extLst>
          </p:cNvPr>
          <p:cNvPicPr>
            <a:picLocks xmlns:a="http://schemas.openxmlformats.org/drawingml/2006/main" noChangeAspect="1"/>
          </p:cNvPicPr>
          <p:nvPr/>
        </p:nvPicPr>
        <p:blipFill>
          <a:blip xmlns:r="http://schemas.openxmlformats.org/officeDocument/2006/relationships" xmlns:a="http://schemas.openxmlformats.org/drawingml/2006/main" r:embed="R3ee0cd243f8641ee"/>
          <a:stretch xmlns:a="http://schemas.openxmlformats.org/drawingml/2006/main"/>
        </p:blipFill>
        <p:spPr>
          <a:xfrm xmlns:a="http://schemas.openxmlformats.org/drawingml/2006/main">
            <a:off x="749808" y="2461768"/>
            <a:ext cx="10698480" cy="581152"/>
          </a:xfrm>
          <a:prstGeom xmlns:a="http://schemas.openxmlformats.org/drawingml/2006/main" prst="rect">
            <a:avLst/>
          </a:prstGeom>
        </p:spPr>
      </p:pic>
      <p:graphicFrame>
        <p:nvGraphicFramePr>
          <p:cNvPr id="4" name="">
            <a:extLst xmlns:a="http://schemas.openxmlformats.org/drawingml/2006/main">
              <a:ext uri="{FF2B5EF4-FFF2-40B4-BE49-F238E27FC236}">
                <a16:creationId xmlns:a16="http://schemas.microsoft.com/office/drawing/2014/main" id="{7F7BA7D8-AF11-4470-A078-0D68508DBDC2}"/>
              </a:ext>
            </a:extLst>
          </p:cNvPr>
          <p:cNvGraphicFramePr/>
          <p:nvPr/>
        </p:nvGraphicFramePr>
        <p:xfrm>
          <a:off xmlns:a="http://schemas.openxmlformats.org/drawingml/2006/main" x="658368" y="3401568"/>
          <a:ext xmlns:a="http://schemas.openxmlformats.org/drawingml/2006/main" cx="10872216" cy="1389888"/>
        </p:xfrm>
        <a:graphic xmlns:a="http://schemas.openxmlformats.org/drawingml/2006/main">
          <a:graphicData uri="http://schemas.openxmlformats.org/drawingml/2006/table">
            <a:tbl>
              <a:tblPr firstRow="1" bandRow="0"/>
              <a:tblGrid>
                <a:gridCol w="3355848"/>
                <a:gridCol w="3739896"/>
                <a:gridCol w="3776472"/>
              </a:tblGrid>
              <a:tr h="463296">
                <a:tc>
                  <a:txBody>
                    <a:bodyPr wrap="square">
                      <a:noAutofit/>
                    </a:bodyPr>
                    <a:lstStyle/>
                    <a:p>
                      <a:pPr algn="l">
                        <a:lnSpc>
                          <a:spcPct val="100000"/>
                        </a:lnSpc>
                        <a:buNone/>
                      </a:pPr>
                      <a:r>
                        <a:rPr sz="2050" b="1">
                          <a:solidFill>
                            <a:srgbClr val="FFFFFF"/>
                          </a:solidFill>
                          <a:latin typeface="Noto Sans CJK SC"/>
                          <a:ea typeface="Noto Sans CJK SC"/>
                          <a:cs typeface="Noto Sans CJK SC"/>
                        </a:rPr>
                        <a:t>审计覆盖</a:t>
                      </a:r>
                    </a:p>
                  </a:txBody>
                  <a:tcPr marL="85725" marR="85725" marT="57150" marB="57150" anchor="ctr">
                    <a:solidFill>
                      <a:srgbClr val="587C95"/>
                    </a:solidFill>
                  </a:tcPr>
                </a:tc>
                <a:tc>
                  <a:txBody>
                    <a:bodyPr wrap="square">
                      <a:noAutofit/>
                    </a:bodyPr>
                    <a:lstStyle/>
                    <a:p>
                      <a:pPr algn="l">
                        <a:lnSpc>
                          <a:spcPct val="100000"/>
                        </a:lnSpc>
                        <a:buNone/>
                      </a:pPr>
                      <a:r>
                        <a:rPr sz="2050" b="1">
                          <a:solidFill>
                            <a:srgbClr val="FFFFFF"/>
                          </a:solidFill>
                          <a:latin typeface="Noto Sans CJK SC"/>
                          <a:ea typeface="Noto Sans CJK SC"/>
                          <a:cs typeface="Noto Sans CJK SC"/>
                        </a:rPr>
                        <a:t>最低可行预算</a:t>
                      </a:r>
                    </a:p>
                  </a:txBody>
                  <a:tcPr marL="85725" marR="85725" marT="57150" marB="57150" anchor="ctr">
                    <a:solidFill>
                      <a:srgbClr val="587C95"/>
                    </a:solidFill>
                  </a:tcPr>
                </a:tc>
                <a:tc>
                  <a:txBody>
                    <a:bodyPr wrap="square">
                      <a:noAutofit/>
                    </a:bodyPr>
                    <a:lstStyle/>
                    <a:p>
                      <a:pPr algn="l">
                        <a:lnSpc>
                          <a:spcPct val="100000"/>
                        </a:lnSpc>
                        <a:buNone/>
                      </a:pPr>
                      <a:r>
                        <a:rPr sz="2050" b="1">
                          <a:solidFill>
                            <a:srgbClr val="FFFFFF"/>
                          </a:solidFill>
                          <a:latin typeface="Noto Sans CJK SC"/>
                          <a:ea typeface="Noto Sans CJK SC"/>
                          <a:cs typeface="Noto Sans CJK SC"/>
                        </a:rPr>
                        <a:t>完全准确的支出</a:t>
                      </a:r>
                    </a:p>
                  </a:txBody>
                  <a:tcPr marL="85725" marR="85725" marT="57150" marB="57150" anchor="ctr">
                    <a:solidFill>
                      <a:srgbClr val="587C95"/>
                    </a:solidFill>
                  </a:tcPr>
                </a:tc>
              </a:tr>
              <a:tr h="463296">
                <a:tc>
                  <a:txBody>
                    <a:bodyPr wrap="square">
                      <a:noAutofit/>
                    </a:bodyPr>
                    <a:lstStyle/>
                    <a:p>
                      <a:pPr algn="l">
                        <a:lnSpc>
                          <a:spcPct val="100000"/>
                        </a:lnSpc>
                        <a:buNone/>
                      </a:pPr>
                      <a:r>
                        <a:rPr sz="2000" b="0">
                          <a:solidFill>
                            <a:srgbClr val="243746"/>
                          </a:solidFill>
                          <a:latin typeface="Noto Sans CJK SC"/>
                          <a:ea typeface="Noto Sans CJK SC"/>
                          <a:cs typeface="Noto Sans CJK SC"/>
                        </a:rPr>
                        <a:t>1 家</a:t>
                      </a:r>
                    </a:p>
                  </a:txBody>
                  <a:tcPr marL="85725" marR="85725" marT="57150" marB="57150" anchor="ctr">
                    <a:solidFill>
                      <a:srgbClr val="F0F4F7"/>
                    </a:solidFill>
                  </a:tcPr>
                </a:tc>
                <a:tc>
                  <a:txBody>
                    <a:bodyPr wrap="square">
                      <a:noAutofit/>
                    </a:bodyPr>
                    <a:lstStyle/>
                    <a:p>
                      <a:pPr algn="l">
                        <a:lnSpc>
                          <a:spcPct val="100000"/>
                        </a:lnSpc>
                        <a:buNone/>
                      </a:pPr>
                      <a:r>
                        <a:rPr sz="2000" b="0">
                          <a:solidFill>
                            <a:srgbClr val="243746"/>
                          </a:solidFill>
                          <a:latin typeface="Noto Sans CJK SC"/>
                          <a:ea typeface="Noto Sans CJK SC"/>
                          <a:cs typeface="Noto Sans CJK SC"/>
                        </a:rPr>
                        <a:t>e²/2</a:t>
                      </a:r>
                    </a:p>
                  </a:txBody>
                  <a:tcPr marL="85725" marR="85725" marT="57150" marB="57150" anchor="ctr">
                    <a:solidFill>
                      <a:srgbClr val="F0F4F7"/>
                    </a:solidFill>
                  </a:tcPr>
                </a:tc>
                <a:tc>
                  <a:txBody>
                    <a:bodyPr wrap="square">
                      <a:noAutofit/>
                    </a:bodyPr>
                    <a:lstStyle/>
                    <a:p>
                      <a:pPr algn="l">
                        <a:lnSpc>
                          <a:spcPct val="100000"/>
                        </a:lnSpc>
                        <a:buNone/>
                      </a:pPr>
                      <a:r>
                        <a:rPr sz="2000" b="0">
                          <a:solidFill>
                            <a:srgbClr val="243746"/>
                          </a:solidFill>
                          <a:latin typeface="Noto Sans CJK SC"/>
                          <a:ea typeface="Noto Sans CJK SC"/>
                          <a:cs typeface="Noto Sans CJK SC"/>
                        </a:rPr>
                        <a:t>1/2</a:t>
                      </a:r>
                    </a:p>
                  </a:txBody>
                  <a:tcPr marL="85725" marR="85725" marT="57150" marB="57150" anchor="ctr">
                    <a:solidFill>
                      <a:srgbClr val="F0F4F7"/>
                    </a:solidFill>
                  </a:tcPr>
                </a:tc>
              </a:tr>
              <a:tr h="463296">
                <a:tc>
                  <a:txBody>
                    <a:bodyPr wrap="square">
                      <a:noAutofit/>
                    </a:bodyPr>
                    <a:lstStyle/>
                    <a:p>
                      <a:pPr algn="l">
                        <a:lnSpc>
                          <a:spcPct val="100000"/>
                        </a:lnSpc>
                        <a:buNone/>
                      </a:pPr>
                      <a:r>
                        <a:rPr sz="2000" b="0">
                          <a:solidFill>
                            <a:srgbClr val="243746"/>
                          </a:solidFill>
                          <a:latin typeface="Noto Sans CJK SC"/>
                          <a:ea typeface="Noto Sans CJK SC"/>
                          <a:cs typeface="Noto Sans CJK SC"/>
                        </a:rPr>
                        <a:t>2 家</a:t>
                      </a:r>
                    </a:p>
                  </a:txBody>
                  <a:tcPr marL="85725" marR="85725" marT="57150" marB="57150" anchor="ctr">
                    <a:solidFill>
                      <a:srgbClr val="FFFFFF"/>
                    </a:solidFill>
                  </a:tcPr>
                </a:tc>
                <a:tc>
                  <a:txBody>
                    <a:bodyPr wrap="square">
                      <a:noAutofit/>
                    </a:bodyPr>
                    <a:lstStyle/>
                    <a:p>
                      <a:pPr algn="l">
                        <a:lnSpc>
                          <a:spcPct val="100000"/>
                        </a:lnSpc>
                        <a:buNone/>
                      </a:pPr>
                      <a:r>
                        <a:rPr sz="2000" b="0">
                          <a:solidFill>
                            <a:srgbClr val="243746"/>
                          </a:solidFill>
                          <a:latin typeface="Noto Sans CJK SC"/>
                          <a:ea typeface="Noto Sans CJK SC"/>
                          <a:cs typeface="Noto Sans CJK SC"/>
                        </a:rPr>
                        <a:t>e²</a:t>
                      </a:r>
                    </a:p>
                  </a:txBody>
                  <a:tcPr marL="85725" marR="85725" marT="57150" marB="57150" anchor="ctr">
                    <a:solidFill>
                      <a:srgbClr val="FFFFFF"/>
                    </a:solidFill>
                  </a:tcPr>
                </a:tc>
                <a:tc>
                  <a:txBody>
                    <a:bodyPr wrap="square">
                      <a:noAutofit/>
                    </a:bodyPr>
                    <a:lstStyle/>
                    <a:p>
                      <a:pPr algn="l">
                        <a:lnSpc>
                          <a:spcPct val="100000"/>
                        </a:lnSpc>
                        <a:buNone/>
                      </a:pPr>
                      <a:r>
                        <a:rPr sz="2000" b="0">
                          <a:solidFill>
                            <a:srgbClr val="243746"/>
                          </a:solidFill>
                          <a:latin typeface="Noto Sans CJK SC"/>
                          <a:ea typeface="Noto Sans CJK SC"/>
                          <a:cs typeface="Noto Sans CJK SC"/>
                        </a:rPr>
                        <a:t>1</a:t>
                      </a:r>
                    </a:p>
                  </a:txBody>
                  <a:tcPr marL="85725" marR="85725" marT="57150" marB="57150" anchor="ctr">
                    <a:solidFill>
                      <a:srgbClr val="FFFFFF"/>
                    </a:solidFill>
                  </a:tcPr>
                </a:tc>
              </a:tr>
            </a:tbl>
          </a:graphicData>
        </a:graphic>
      </p:graphicFrame>
      <p:pic>
        <p:nvPicPr>
          <p:cNvPr id="5" name="">
            <a:extLst xmlns:a="http://schemas.openxmlformats.org/drawingml/2006/main">
              <a:ext uri="{FF2B5EF4-FFF2-40B4-BE49-F238E27FC236}">
                <a16:creationId xmlns:a16="http://schemas.microsoft.com/office/drawing/2014/main" id="{5345D4F6-22C4-490A-85DF-766039D4D346}"/>
              </a:ext>
            </a:extLst>
          </p:cNvPr>
          <p:cNvPicPr>
            <a:picLocks xmlns:a="http://schemas.openxmlformats.org/drawingml/2006/main" noChangeAspect="1"/>
          </p:cNvPicPr>
          <p:nvPr/>
        </p:nvPicPr>
        <p:blipFill>
          <a:blip xmlns:r="http://schemas.openxmlformats.org/officeDocument/2006/relationships" xmlns:a="http://schemas.openxmlformats.org/drawingml/2006/main" r:embed="R34a9e72ee77c4f32"/>
          <a:stretch xmlns:a="http://schemas.openxmlformats.org/drawingml/2006/main"/>
        </p:blipFill>
        <p:spPr>
          <a:xfrm xmlns:a="http://schemas.openxmlformats.org/drawingml/2006/main">
            <a:off x="749808" y="5374165"/>
            <a:ext cx="10698480" cy="462214"/>
          </a:xfrm>
          <a:prstGeom xmlns:a="http://schemas.openxmlformats.org/drawingml/2006/main" prst="rect">
            <a:avLst/>
          </a:prstGeom>
        </p:spPr>
      </p:pic>
      <p:sp>
        <p:nvSpPr>
          <p:cNvPr id="6" name="source-footer">
            <a:extLst xmlns:a="http://schemas.openxmlformats.org/drawingml/2006/main">
              <a:ext uri="{FF2B5EF4-FFF2-40B4-BE49-F238E27FC236}">
                <a16:creationId xmlns:a16="http://schemas.microsoft.com/office/drawing/2014/main" id="{21EEDC3C-58D3-4110-8211-5B4CC4F82818}"/>
              </a:ext>
            </a:extLst>
          </p:cNvPr>
          <p:cNvSpPr>
            <a:spLocks xmlns:a="http://schemas.openxmlformats.org/drawingml/2006/main" noGrp="1"/>
          </p:cNvSpPr>
          <p:nvPr/>
        </p:nvSpPr>
        <p:spPr>
          <a:xfrm xmlns:a="http://schemas.openxmlformats.org/drawingml/2006/main">
            <a:off x="676656" y="6492240"/>
            <a:ext cx="10442448"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1040" b="0">
                <a:solidFill>
                  <a:srgbClr val="627281"/>
                </a:solidFill>
                <a:latin typeface="Noto Sans CJK SC"/>
                <a:ea typeface="Noto Sans CJK SC"/>
                <a:cs typeface="Noto Sans CJK SC"/>
              </a:defRPr>
            </a:defPPr>
          </a:lstStyle>
          <a:p xmlns:a="http://schemas.openxmlformats.org/drawingml/2006/main">
            <a:pPr algn="l">
              <a:lnSpc>
                <a:spcPct val="103000"/>
              </a:lnSpc>
              <a:buNone/>
              <a:defRPr sz="1040" b="0">
                <a:solidFill>
                  <a:srgbClr val="627281"/>
                </a:solidFill>
                <a:latin typeface="Noto Sans CJK SC"/>
                <a:ea typeface="Noto Sans CJK SC"/>
                <a:cs typeface="Noto Sans CJK SC"/>
              </a:defRPr>
            </a:pPr>
            <a:r>
              <a:rPr sz="1040" b="0">
                <a:solidFill>
                  <a:srgbClr val="627281"/>
                </a:solidFill>
                <a:latin typeface="Noto Sans CJK SC"/>
                <a:ea typeface="Noto Sans CJK SC"/>
                <a:cs typeface="Noto Sans CJK SC"/>
              </a:rPr>
              <a:t>Proposition 7 / Corollary 4；一般式由原模型整理</a:t>
            </a:r>
          </a:p>
        </p:txBody>
      </p:sp>
      <p:sp>
        <p:nvSpPr>
          <p:cNvPr id="7" name="page-number">
            <a:extLst xmlns:a="http://schemas.openxmlformats.org/drawingml/2006/main">
              <a:ext uri="{FF2B5EF4-FFF2-40B4-BE49-F238E27FC236}">
                <a16:creationId xmlns:a16="http://schemas.microsoft.com/office/drawing/2014/main" id="{C0D7F2AC-B5A5-4AFD-B2F1-5B7B1FBB5C9C}"/>
              </a:ext>
            </a:extLst>
          </p:cNvPr>
          <p:cNvSpPr>
            <a:spLocks xmlns:a="http://schemas.openxmlformats.org/drawingml/2006/main" noGrp="1"/>
          </p:cNvSpPr>
          <p:nvPr/>
        </p:nvSpPr>
        <p:spPr>
          <a:xfrm xmlns:a="http://schemas.openxmlformats.org/drawingml/2006/main">
            <a:off x="11000232" y="6492240"/>
            <a:ext cx="502920"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r">
              <a:defRPr sz="1050" b="0">
                <a:solidFill>
                  <a:srgbClr val="587C95"/>
                </a:solidFill>
                <a:latin typeface="Noto Sans CJK SC"/>
                <a:ea typeface="Noto Sans CJK SC"/>
                <a:cs typeface="Noto Sans CJK SC"/>
              </a:defRPr>
            </a:defPPr>
          </a:lstStyle>
          <a:p xmlns:a="http://schemas.openxmlformats.org/drawingml/2006/main">
            <a:pPr algn="r">
              <a:lnSpc>
                <a:spcPct val="103000"/>
              </a:lnSpc>
              <a:buNone/>
              <a:defRPr sz="1050" b="0">
                <a:solidFill>
                  <a:srgbClr val="587C95"/>
                </a:solidFill>
                <a:latin typeface="Noto Sans CJK SC"/>
                <a:ea typeface="Noto Sans CJK SC"/>
                <a:cs typeface="Noto Sans CJK SC"/>
              </a:defRPr>
            </a:pPr>
            <a:r>
              <a:rPr sz="1050" b="0">
                <a:solidFill>
                  <a:srgbClr val="587C95"/>
                </a:solidFill>
                <a:latin typeface="Noto Sans CJK SC"/>
                <a:ea typeface="Noto Sans CJK SC"/>
                <a:cs typeface="Noto Sans CJK SC"/>
              </a:rPr>
              <a:t>44</a:t>
            </a:r>
          </a:p>
        </p:txBody>
      </p:sp>
    </p:spTree>
    <p:extLst>
      <p:ext uri="{BB962C8B-B14F-4D97-AF65-F5344CB8AC3E}">
        <p14:creationId xmlns:p14="http://schemas.microsoft.com/office/powerpoint/2010/main" val="2045262892"/>
      </p:ext>
    </p:extLst>
  </p:cSld>
</p:sld>
</file>

<file path=ppt/slides/slide45.xml><?xml version="1.0" encoding="utf-8"?>
<p:sld xmlns:p="http://schemas.openxmlformats.org/presentationml/2006/main">
  <p:cSld>
    <p:spTree>
      <p:nvGrpSpPr>
        <p:cNvPr id="1" name=""/>
        <p:cNvGrpSpPr/>
        <p:nvPr/>
      </p:nvGrpSpPr>
      <p:grpSpPr>
        <a:xfrm xmlns:a="http://schemas.openxmlformats.org/drawingml/2006/main"/>
      </p:grpSpPr>
      <p:sp>
        <p:nvSpPr>
          <p:cNvPr id="10" name="section-heading">
            <a:extLst xmlns:a="http://schemas.openxmlformats.org/drawingml/2006/main">
              <a:ext uri="{FF2B5EF4-FFF2-40B4-BE49-F238E27FC236}">
                <a16:creationId xmlns:a16="http://schemas.microsoft.com/office/drawing/2014/main" id="{66F78DFA-3946-4E52-BB41-5D53EE21FF90}"/>
              </a:ext>
            </a:extLst>
          </p:cNvPr>
          <p:cNvSpPr>
            <a:spLocks xmlns:a="http://schemas.openxmlformats.org/drawingml/2006/main" noGrp="1"/>
          </p:cNvSpPr>
          <p:nvPr/>
        </p:nvSpPr>
        <p:spPr>
          <a:xfrm xmlns:a="http://schemas.openxmlformats.org/drawingml/2006/main">
            <a:off x="1499616" y="630936"/>
            <a:ext cx="9784080" cy="5486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2700" b="1">
                <a:solidFill>
                  <a:srgbClr val="243746"/>
                </a:solidFill>
                <a:latin typeface="Noto Sans CJK SC"/>
                <a:ea typeface="Noto Sans CJK SC"/>
                <a:cs typeface="Noto Sans CJK SC"/>
              </a:defRPr>
            </a:defPPr>
          </a:lstStyle>
          <a:p xmlns:a="http://schemas.openxmlformats.org/drawingml/2006/main">
            <a:pPr algn="l">
              <a:lnSpc>
                <a:spcPct val="103000"/>
              </a:lnSpc>
              <a:buNone/>
              <a:defRPr sz="2700" b="1">
                <a:solidFill>
                  <a:srgbClr val="243746"/>
                </a:solidFill>
                <a:latin typeface="Noto Sans CJK SC"/>
                <a:ea typeface="Noto Sans CJK SC"/>
                <a:cs typeface="Noto Sans CJK SC"/>
              </a:defRPr>
            </a:pPr>
            <a:r>
              <a:rPr sz="2700" b="1">
                <a:solidFill>
                  <a:srgbClr val="243746"/>
                </a:solidFill>
                <a:latin typeface="Noto Sans CJK SC"/>
                <a:ea typeface="Noto Sans CJK SC"/>
                <a:cs typeface="Noto Sans CJK SC"/>
              </a:rPr>
              <a:t>附录 E（补充）</a:t>
            </a:r>
          </a:p>
        </p:txBody>
      </p:sp>
      <p:sp>
        <p:nvSpPr>
          <p:cNvPr id="2" name="slide-topic">
            <a:extLst xmlns:a="http://schemas.openxmlformats.org/drawingml/2006/main">
              <a:ext uri="{FF2B5EF4-FFF2-40B4-BE49-F238E27FC236}">
                <a16:creationId xmlns:a16="http://schemas.microsoft.com/office/drawing/2014/main" id="{E2B3FD99-B520-4EFB-B941-C37C25D369AB}"/>
              </a:ext>
            </a:extLst>
          </p:cNvPr>
          <p:cNvSpPr>
            <a:spLocks xmlns:a="http://schemas.openxmlformats.org/drawingml/2006/main" noGrp="1"/>
          </p:cNvSpPr>
          <p:nvPr/>
        </p:nvSpPr>
        <p:spPr>
          <a:xfrm xmlns:a="http://schemas.openxmlformats.org/drawingml/2006/main">
            <a:off x="658368" y="1709928"/>
            <a:ext cx="10881360" cy="5486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2400" b="1">
                <a:solidFill>
                  <a:srgbClr val="243746"/>
                </a:solidFill>
                <a:latin typeface="Noto Sans CJK SC"/>
                <a:ea typeface="Noto Sans CJK SC"/>
                <a:cs typeface="Noto Sans CJK SC"/>
              </a:defRPr>
            </a:defPPr>
          </a:lstStyle>
          <a:p xmlns:a="http://schemas.openxmlformats.org/drawingml/2006/main">
            <a:pPr algn="l">
              <a:lnSpc>
                <a:spcPct val="103000"/>
              </a:lnSpc>
              <a:buNone/>
              <a:defRPr sz="2400" b="1">
                <a:solidFill>
                  <a:srgbClr val="243746"/>
                </a:solidFill>
                <a:latin typeface="Noto Sans CJK SC"/>
                <a:ea typeface="Noto Sans CJK SC"/>
                <a:cs typeface="Noto Sans CJK SC"/>
              </a:defRPr>
            </a:pPr>
            <a:r>
              <a:rPr sz="2400" b="1">
                <a:solidFill>
                  <a:srgbClr val="243746"/>
                </a:solidFill>
                <a:latin typeface="Noto Sans CJK SC"/>
                <a:ea typeface="Noto Sans CJK SC"/>
                <a:cs typeface="Noto Sans CJK SC"/>
              </a:rPr>
              <a:t>命题 7：覆盖选择的完整分区条件</a:t>
            </a:r>
          </a:p>
        </p:txBody>
      </p:sp>
      <p:sp>
        <p:nvSpPr>
          <p:cNvPr id="3" name="text-2">
            <a:extLst xmlns:a="http://schemas.openxmlformats.org/drawingml/2006/main">
              <a:ext uri="{FF2B5EF4-FFF2-40B4-BE49-F238E27FC236}">
                <a16:creationId xmlns:a16="http://schemas.microsoft.com/office/drawing/2014/main" id="{7CA78C34-285B-4449-864B-C0E1083901BA}"/>
              </a:ext>
            </a:extLst>
          </p:cNvPr>
          <p:cNvSpPr>
            <a:spLocks xmlns:a="http://schemas.openxmlformats.org/drawingml/2006/main" noGrp="1"/>
          </p:cNvSpPr>
          <p:nvPr/>
        </p:nvSpPr>
        <p:spPr>
          <a:xfrm xmlns:a="http://schemas.openxmlformats.org/drawingml/2006/main">
            <a:off x="804672" y="2395728"/>
            <a:ext cx="10533888" cy="502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2100" b="1">
                <a:solidFill>
                  <a:srgbClr val="587C95"/>
                </a:solidFill>
                <a:latin typeface="Noto Sans CJK SC"/>
                <a:ea typeface="Noto Sans CJK SC"/>
                <a:cs typeface="Noto Sans CJK SC"/>
              </a:defRPr>
            </a:defPPr>
          </a:lstStyle>
          <a:p xmlns:a="http://schemas.openxmlformats.org/drawingml/2006/main">
            <a:pPr algn="l">
              <a:lnSpc>
                <a:spcPct val="103000"/>
              </a:lnSpc>
              <a:buNone/>
              <a:defRPr sz="2100" b="1">
                <a:solidFill>
                  <a:srgbClr val="587C95"/>
                </a:solidFill>
                <a:latin typeface="Noto Sans CJK SC"/>
                <a:ea typeface="Noto Sans CJK SC"/>
                <a:cs typeface="Noto Sans CJK SC"/>
              </a:defRPr>
            </a:pPr>
            <a:r>
              <a:rPr sz="2100" b="1">
                <a:solidFill>
                  <a:srgbClr val="587C95"/>
                </a:solidFill>
                <a:latin typeface="Noto Sans CJK SC"/>
                <a:ea typeface="Noto Sans CJK SC"/>
                <a:cs typeface="Noto Sans CJK SC"/>
              </a:rPr>
              <a:t>不审计：min{Δs,Δr}&gt;Dβ，或 B&lt;e²/2。</a:t>
            </a:r>
          </a:p>
        </p:txBody>
      </p:sp>
      <p:sp>
        <p:nvSpPr>
          <p:cNvPr id="4" name="text-3">
            <a:extLst xmlns:a="http://schemas.openxmlformats.org/drawingml/2006/main">
              <a:ext uri="{FF2B5EF4-FFF2-40B4-BE49-F238E27FC236}">
                <a16:creationId xmlns:a16="http://schemas.microsoft.com/office/drawing/2014/main" id="{1AA1A739-F95A-4F46-B72D-968D58815101}"/>
              </a:ext>
            </a:extLst>
          </p:cNvPr>
          <p:cNvSpPr>
            <a:spLocks xmlns:a="http://schemas.openxmlformats.org/drawingml/2006/main" noGrp="1"/>
          </p:cNvSpPr>
          <p:nvPr/>
        </p:nvSpPr>
        <p:spPr>
          <a:xfrm xmlns:a="http://schemas.openxmlformats.org/drawingml/2006/main">
            <a:off x="804672" y="3044952"/>
            <a:ext cx="10533888" cy="502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1850" b="0">
                <a:solidFill>
                  <a:srgbClr val="243746"/>
                </a:solidFill>
                <a:latin typeface="Noto Sans CJK SC"/>
                <a:ea typeface="Noto Sans CJK SC"/>
                <a:cs typeface="Noto Sans CJK SC"/>
              </a:defRPr>
            </a:defPPr>
          </a:lstStyle>
          <a:p xmlns:a="http://schemas.openxmlformats.org/drawingml/2006/main">
            <a:pPr algn="l">
              <a:lnSpc>
                <a:spcPct val="103000"/>
              </a:lnSpc>
              <a:buNone/>
              <a:defRPr sz="1850" b="0">
                <a:solidFill>
                  <a:srgbClr val="243746"/>
                </a:solidFill>
                <a:latin typeface="Noto Sans CJK SC"/>
                <a:ea typeface="Noto Sans CJK SC"/>
                <a:cs typeface="Noto Sans CJK SC"/>
              </a:defRPr>
            </a:pPr>
            <a:r>
              <a:rPr sz="1850" b="0">
                <a:solidFill>
                  <a:srgbClr val="243746"/>
                </a:solidFill>
                <a:latin typeface="Noto Sans CJK SC"/>
                <a:ea typeface="Noto Sans CJK SC"/>
                <a:cs typeface="Noto Sans CJK SC"/>
              </a:rPr>
              <a:t>单调扩大：Δs&gt;Δr；或 Δr&gt;Δs 且 Δr&gt;min{Δs+Dα/2,Dβ/2}。</a:t>
            </a:r>
          </a:p>
        </p:txBody>
      </p:sp>
      <p:sp>
        <p:nvSpPr>
          <p:cNvPr id="5" name="text-4">
            <a:extLst xmlns:a="http://schemas.openxmlformats.org/drawingml/2006/main">
              <a:ext uri="{FF2B5EF4-FFF2-40B4-BE49-F238E27FC236}">
                <a16:creationId xmlns:a16="http://schemas.microsoft.com/office/drawing/2014/main" id="{BB962830-7D08-4C89-80B3-2ED2AA24BDF6}"/>
              </a:ext>
            </a:extLst>
          </p:cNvPr>
          <p:cNvSpPr>
            <a:spLocks xmlns:a="http://schemas.openxmlformats.org/drawingml/2006/main" noGrp="1"/>
          </p:cNvSpPr>
          <p:nvPr/>
        </p:nvSpPr>
        <p:spPr>
          <a:xfrm xmlns:a="http://schemas.openxmlformats.org/drawingml/2006/main">
            <a:off x="804672" y="3675888"/>
            <a:ext cx="10533888" cy="502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1850" b="0">
                <a:solidFill>
                  <a:srgbClr val="243746"/>
                </a:solidFill>
                <a:latin typeface="Noto Sans CJK SC"/>
                <a:ea typeface="Noto Sans CJK SC"/>
                <a:cs typeface="Noto Sans CJK SC"/>
              </a:defRPr>
            </a:defPPr>
          </a:lstStyle>
          <a:p xmlns:a="http://schemas.openxmlformats.org/drawingml/2006/main">
            <a:pPr algn="l">
              <a:lnSpc>
                <a:spcPct val="103000"/>
              </a:lnSpc>
              <a:buNone/>
              <a:defRPr sz="1850" b="0">
                <a:solidFill>
                  <a:srgbClr val="243746"/>
                </a:solidFill>
                <a:latin typeface="Noto Sans CJK SC"/>
                <a:ea typeface="Noto Sans CJK SC"/>
                <a:cs typeface="Noto Sans CJK SC"/>
              </a:defRPr>
            </a:pPr>
            <a:r>
              <a:rPr sz="1850" b="0">
                <a:solidFill>
                  <a:srgbClr val="243746"/>
                </a:solidFill>
                <a:latin typeface="Noto Sans CJK SC"/>
                <a:ea typeface="Noto Sans CJK SC"/>
                <a:cs typeface="Noto Sans CJK SC"/>
              </a:rPr>
              <a:t>非单调区域：Δs&lt;Δr&lt;min{Δs+Dα/2,Dβ/2}，存在 B1&lt;B2&lt;B3。</a:t>
            </a:r>
          </a:p>
        </p:txBody>
      </p:sp>
      <p:graphicFrame>
        <p:nvGraphicFramePr>
          <p:cNvPr id="6" name="">
            <a:extLst xmlns:a="http://schemas.openxmlformats.org/drawingml/2006/main">
              <a:ext uri="{FF2B5EF4-FFF2-40B4-BE49-F238E27FC236}">
                <a16:creationId xmlns:a16="http://schemas.microsoft.com/office/drawing/2014/main" id="{2CE0178B-4F58-4AA9-B677-F0E38E891E64}"/>
              </a:ext>
            </a:extLst>
          </p:cNvPr>
          <p:cNvGraphicFramePr/>
          <p:nvPr/>
        </p:nvGraphicFramePr>
        <p:xfrm>
          <a:off xmlns:a="http://schemas.openxmlformats.org/drawingml/2006/main" x="658368" y="4416552"/>
          <a:ext xmlns:a="http://schemas.openxmlformats.org/drawingml/2006/main" cx="10872216" cy="1271016"/>
        </p:xfrm>
        <a:graphic xmlns:a="http://schemas.openxmlformats.org/drawingml/2006/main">
          <a:graphicData uri="http://schemas.openxmlformats.org/drawingml/2006/table">
            <a:tbl>
              <a:tblPr firstRow="1" bandRow="0"/>
              <a:tblGrid>
                <a:gridCol w="2743200"/>
                <a:gridCol w="8129016"/>
              </a:tblGrid>
              <a:tr h="423672">
                <a:tc>
                  <a:txBody>
                    <a:bodyPr wrap="square">
                      <a:noAutofit/>
                    </a:bodyPr>
                    <a:lstStyle/>
                    <a:p>
                      <a:pPr algn="l">
                        <a:lnSpc>
                          <a:spcPct val="100000"/>
                        </a:lnSpc>
                        <a:buNone/>
                      </a:pPr>
                      <a:r>
                        <a:rPr sz="1950" b="1">
                          <a:solidFill>
                            <a:srgbClr val="FFFFFF"/>
                          </a:solidFill>
                          <a:latin typeface="Noto Sans CJK SC"/>
                          <a:ea typeface="Noto Sans CJK SC"/>
                          <a:cs typeface="Noto Sans CJK SC"/>
                        </a:rPr>
                        <a:t>选择</a:t>
                      </a:r>
                    </a:p>
                  </a:txBody>
                  <a:tcPr marL="85725" marR="85725" marT="57150" marB="57150" anchor="ctr">
                    <a:solidFill>
                      <a:srgbClr val="587C95"/>
                    </a:solidFill>
                  </a:tcPr>
                </a:tc>
                <a:tc>
                  <a:txBody>
                    <a:bodyPr wrap="square">
                      <a:noAutofit/>
                    </a:bodyPr>
                    <a:lstStyle/>
                    <a:p>
                      <a:pPr algn="l">
                        <a:lnSpc>
                          <a:spcPct val="100000"/>
                        </a:lnSpc>
                        <a:buNone/>
                      </a:pPr>
                      <a:r>
                        <a:rPr sz="1950" b="1">
                          <a:solidFill>
                            <a:srgbClr val="FFFFFF"/>
                          </a:solidFill>
                          <a:latin typeface="Noto Sans CJK SC"/>
                          <a:ea typeface="Noto Sans CJK SC"/>
                          <a:cs typeface="Noto Sans CJK SC"/>
                        </a:rPr>
                        <a:t>预算区间</a:t>
                      </a:r>
                    </a:p>
                  </a:txBody>
                  <a:tcPr marL="85725" marR="85725" marT="57150" marB="57150" anchor="ctr">
                    <a:solidFill>
                      <a:srgbClr val="587C95"/>
                    </a:solidFill>
                  </a:tcPr>
                </a:tc>
              </a:tr>
              <a:tr h="423672">
                <a:tc>
                  <a:txBody>
                    <a:bodyPr wrap="square">
                      <a:noAutofit/>
                    </a:bodyPr>
                    <a:lstStyle/>
                    <a:p>
                      <a:pPr algn="l">
                        <a:lnSpc>
                          <a:spcPct val="100000"/>
                        </a:lnSpc>
                        <a:buNone/>
                      </a:pPr>
                      <a:r>
                        <a:rPr sz="1900" b="0">
                          <a:solidFill>
                            <a:srgbClr val="243746"/>
                          </a:solidFill>
                          <a:latin typeface="Noto Sans CJK SC"/>
                          <a:ea typeface="Noto Sans CJK SC"/>
                          <a:cs typeface="Noto Sans CJK SC"/>
                        </a:rPr>
                        <a:t>审计 1 家</a:t>
                      </a:r>
                    </a:p>
                  </a:txBody>
                  <a:tcPr marL="85725" marR="85725" marT="57150" marB="57150" anchor="ctr">
                    <a:solidFill>
                      <a:srgbClr val="F0F4F7"/>
                    </a:solidFill>
                  </a:tcPr>
                </a:tc>
                <a:tc>
                  <a:txBody>
                    <a:bodyPr wrap="square">
                      <a:noAutofit/>
                    </a:bodyPr>
                    <a:lstStyle/>
                    <a:p>
                      <a:pPr algn="l">
                        <a:lnSpc>
                          <a:spcPct val="100000"/>
                        </a:lnSpc>
                        <a:buNone/>
                      </a:pPr>
                      <a:r>
                        <a:rPr sz="1900" b="0">
                          <a:solidFill>
                            <a:srgbClr val="243746"/>
                          </a:solidFill>
                          <a:latin typeface="Noto Sans CJK SC"/>
                          <a:ea typeface="Noto Sans CJK SC"/>
                          <a:cs typeface="Noto Sans CJK SC"/>
                        </a:rPr>
                        <a:t>e²/2 &lt; B &lt; B1，或 B2 &lt; B &lt; B3</a:t>
                      </a:r>
                    </a:p>
                  </a:txBody>
                  <a:tcPr marL="85725" marR="85725" marT="57150" marB="57150" anchor="ctr">
                    <a:solidFill>
                      <a:srgbClr val="F0F4F7"/>
                    </a:solidFill>
                  </a:tcPr>
                </a:tc>
              </a:tr>
              <a:tr h="423672">
                <a:tc>
                  <a:txBody>
                    <a:bodyPr wrap="square">
                      <a:noAutofit/>
                    </a:bodyPr>
                    <a:lstStyle/>
                    <a:p>
                      <a:pPr algn="l">
                        <a:lnSpc>
                          <a:spcPct val="100000"/>
                        </a:lnSpc>
                        <a:buNone/>
                      </a:pPr>
                      <a:r>
                        <a:rPr sz="1900" b="0">
                          <a:solidFill>
                            <a:srgbClr val="243746"/>
                          </a:solidFill>
                          <a:latin typeface="Noto Sans CJK SC"/>
                          <a:ea typeface="Noto Sans CJK SC"/>
                          <a:cs typeface="Noto Sans CJK SC"/>
                        </a:rPr>
                        <a:t>审计 2 家</a:t>
                      </a:r>
                    </a:p>
                  </a:txBody>
                  <a:tcPr marL="85725" marR="85725" marT="57150" marB="57150" anchor="ctr">
                    <a:solidFill>
                      <a:srgbClr val="FFFFFF"/>
                    </a:solidFill>
                  </a:tcPr>
                </a:tc>
                <a:tc>
                  <a:txBody>
                    <a:bodyPr wrap="square">
                      <a:noAutofit/>
                    </a:bodyPr>
                    <a:lstStyle/>
                    <a:p>
                      <a:pPr algn="l">
                        <a:lnSpc>
                          <a:spcPct val="100000"/>
                        </a:lnSpc>
                        <a:buNone/>
                      </a:pPr>
                      <a:r>
                        <a:rPr sz="1900" b="0">
                          <a:solidFill>
                            <a:srgbClr val="243746"/>
                          </a:solidFill>
                          <a:latin typeface="Noto Sans CJK SC"/>
                          <a:ea typeface="Noto Sans CJK SC"/>
                          <a:cs typeface="Noto Sans CJK SC"/>
                        </a:rPr>
                        <a:t>B1 &lt; B &lt; B2，或 B &gt; B3</a:t>
                      </a:r>
                    </a:p>
                  </a:txBody>
                  <a:tcPr marL="85725" marR="85725" marT="57150" marB="57150" anchor="ctr">
                    <a:solidFill>
                      <a:srgbClr val="FFFFFF"/>
                    </a:solidFill>
                  </a:tcPr>
                </a:tc>
              </a:tr>
            </a:tbl>
          </a:graphicData>
        </a:graphic>
      </p:graphicFrame>
      <p:sp>
        <p:nvSpPr>
          <p:cNvPr id="7" name="text-5">
            <a:extLst xmlns:a="http://schemas.openxmlformats.org/drawingml/2006/main">
              <a:ext uri="{FF2B5EF4-FFF2-40B4-BE49-F238E27FC236}">
                <a16:creationId xmlns:a16="http://schemas.microsoft.com/office/drawing/2014/main" id="{36032AE0-9D71-4683-A25E-50E8C2CE9D8D}"/>
              </a:ext>
            </a:extLst>
          </p:cNvPr>
          <p:cNvSpPr>
            <a:spLocks xmlns:a="http://schemas.openxmlformats.org/drawingml/2006/main" noGrp="1"/>
          </p:cNvSpPr>
          <p:nvPr/>
        </p:nvSpPr>
        <p:spPr>
          <a:xfrm xmlns:a="http://schemas.openxmlformats.org/drawingml/2006/main">
            <a:off x="731520" y="5907024"/>
            <a:ext cx="10725912" cy="4754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1800" b="1">
                <a:solidFill>
                  <a:srgbClr val="587C95"/>
                </a:solidFill>
                <a:latin typeface="Noto Sans CJK SC"/>
                <a:ea typeface="Noto Sans CJK SC"/>
                <a:cs typeface="Noto Sans CJK SC"/>
              </a:defRPr>
            </a:defPPr>
          </a:lstStyle>
          <a:p xmlns:a="http://schemas.openxmlformats.org/drawingml/2006/main">
            <a:pPr algn="l">
              <a:lnSpc>
                <a:spcPct val="103000"/>
              </a:lnSpc>
              <a:buNone/>
              <a:defRPr sz="1800" b="1">
                <a:solidFill>
                  <a:srgbClr val="587C95"/>
                </a:solidFill>
                <a:latin typeface="Noto Sans CJK SC"/>
                <a:ea typeface="Noto Sans CJK SC"/>
                <a:cs typeface="Noto Sans CJK SC"/>
              </a:defRPr>
            </a:pPr>
            <a:r>
              <a:rPr sz="1800" b="1">
                <a:solidFill>
                  <a:srgbClr val="587C95"/>
                </a:solidFill>
                <a:latin typeface="Noto Sans CJK SC"/>
                <a:ea typeface="Noto Sans CJK SC"/>
                <a:cs typeface="Noto Sans CJK SC"/>
              </a:rPr>
              <a:t>Dα=0 时，上述中等预算下的覆盖反转消失。</a:t>
            </a:r>
          </a:p>
        </p:txBody>
      </p:sp>
      <p:sp>
        <p:nvSpPr>
          <p:cNvPr id="8" name="source-footer">
            <a:extLst xmlns:a="http://schemas.openxmlformats.org/drawingml/2006/main">
              <a:ext uri="{FF2B5EF4-FFF2-40B4-BE49-F238E27FC236}">
                <a16:creationId xmlns:a16="http://schemas.microsoft.com/office/drawing/2014/main" id="{D849E3C8-67E2-41EF-9DCF-E9706D335A20}"/>
              </a:ext>
            </a:extLst>
          </p:cNvPr>
          <p:cNvSpPr>
            <a:spLocks xmlns:a="http://schemas.openxmlformats.org/drawingml/2006/main" noGrp="1"/>
          </p:cNvSpPr>
          <p:nvPr/>
        </p:nvSpPr>
        <p:spPr>
          <a:xfrm xmlns:a="http://schemas.openxmlformats.org/drawingml/2006/main">
            <a:off x="676656" y="6492240"/>
            <a:ext cx="10442448"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1040" b="0">
                <a:solidFill>
                  <a:srgbClr val="627281"/>
                </a:solidFill>
                <a:latin typeface="Noto Sans CJK SC"/>
                <a:ea typeface="Noto Sans CJK SC"/>
                <a:cs typeface="Noto Sans CJK SC"/>
              </a:defRPr>
            </a:defPPr>
          </a:lstStyle>
          <a:p xmlns:a="http://schemas.openxmlformats.org/drawingml/2006/main">
            <a:pPr algn="l">
              <a:lnSpc>
                <a:spcPct val="103000"/>
              </a:lnSpc>
              <a:buNone/>
              <a:defRPr sz="1040" b="0">
                <a:solidFill>
                  <a:srgbClr val="627281"/>
                </a:solidFill>
                <a:latin typeface="Noto Sans CJK SC"/>
                <a:ea typeface="Noto Sans CJK SC"/>
                <a:cs typeface="Noto Sans CJK SC"/>
              </a:defRPr>
            </a:pPr>
            <a:r>
              <a:rPr sz="1040" b="0">
                <a:solidFill>
                  <a:srgbClr val="627281"/>
                </a:solidFill>
                <a:latin typeface="Noto Sans CJK SC"/>
                <a:ea typeface="Noto Sans CJK SC"/>
                <a:cs typeface="Noto Sans CJK SC"/>
              </a:rPr>
              <a:t>Proposition 7 / Corollary 5，pp. 14–15</a:t>
            </a:r>
          </a:p>
        </p:txBody>
      </p:sp>
      <p:sp>
        <p:nvSpPr>
          <p:cNvPr id="9" name="page-number">
            <a:extLst xmlns:a="http://schemas.openxmlformats.org/drawingml/2006/main">
              <a:ext uri="{FF2B5EF4-FFF2-40B4-BE49-F238E27FC236}">
                <a16:creationId xmlns:a16="http://schemas.microsoft.com/office/drawing/2014/main" id="{D08117B5-DFAF-4BBB-82F5-6B9A7AF8922A}"/>
              </a:ext>
            </a:extLst>
          </p:cNvPr>
          <p:cNvSpPr>
            <a:spLocks xmlns:a="http://schemas.openxmlformats.org/drawingml/2006/main" noGrp="1"/>
          </p:cNvSpPr>
          <p:nvPr/>
        </p:nvSpPr>
        <p:spPr>
          <a:xfrm xmlns:a="http://schemas.openxmlformats.org/drawingml/2006/main">
            <a:off x="11000232" y="6492240"/>
            <a:ext cx="502920"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r">
              <a:defRPr sz="1050" b="0">
                <a:solidFill>
                  <a:srgbClr val="587C95"/>
                </a:solidFill>
                <a:latin typeface="Noto Sans CJK SC"/>
                <a:ea typeface="Noto Sans CJK SC"/>
                <a:cs typeface="Noto Sans CJK SC"/>
              </a:defRPr>
            </a:defPPr>
          </a:lstStyle>
          <a:p xmlns:a="http://schemas.openxmlformats.org/drawingml/2006/main">
            <a:pPr algn="r">
              <a:lnSpc>
                <a:spcPct val="103000"/>
              </a:lnSpc>
              <a:buNone/>
              <a:defRPr sz="1050" b="0">
                <a:solidFill>
                  <a:srgbClr val="587C95"/>
                </a:solidFill>
                <a:latin typeface="Noto Sans CJK SC"/>
                <a:ea typeface="Noto Sans CJK SC"/>
                <a:cs typeface="Noto Sans CJK SC"/>
              </a:defRPr>
            </a:pPr>
            <a:r>
              <a:rPr sz="1050" b="0">
                <a:solidFill>
                  <a:srgbClr val="587C95"/>
                </a:solidFill>
                <a:latin typeface="Noto Sans CJK SC"/>
                <a:ea typeface="Noto Sans CJK SC"/>
                <a:cs typeface="Noto Sans CJK SC"/>
              </a:rPr>
              <a:t>45</a:t>
            </a:r>
          </a:p>
        </p:txBody>
      </p:sp>
    </p:spTree>
    <p:extLst>
      <p:ext uri="{BB962C8B-B14F-4D97-AF65-F5344CB8AC3E}">
        <p14:creationId xmlns:p14="http://schemas.microsoft.com/office/powerpoint/2010/main" val="2118896038"/>
      </p:ext>
    </p:extLst>
  </p:cSld>
</p:sld>
</file>

<file path=ppt/slides/slide46.xml><?xml version="1.0" encoding="utf-8"?>
<p:sld xmlns:p="http://schemas.openxmlformats.org/presentationml/2006/main">
  <p:cSld>
    <p:spTree>
      <p:nvGrpSpPr>
        <p:cNvPr id="1" name=""/>
        <p:cNvGrpSpPr/>
        <p:nvPr/>
      </p:nvGrpSpPr>
      <p:grpSpPr>
        <a:xfrm xmlns:a="http://schemas.openxmlformats.org/drawingml/2006/main"/>
      </p:grpSpPr>
      <p:sp>
        <p:nvSpPr>
          <p:cNvPr id="7" name="section-heading">
            <a:extLst xmlns:a="http://schemas.openxmlformats.org/drawingml/2006/main">
              <a:ext uri="{FF2B5EF4-FFF2-40B4-BE49-F238E27FC236}">
                <a16:creationId xmlns:a16="http://schemas.microsoft.com/office/drawing/2014/main" id="{DA6324B5-CEF9-4675-99B5-8220A36DDDE7}"/>
              </a:ext>
            </a:extLst>
          </p:cNvPr>
          <p:cNvSpPr>
            <a:spLocks xmlns:a="http://schemas.openxmlformats.org/drawingml/2006/main" noGrp="1"/>
          </p:cNvSpPr>
          <p:nvPr/>
        </p:nvSpPr>
        <p:spPr>
          <a:xfrm xmlns:a="http://schemas.openxmlformats.org/drawingml/2006/main">
            <a:off x="1499616" y="630936"/>
            <a:ext cx="9784080" cy="5486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2700" b="1">
                <a:solidFill>
                  <a:srgbClr val="243746"/>
                </a:solidFill>
                <a:latin typeface="Noto Sans CJK SC"/>
                <a:ea typeface="Noto Sans CJK SC"/>
                <a:cs typeface="Noto Sans CJK SC"/>
              </a:defRPr>
            </a:defPPr>
          </a:lstStyle>
          <a:p xmlns:a="http://schemas.openxmlformats.org/drawingml/2006/main">
            <a:pPr algn="l">
              <a:lnSpc>
                <a:spcPct val="103000"/>
              </a:lnSpc>
              <a:buNone/>
              <a:defRPr sz="2700" b="1">
                <a:solidFill>
                  <a:srgbClr val="243746"/>
                </a:solidFill>
                <a:latin typeface="Noto Sans CJK SC"/>
                <a:ea typeface="Noto Sans CJK SC"/>
                <a:cs typeface="Noto Sans CJK SC"/>
              </a:defRPr>
            </a:pPr>
            <a:r>
              <a:rPr sz="2700" b="1">
                <a:solidFill>
                  <a:srgbClr val="243746"/>
                </a:solidFill>
                <a:latin typeface="Noto Sans CJK SC"/>
                <a:ea typeface="Noto Sans CJK SC"/>
                <a:cs typeface="Noto Sans CJK SC"/>
              </a:rPr>
              <a:t>附录 F</a:t>
            </a:r>
          </a:p>
        </p:txBody>
      </p:sp>
      <p:sp>
        <p:nvSpPr>
          <p:cNvPr id="2" name="slide-topic">
            <a:extLst xmlns:a="http://schemas.openxmlformats.org/drawingml/2006/main">
              <a:ext uri="{FF2B5EF4-FFF2-40B4-BE49-F238E27FC236}">
                <a16:creationId xmlns:a16="http://schemas.microsoft.com/office/drawing/2014/main" id="{EEAE78DB-AE9A-4E77-B4FE-E475EF88B64A}"/>
              </a:ext>
            </a:extLst>
          </p:cNvPr>
          <p:cNvSpPr>
            <a:spLocks xmlns:a="http://schemas.openxmlformats.org/drawingml/2006/main" noGrp="1"/>
          </p:cNvSpPr>
          <p:nvPr/>
        </p:nvSpPr>
        <p:spPr>
          <a:xfrm xmlns:a="http://schemas.openxmlformats.org/drawingml/2006/main">
            <a:off x="658368" y="1709928"/>
            <a:ext cx="10881360" cy="5486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2400" b="1">
                <a:solidFill>
                  <a:srgbClr val="243746"/>
                </a:solidFill>
                <a:latin typeface="Noto Sans CJK SC"/>
                <a:ea typeface="Noto Sans CJK SC"/>
                <a:cs typeface="Noto Sans CJK SC"/>
              </a:defRPr>
            </a:defPPr>
          </a:lstStyle>
          <a:p xmlns:a="http://schemas.openxmlformats.org/drawingml/2006/main">
            <a:pPr algn="l">
              <a:lnSpc>
                <a:spcPct val="103000"/>
              </a:lnSpc>
              <a:buNone/>
              <a:defRPr sz="2400" b="1">
                <a:solidFill>
                  <a:srgbClr val="243746"/>
                </a:solidFill>
                <a:latin typeface="Noto Sans CJK SC"/>
                <a:ea typeface="Noto Sans CJK SC"/>
                <a:cs typeface="Noto Sans CJK SC"/>
              </a:defRPr>
            </a:pPr>
            <a:r>
              <a:rPr sz="2400" b="1">
                <a:solidFill>
                  <a:srgbClr val="243746"/>
                </a:solidFill>
                <a:latin typeface="Noto Sans CJK SC"/>
                <a:ea typeface="Noto Sans CJK SC"/>
                <a:cs typeface="Noto Sans CJK SC"/>
              </a:rPr>
              <a:t>命题 8：稳定分支与极低替换成本区</a:t>
            </a:r>
          </a:p>
        </p:txBody>
      </p:sp>
      <p:pic>
        <p:nvPicPr>
          <p:cNvPr id="3" name="">
            <a:extLst xmlns:a="http://schemas.openxmlformats.org/drawingml/2006/main">
              <a:ext uri="{FF2B5EF4-FFF2-40B4-BE49-F238E27FC236}">
                <a16:creationId xmlns:a16="http://schemas.microsoft.com/office/drawing/2014/main" id="{F2E3FD96-A1F9-4C3F-947E-24111B421FF8}"/>
              </a:ext>
            </a:extLst>
          </p:cNvPr>
          <p:cNvPicPr>
            <a:picLocks xmlns:a="http://schemas.openxmlformats.org/drawingml/2006/main" noChangeAspect="1"/>
          </p:cNvPicPr>
          <p:nvPr/>
        </p:nvPicPr>
        <p:blipFill>
          <a:blip xmlns:r="http://schemas.openxmlformats.org/officeDocument/2006/relationships" xmlns:a="http://schemas.openxmlformats.org/drawingml/2006/main" r:embed="Re66fd7d1e4ae4312"/>
          <a:stretch xmlns:a="http://schemas.openxmlformats.org/drawingml/2006/main"/>
        </p:blipFill>
        <p:spPr>
          <a:xfrm xmlns:a="http://schemas.openxmlformats.org/drawingml/2006/main">
            <a:off x="1733702" y="2377440"/>
            <a:ext cx="4762195" cy="3840480"/>
          </a:xfrm>
          <a:prstGeom xmlns:a="http://schemas.openxmlformats.org/drawingml/2006/main" prst="rect">
            <a:avLst/>
          </a:prstGeom>
        </p:spPr>
      </p:pic>
      <p:sp>
        <p:nvSpPr>
          <p:cNvPr id="4" name="text-2">
            <a:extLst xmlns:a="http://schemas.openxmlformats.org/drawingml/2006/main">
              <a:ext uri="{FF2B5EF4-FFF2-40B4-BE49-F238E27FC236}">
                <a16:creationId xmlns:a16="http://schemas.microsoft.com/office/drawing/2014/main" id="{D325423D-45A6-47BB-BFA2-6B0D47849191}"/>
              </a:ext>
            </a:extLst>
          </p:cNvPr>
          <p:cNvSpPr>
            <a:spLocks xmlns:a="http://schemas.openxmlformats.org/drawingml/2006/main" noGrp="1"/>
          </p:cNvSpPr>
          <p:nvPr/>
        </p:nvSpPr>
        <p:spPr>
          <a:xfrm xmlns:a="http://schemas.openxmlformats.org/drawingml/2006/main">
            <a:off x="7744968" y="2697480"/>
            <a:ext cx="3575304" cy="32461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1900" b="0">
                <a:solidFill>
                  <a:srgbClr val="243746"/>
                </a:solidFill>
                <a:latin typeface="Noto Sans CJK SC"/>
                <a:ea typeface="Noto Sans CJK SC"/>
                <a:cs typeface="Noto Sans CJK SC"/>
              </a:defRPr>
            </a:defPPr>
          </a:lstStyle>
          <a:p xmlns:a="http://schemas.openxmlformats.org/drawingml/2006/main">
            <a:pPr algn="l">
              <a:lnSpc>
                <a:spcPct val="103000"/>
              </a:lnSpc>
              <a:buNone/>
              <a:defRPr sz="1900" b="0">
                <a:solidFill>
                  <a:srgbClr val="243746"/>
                </a:solidFill>
                <a:latin typeface="Noto Sans CJK SC"/>
                <a:ea typeface="Noto Sans CJK SC"/>
                <a:cs typeface="Noto Sans CJK SC"/>
              </a:defRPr>
            </a:pPr>
            <a:r>
              <a:rPr sz="1900" b="0">
                <a:solidFill>
                  <a:srgbClr val="243746"/>
                </a:solidFill>
                <a:latin typeface="Noto Sans CJK SC"/>
                <a:ea typeface="Noto Sans CJK SC"/>
                <a:cs typeface="Noto Sans CJK SC"/>
              </a:rPr>
              <a:t>整改分支：δr/κ</a:t>
            </a:r>
          </a:p>
          <a:p xmlns:a="http://schemas.openxmlformats.org/drawingml/2006/main">
            <a:pPr algn="l">
              <a:lnSpc>
                <a:spcPct val="103000"/>
              </a:lnSpc>
              <a:buNone/>
              <a:defRPr sz="1900" b="0">
                <a:solidFill>
                  <a:srgbClr val="243746"/>
                </a:solidFill>
                <a:latin typeface="Noto Sans CJK SC"/>
                <a:ea typeface="Noto Sans CJK SC"/>
                <a:cs typeface="Noto Sans CJK SC"/>
              </a:defRPr>
            </a:pPr>
            <a:r>
              <a:rPr sz="1900" b="0">
                <a:solidFill>
                  <a:srgbClr val="243746"/>
                </a:solidFill>
                <a:latin typeface="Noto Sans CJK SC"/>
                <a:ea typeface="Noto Sans CJK SC"/>
                <a:cs typeface="Noto Sans CJK SC"/>
              </a:rPr>
              <a:t>替换分支：ΠS/κ</a:t>
            </a:r>
          </a:p>
          <a:p xmlns:a="http://schemas.openxmlformats.org/drawingml/2006/main">
            <a:r>
              <a:t/>
            </a:r>
          </a:p>
          <a:p xmlns:a="http://schemas.openxmlformats.org/drawingml/2006/main">
            <a:pPr algn="l">
              <a:lnSpc>
                <a:spcPct val="103000"/>
              </a:lnSpc>
              <a:buNone/>
              <a:defRPr sz="1900" b="0">
                <a:solidFill>
                  <a:srgbClr val="243746"/>
                </a:solidFill>
                <a:latin typeface="Noto Sans CJK SC"/>
                <a:ea typeface="Noto Sans CJK SC"/>
                <a:cs typeface="Noto Sans CJK SC"/>
              </a:defRPr>
            </a:pPr>
            <a:r>
              <a:rPr sz="1900" b="0">
                <a:solidFill>
                  <a:srgbClr val="243746"/>
                </a:solidFill>
                <a:latin typeface="Noto Sans CJK SC"/>
                <a:ea typeface="Noto Sans CJK SC"/>
                <a:cs typeface="Noto Sans CJK SC"/>
              </a:rPr>
              <a:t>中间区间可选择边界努力，</a:t>
            </a:r>
          </a:p>
          <a:p xmlns:a="http://schemas.openxmlformats.org/drawingml/2006/main">
            <a:pPr algn="l">
              <a:lnSpc>
                <a:spcPct val="103000"/>
              </a:lnSpc>
              <a:buNone/>
              <a:defRPr sz="1900" b="0">
                <a:solidFill>
                  <a:srgbClr val="243746"/>
                </a:solidFill>
                <a:latin typeface="Noto Sans CJK SC"/>
                <a:ea typeface="Noto Sans CJK SC"/>
                <a:cs typeface="Noto Sans CJK SC"/>
              </a:defRPr>
            </a:pPr>
            <a:r>
              <a:rPr sz="1900" b="0">
                <a:solidFill>
                  <a:srgbClr val="243746"/>
                </a:solidFill>
                <a:latin typeface="Noto Sans CJK SC"/>
                <a:ea typeface="Noto Sans CJK SC"/>
                <a:cs typeface="Noto Sans CJK SC"/>
              </a:rPr>
              <a:t>改变买方的治理响应。</a:t>
            </a:r>
          </a:p>
          <a:p xmlns:a="http://schemas.openxmlformats.org/drawingml/2006/main">
            <a:r>
              <a:t/>
            </a:r>
          </a:p>
          <a:p xmlns:a="http://schemas.openxmlformats.org/drawingml/2006/main">
            <a:pPr algn="l">
              <a:lnSpc>
                <a:spcPct val="103000"/>
              </a:lnSpc>
              <a:buNone/>
              <a:defRPr sz="1900" b="0">
                <a:solidFill>
                  <a:srgbClr val="243746"/>
                </a:solidFill>
                <a:latin typeface="Noto Sans CJK SC"/>
                <a:ea typeface="Noto Sans CJK SC"/>
                <a:cs typeface="Noto Sans CJK SC"/>
              </a:defRPr>
            </a:pPr>
            <a:r>
              <a:rPr sz="1900" b="0">
                <a:solidFill>
                  <a:srgbClr val="243746"/>
                </a:solidFill>
                <a:latin typeface="Noto Sans CJK SC"/>
                <a:ea typeface="Noto Sans CJK SC"/>
                <a:cs typeface="Noto Sans CJK SC"/>
              </a:rPr>
              <a:t>情形(iii)始终用 C。</a:t>
            </a:r>
          </a:p>
          <a:p xmlns:a="http://schemas.openxmlformats.org/drawingml/2006/main">
            <a:pPr algn="l">
              <a:lnSpc>
                <a:spcPct val="103000"/>
              </a:lnSpc>
              <a:buNone/>
              <a:defRPr sz="1900" b="0">
                <a:solidFill>
                  <a:srgbClr val="243746"/>
                </a:solidFill>
                <a:latin typeface="Noto Sans CJK SC"/>
                <a:ea typeface="Noto Sans CJK SC"/>
                <a:cs typeface="Noto Sans CJK SC"/>
              </a:defRPr>
            </a:pPr>
            <a:r>
              <a:rPr sz="1900" b="0">
                <a:solidFill>
                  <a:srgbClr val="243746"/>
                </a:solidFill>
                <a:latin typeface="Noto Sans CJK SC"/>
                <a:ea typeface="Noto Sans CJK SC"/>
                <a:cs typeface="Noto Sans CJK SC"/>
              </a:rPr>
              <a:t>治理动作随预算与ΠS变化。</a:t>
            </a:r>
          </a:p>
        </p:txBody>
      </p:sp>
      <p:sp>
        <p:nvSpPr>
          <p:cNvPr id="5" name="source-footer">
            <a:extLst xmlns:a="http://schemas.openxmlformats.org/drawingml/2006/main">
              <a:ext uri="{FF2B5EF4-FFF2-40B4-BE49-F238E27FC236}">
                <a16:creationId xmlns:a16="http://schemas.microsoft.com/office/drawing/2014/main" id="{C0803AB6-F227-481B-ABA0-9CA83BBFD18B}"/>
              </a:ext>
            </a:extLst>
          </p:cNvPr>
          <p:cNvSpPr>
            <a:spLocks xmlns:a="http://schemas.openxmlformats.org/drawingml/2006/main" noGrp="1"/>
          </p:cNvSpPr>
          <p:nvPr/>
        </p:nvSpPr>
        <p:spPr>
          <a:xfrm xmlns:a="http://schemas.openxmlformats.org/drawingml/2006/main">
            <a:off x="676656" y="6492240"/>
            <a:ext cx="10442448"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1040" b="0">
                <a:solidFill>
                  <a:srgbClr val="627281"/>
                </a:solidFill>
                <a:latin typeface="Noto Sans CJK SC"/>
                <a:ea typeface="Noto Sans CJK SC"/>
                <a:cs typeface="Noto Sans CJK SC"/>
              </a:defRPr>
            </a:defPPr>
          </a:lstStyle>
          <a:p xmlns:a="http://schemas.openxmlformats.org/drawingml/2006/main">
            <a:pPr algn="l">
              <a:lnSpc>
                <a:spcPct val="103000"/>
              </a:lnSpc>
              <a:buNone/>
              <a:defRPr sz="1040" b="0">
                <a:solidFill>
                  <a:srgbClr val="627281"/>
                </a:solidFill>
                <a:latin typeface="Noto Sans CJK SC"/>
                <a:ea typeface="Noto Sans CJK SC"/>
                <a:cs typeface="Noto Sans CJK SC"/>
              </a:defRPr>
            </a:pPr>
            <a:r>
              <a:rPr sz="1040" b="0">
                <a:solidFill>
                  <a:srgbClr val="627281"/>
                </a:solidFill>
                <a:latin typeface="Noto Sans CJK SC"/>
                <a:ea typeface="Noto Sans CJK SC"/>
                <a:cs typeface="Noto Sans CJK SC"/>
              </a:rPr>
              <a:t>Proposition 8(i)–(iii)，pp. 15–16；保留原文</a:t>
            </a:r>
          </a:p>
        </p:txBody>
      </p:sp>
      <p:sp>
        <p:nvSpPr>
          <p:cNvPr id="6" name="page-number">
            <a:extLst xmlns:a="http://schemas.openxmlformats.org/drawingml/2006/main">
              <a:ext uri="{FF2B5EF4-FFF2-40B4-BE49-F238E27FC236}">
                <a16:creationId xmlns:a16="http://schemas.microsoft.com/office/drawing/2014/main" id="{05FF14CA-68B7-4F42-A4A7-5C036EC06463}"/>
              </a:ext>
            </a:extLst>
          </p:cNvPr>
          <p:cNvSpPr>
            <a:spLocks xmlns:a="http://schemas.openxmlformats.org/drawingml/2006/main" noGrp="1"/>
          </p:cNvSpPr>
          <p:nvPr/>
        </p:nvSpPr>
        <p:spPr>
          <a:xfrm xmlns:a="http://schemas.openxmlformats.org/drawingml/2006/main">
            <a:off x="11000232" y="6492240"/>
            <a:ext cx="502920"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r">
              <a:defRPr sz="1050" b="0">
                <a:solidFill>
                  <a:srgbClr val="587C95"/>
                </a:solidFill>
                <a:latin typeface="Noto Sans CJK SC"/>
                <a:ea typeface="Noto Sans CJK SC"/>
                <a:cs typeface="Noto Sans CJK SC"/>
              </a:defRPr>
            </a:defPPr>
          </a:lstStyle>
          <a:p xmlns:a="http://schemas.openxmlformats.org/drawingml/2006/main">
            <a:pPr algn="r">
              <a:lnSpc>
                <a:spcPct val="103000"/>
              </a:lnSpc>
              <a:buNone/>
              <a:defRPr sz="1050" b="0">
                <a:solidFill>
                  <a:srgbClr val="587C95"/>
                </a:solidFill>
                <a:latin typeface="Noto Sans CJK SC"/>
                <a:ea typeface="Noto Sans CJK SC"/>
                <a:cs typeface="Noto Sans CJK SC"/>
              </a:defRPr>
            </a:pPr>
            <a:r>
              <a:rPr sz="1050" b="0">
                <a:solidFill>
                  <a:srgbClr val="587C95"/>
                </a:solidFill>
                <a:latin typeface="Noto Sans CJK SC"/>
                <a:ea typeface="Noto Sans CJK SC"/>
                <a:cs typeface="Noto Sans CJK SC"/>
              </a:rPr>
              <a:t>46</a:t>
            </a:r>
          </a:p>
        </p:txBody>
      </p:sp>
    </p:spTree>
    <p:extLst>
      <p:ext uri="{BB962C8B-B14F-4D97-AF65-F5344CB8AC3E}">
        <p14:creationId xmlns:p14="http://schemas.microsoft.com/office/powerpoint/2010/main" val="388418848"/>
      </p:ext>
    </p:extLst>
  </p:cSld>
</p:sld>
</file>

<file path=ppt/slides/slide47.xml><?xml version="1.0" encoding="utf-8"?>
<p:sld xmlns:p="http://schemas.openxmlformats.org/presentationml/2006/main">
  <p:cSld>
    <p:spTree>
      <p:nvGrpSpPr>
        <p:cNvPr id="1" name=""/>
        <p:cNvGrpSpPr/>
        <p:nvPr/>
      </p:nvGrpSpPr>
      <p:grpSpPr>
        <a:xfrm xmlns:a="http://schemas.openxmlformats.org/drawingml/2006/main"/>
      </p:grpSpPr>
      <p:sp>
        <p:nvSpPr>
          <p:cNvPr id="11" name="section-heading">
            <a:extLst xmlns:a="http://schemas.openxmlformats.org/drawingml/2006/main">
              <a:ext uri="{FF2B5EF4-FFF2-40B4-BE49-F238E27FC236}">
                <a16:creationId xmlns:a16="http://schemas.microsoft.com/office/drawing/2014/main" id="{8D95EBA2-FD45-4F8B-A983-177F819B75BB}"/>
              </a:ext>
            </a:extLst>
          </p:cNvPr>
          <p:cNvSpPr>
            <a:spLocks xmlns:a="http://schemas.openxmlformats.org/drawingml/2006/main" noGrp="1"/>
          </p:cNvSpPr>
          <p:nvPr/>
        </p:nvSpPr>
        <p:spPr>
          <a:xfrm xmlns:a="http://schemas.openxmlformats.org/drawingml/2006/main">
            <a:off x="1499616" y="630936"/>
            <a:ext cx="9784080" cy="5486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2700" b="1">
                <a:solidFill>
                  <a:srgbClr val="243746"/>
                </a:solidFill>
                <a:latin typeface="Noto Sans CJK SC"/>
                <a:ea typeface="Noto Sans CJK SC"/>
                <a:cs typeface="Noto Sans CJK SC"/>
              </a:defRPr>
            </a:defPPr>
          </a:lstStyle>
          <a:p xmlns:a="http://schemas.openxmlformats.org/drawingml/2006/main">
            <a:pPr algn="l">
              <a:lnSpc>
                <a:spcPct val="103000"/>
              </a:lnSpc>
              <a:buNone/>
              <a:defRPr sz="2700" b="1">
                <a:solidFill>
                  <a:srgbClr val="243746"/>
                </a:solidFill>
                <a:latin typeface="Noto Sans CJK SC"/>
                <a:ea typeface="Noto Sans CJK SC"/>
                <a:cs typeface="Noto Sans CJK SC"/>
              </a:defRPr>
            </a:pPr>
            <a:r>
              <a:rPr sz="2700" b="1">
                <a:solidFill>
                  <a:srgbClr val="243746"/>
                </a:solidFill>
                <a:latin typeface="Noto Sans CJK SC"/>
                <a:ea typeface="Noto Sans CJK SC"/>
                <a:cs typeface="Noto Sans CJK SC"/>
              </a:rPr>
              <a:t>附录 G</a:t>
            </a:r>
          </a:p>
        </p:txBody>
      </p:sp>
      <p:sp>
        <p:nvSpPr>
          <p:cNvPr id="2" name="slide-topic">
            <a:extLst xmlns:a="http://schemas.openxmlformats.org/drawingml/2006/main">
              <a:ext uri="{FF2B5EF4-FFF2-40B4-BE49-F238E27FC236}">
                <a16:creationId xmlns:a16="http://schemas.microsoft.com/office/drawing/2014/main" id="{522E7527-C8AB-4E26-94DA-FD0CCC12CC12}"/>
              </a:ext>
            </a:extLst>
          </p:cNvPr>
          <p:cNvSpPr>
            <a:spLocks xmlns:a="http://schemas.openxmlformats.org/drawingml/2006/main" noGrp="1"/>
          </p:cNvSpPr>
          <p:nvPr/>
        </p:nvSpPr>
        <p:spPr>
          <a:xfrm xmlns:a="http://schemas.openxmlformats.org/drawingml/2006/main">
            <a:off x="658368" y="1709928"/>
            <a:ext cx="10881360" cy="5486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2400" b="1">
                <a:solidFill>
                  <a:srgbClr val="243746"/>
                </a:solidFill>
                <a:latin typeface="Noto Sans CJK SC"/>
                <a:ea typeface="Noto Sans CJK SC"/>
                <a:cs typeface="Noto Sans CJK SC"/>
              </a:defRPr>
            </a:defPPr>
          </a:lstStyle>
          <a:p xmlns:a="http://schemas.openxmlformats.org/drawingml/2006/main">
            <a:pPr algn="l">
              <a:lnSpc>
                <a:spcPct val="103000"/>
              </a:lnSpc>
              <a:buNone/>
              <a:defRPr sz="2400" b="1">
                <a:solidFill>
                  <a:srgbClr val="243746"/>
                </a:solidFill>
                <a:latin typeface="Noto Sans CJK SC"/>
                <a:ea typeface="Noto Sans CJK SC"/>
                <a:cs typeface="Noto Sans CJK SC"/>
              </a:defRPr>
            </a:pPr>
            <a:r>
              <a:rPr sz="2400" b="1">
                <a:solidFill>
                  <a:srgbClr val="243746"/>
                </a:solidFill>
                <a:latin typeface="Noto Sans CJK SC"/>
                <a:ea typeface="Noto Sans CJK SC"/>
                <a:cs typeface="Noto Sans CJK SC"/>
              </a:rPr>
              <a:t>命题 8：中等成本区的策略反馈</a:t>
            </a:r>
          </a:p>
        </p:txBody>
      </p:sp>
      <p:sp>
        <p:nvSpPr>
          <p:cNvPr id="3" name="text-2">
            <a:extLst xmlns:a="http://schemas.openxmlformats.org/drawingml/2006/main">
              <a:ext uri="{FF2B5EF4-FFF2-40B4-BE49-F238E27FC236}">
                <a16:creationId xmlns:a16="http://schemas.microsoft.com/office/drawing/2014/main" id="{D6CF7CC9-2F79-4CFA-8CA2-E106BE3ED38A}"/>
              </a:ext>
            </a:extLst>
          </p:cNvPr>
          <p:cNvSpPr>
            <a:spLocks xmlns:a="http://schemas.openxmlformats.org/drawingml/2006/main" noGrp="1"/>
          </p:cNvSpPr>
          <p:nvPr/>
        </p:nvSpPr>
        <p:spPr>
          <a:xfrm xmlns:a="http://schemas.openxmlformats.org/drawingml/2006/main">
            <a:off x="795528" y="2395728"/>
            <a:ext cx="10515600" cy="43891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1750" b="0">
                <a:solidFill>
                  <a:srgbClr val="243746"/>
                </a:solidFill>
                <a:latin typeface="Noto Sans CJK SC"/>
                <a:ea typeface="Noto Sans CJK SC"/>
                <a:cs typeface="Noto Sans CJK SC"/>
              </a:defRPr>
            </a:defPPr>
          </a:lstStyle>
          <a:p xmlns:a="http://schemas.openxmlformats.org/drawingml/2006/main">
            <a:pPr algn="l">
              <a:lnSpc>
                <a:spcPct val="103000"/>
              </a:lnSpc>
              <a:buNone/>
              <a:defRPr sz="1750" b="0">
                <a:solidFill>
                  <a:srgbClr val="243746"/>
                </a:solidFill>
                <a:latin typeface="Noto Sans CJK SC"/>
                <a:ea typeface="Noto Sans CJK SC"/>
                <a:cs typeface="Noto Sans CJK SC"/>
              </a:defRPr>
            </a:pPr>
            <a:r>
              <a:rPr sz="1750" b="0">
                <a:solidFill>
                  <a:srgbClr val="243746"/>
                </a:solidFill>
                <a:latin typeface="Noto Sans CJK SC"/>
                <a:ea typeface="Noto Sans CJK SC"/>
                <a:cs typeface="Noto Sans CJK SC"/>
              </a:rPr>
              <a:t>成本区域：(Dβ−Dα)/2 &lt; Δs &lt; Δr &lt; Dβ/2。式中 [ ] 对应较低 ΠS；ε 足够小。</a:t>
            </a:r>
          </a:p>
        </p:txBody>
      </p:sp>
      <p:pic>
        <p:nvPicPr>
          <p:cNvPr id="4" name="">
            <a:extLst xmlns:a="http://schemas.openxmlformats.org/drawingml/2006/main">
              <a:ext uri="{FF2B5EF4-FFF2-40B4-BE49-F238E27FC236}">
                <a16:creationId xmlns:a16="http://schemas.microsoft.com/office/drawing/2014/main" id="{BF3E3493-1E4B-4853-8B73-1E90F9400C8C}"/>
              </a:ext>
            </a:extLst>
          </p:cNvPr>
          <p:cNvPicPr>
            <a:picLocks xmlns:a="http://schemas.openxmlformats.org/drawingml/2006/main" noChangeAspect="1"/>
          </p:cNvPicPr>
          <p:nvPr/>
        </p:nvPicPr>
        <p:blipFill>
          <a:blip xmlns:r="http://schemas.openxmlformats.org/officeDocument/2006/relationships" xmlns:a="http://schemas.openxmlformats.org/drawingml/2006/main" r:embed="R7c4dfe1713e044c5"/>
          <a:stretch xmlns:a="http://schemas.openxmlformats.org/drawingml/2006/main"/>
        </p:blipFill>
        <p:spPr>
          <a:xfrm xmlns:a="http://schemas.openxmlformats.org/drawingml/2006/main">
            <a:off x="4778829" y="2926080"/>
            <a:ext cx="2640439" cy="438912"/>
          </a:xfrm>
          <a:prstGeom xmlns:a="http://schemas.openxmlformats.org/drawingml/2006/main" prst="rect">
            <a:avLst/>
          </a:prstGeom>
        </p:spPr>
      </p:pic>
      <p:pic>
        <p:nvPicPr>
          <p:cNvPr id="5" name="">
            <a:extLst xmlns:a="http://schemas.openxmlformats.org/drawingml/2006/main">
              <a:ext uri="{FF2B5EF4-FFF2-40B4-BE49-F238E27FC236}">
                <a16:creationId xmlns:a16="http://schemas.microsoft.com/office/drawing/2014/main" id="{451A55FE-8F1D-486A-8227-23F5D49F69BE}"/>
              </a:ext>
            </a:extLst>
          </p:cNvPr>
          <p:cNvPicPr>
            <a:picLocks xmlns:a="http://schemas.openxmlformats.org/drawingml/2006/main" noChangeAspect="1"/>
          </p:cNvPicPr>
          <p:nvPr/>
        </p:nvPicPr>
        <p:blipFill>
          <a:blip xmlns:r="http://schemas.openxmlformats.org/officeDocument/2006/relationships" xmlns:a="http://schemas.openxmlformats.org/drawingml/2006/main" r:embed="R6f5ea60e66d848fa"/>
          <a:stretch xmlns:a="http://schemas.openxmlformats.org/drawingml/2006/main"/>
        </p:blipFill>
        <p:spPr>
          <a:xfrm xmlns:a="http://schemas.openxmlformats.org/drawingml/2006/main">
            <a:off x="1914289" y="3529584"/>
            <a:ext cx="8369518" cy="621792"/>
          </a:xfrm>
          <a:prstGeom xmlns:a="http://schemas.openxmlformats.org/drawingml/2006/main" prst="rect">
            <a:avLst/>
          </a:prstGeom>
        </p:spPr>
      </p:pic>
      <p:pic>
        <p:nvPicPr>
          <p:cNvPr id="6" name="">
            <a:extLst xmlns:a="http://schemas.openxmlformats.org/drawingml/2006/main">
              <a:ext uri="{FF2B5EF4-FFF2-40B4-BE49-F238E27FC236}">
                <a16:creationId xmlns:a16="http://schemas.microsoft.com/office/drawing/2014/main" id="{29AD6488-4892-4747-B57C-B35AE2451793}"/>
              </a:ext>
            </a:extLst>
          </p:cNvPr>
          <p:cNvPicPr>
            <a:picLocks xmlns:a="http://schemas.openxmlformats.org/drawingml/2006/main" noChangeAspect="1"/>
          </p:cNvPicPr>
          <p:nvPr/>
        </p:nvPicPr>
        <p:blipFill>
          <a:blip xmlns:r="http://schemas.openxmlformats.org/officeDocument/2006/relationships" xmlns:a="http://schemas.openxmlformats.org/drawingml/2006/main" r:embed="R8df54e304e1d4e7d"/>
          <a:stretch xmlns:a="http://schemas.openxmlformats.org/drawingml/2006/main"/>
        </p:blipFill>
        <p:spPr>
          <a:xfrm xmlns:a="http://schemas.openxmlformats.org/drawingml/2006/main">
            <a:off x="1914289" y="4297680"/>
            <a:ext cx="8369518" cy="621792"/>
          </a:xfrm>
          <a:prstGeom xmlns:a="http://schemas.openxmlformats.org/drawingml/2006/main" prst="rect">
            <a:avLst/>
          </a:prstGeom>
        </p:spPr>
      </p:pic>
      <p:pic>
        <p:nvPicPr>
          <p:cNvPr id="7" name="">
            <a:extLst xmlns:a="http://schemas.openxmlformats.org/drawingml/2006/main">
              <a:ext uri="{FF2B5EF4-FFF2-40B4-BE49-F238E27FC236}">
                <a16:creationId xmlns:a16="http://schemas.microsoft.com/office/drawing/2014/main" id="{188C874E-C24C-43E3-9A50-55E8EF7227FD}"/>
              </a:ext>
            </a:extLst>
          </p:cNvPr>
          <p:cNvPicPr>
            <a:picLocks xmlns:a="http://schemas.openxmlformats.org/drawingml/2006/main" noChangeAspect="1"/>
          </p:cNvPicPr>
          <p:nvPr/>
        </p:nvPicPr>
        <p:blipFill>
          <a:blip xmlns:r="http://schemas.openxmlformats.org/officeDocument/2006/relationships" xmlns:a="http://schemas.openxmlformats.org/drawingml/2006/main" r:embed="R986eba875ed349ea"/>
          <a:stretch xmlns:a="http://schemas.openxmlformats.org/drawingml/2006/main"/>
        </p:blipFill>
        <p:spPr>
          <a:xfrm xmlns:a="http://schemas.openxmlformats.org/drawingml/2006/main">
            <a:off x="2779534" y="5065776"/>
            <a:ext cx="6639028" cy="621792"/>
          </a:xfrm>
          <a:prstGeom xmlns:a="http://schemas.openxmlformats.org/drawingml/2006/main" prst="rect">
            <a:avLst/>
          </a:prstGeom>
        </p:spPr>
      </p:pic>
      <p:pic>
        <p:nvPicPr>
          <p:cNvPr id="8" name="">
            <a:extLst xmlns:a="http://schemas.openxmlformats.org/drawingml/2006/main">
              <a:ext uri="{FF2B5EF4-FFF2-40B4-BE49-F238E27FC236}">
                <a16:creationId xmlns:a16="http://schemas.microsoft.com/office/drawing/2014/main" id="{E0269337-592D-423E-A825-31E728B2BE3B}"/>
              </a:ext>
            </a:extLst>
          </p:cNvPr>
          <p:cNvPicPr>
            <a:picLocks xmlns:a="http://schemas.openxmlformats.org/drawingml/2006/main" noChangeAspect="1"/>
          </p:cNvPicPr>
          <p:nvPr/>
        </p:nvPicPr>
        <p:blipFill>
          <a:blip xmlns:r="http://schemas.openxmlformats.org/officeDocument/2006/relationships" xmlns:a="http://schemas.openxmlformats.org/drawingml/2006/main" r:embed="R37d0dc7cc59948d7"/>
          <a:stretch xmlns:a="http://schemas.openxmlformats.org/drawingml/2006/main"/>
        </p:blipFill>
        <p:spPr>
          <a:xfrm xmlns:a="http://schemas.openxmlformats.org/drawingml/2006/main">
            <a:off x="2966065" y="5943600"/>
            <a:ext cx="6265967" cy="429768"/>
          </a:xfrm>
          <a:prstGeom xmlns:a="http://schemas.openxmlformats.org/drawingml/2006/main" prst="rect">
            <a:avLst/>
          </a:prstGeom>
        </p:spPr>
      </p:pic>
      <p:sp>
        <p:nvSpPr>
          <p:cNvPr id="9" name="source-footer">
            <a:extLst xmlns:a="http://schemas.openxmlformats.org/drawingml/2006/main">
              <a:ext uri="{FF2B5EF4-FFF2-40B4-BE49-F238E27FC236}">
                <a16:creationId xmlns:a16="http://schemas.microsoft.com/office/drawing/2014/main" id="{111C1D8C-8E5A-4197-8CA3-3DE404A07B05}"/>
              </a:ext>
            </a:extLst>
          </p:cNvPr>
          <p:cNvSpPr>
            <a:spLocks xmlns:a="http://schemas.openxmlformats.org/drawingml/2006/main" noGrp="1"/>
          </p:cNvSpPr>
          <p:nvPr/>
        </p:nvSpPr>
        <p:spPr>
          <a:xfrm xmlns:a="http://schemas.openxmlformats.org/drawingml/2006/main">
            <a:off x="676656" y="6492240"/>
            <a:ext cx="10442448"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1040" b="0">
                <a:solidFill>
                  <a:srgbClr val="627281"/>
                </a:solidFill>
                <a:latin typeface="Noto Sans CJK SC"/>
                <a:ea typeface="Noto Sans CJK SC"/>
                <a:cs typeface="Noto Sans CJK SC"/>
              </a:defRPr>
            </a:defPPr>
          </a:lstStyle>
          <a:p xmlns:a="http://schemas.openxmlformats.org/drawingml/2006/main">
            <a:pPr algn="l">
              <a:lnSpc>
                <a:spcPct val="103000"/>
              </a:lnSpc>
              <a:buNone/>
              <a:defRPr sz="1040" b="0">
                <a:solidFill>
                  <a:srgbClr val="627281"/>
                </a:solidFill>
                <a:latin typeface="Noto Sans CJK SC"/>
                <a:ea typeface="Noto Sans CJK SC"/>
                <a:cs typeface="Noto Sans CJK SC"/>
              </a:defRPr>
            </a:pPr>
            <a:r>
              <a:rPr sz="1040" b="0">
                <a:solidFill>
                  <a:srgbClr val="627281"/>
                </a:solidFill>
                <a:latin typeface="Noto Sans CJK SC"/>
                <a:ea typeface="Noto Sans CJK SC"/>
                <a:cs typeface="Noto Sans CJK SC"/>
              </a:rPr>
              <a:t>Proposition 8(iv)，p. 16；按原文公式重排</a:t>
            </a:r>
          </a:p>
        </p:txBody>
      </p:sp>
      <p:sp>
        <p:nvSpPr>
          <p:cNvPr id="10" name="page-number">
            <a:extLst xmlns:a="http://schemas.openxmlformats.org/drawingml/2006/main">
              <a:ext uri="{FF2B5EF4-FFF2-40B4-BE49-F238E27FC236}">
                <a16:creationId xmlns:a16="http://schemas.microsoft.com/office/drawing/2014/main" id="{5608AD4C-E4AD-4779-B373-D3E623EA8B3A}"/>
              </a:ext>
            </a:extLst>
          </p:cNvPr>
          <p:cNvSpPr>
            <a:spLocks xmlns:a="http://schemas.openxmlformats.org/drawingml/2006/main" noGrp="1"/>
          </p:cNvSpPr>
          <p:nvPr/>
        </p:nvSpPr>
        <p:spPr>
          <a:xfrm xmlns:a="http://schemas.openxmlformats.org/drawingml/2006/main">
            <a:off x="11000232" y="6492240"/>
            <a:ext cx="502920"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r">
              <a:defRPr sz="1050" b="0">
                <a:solidFill>
                  <a:srgbClr val="587C95"/>
                </a:solidFill>
                <a:latin typeface="Noto Sans CJK SC"/>
                <a:ea typeface="Noto Sans CJK SC"/>
                <a:cs typeface="Noto Sans CJK SC"/>
              </a:defRPr>
            </a:defPPr>
          </a:lstStyle>
          <a:p xmlns:a="http://schemas.openxmlformats.org/drawingml/2006/main">
            <a:pPr algn="r">
              <a:lnSpc>
                <a:spcPct val="103000"/>
              </a:lnSpc>
              <a:buNone/>
              <a:defRPr sz="1050" b="0">
                <a:solidFill>
                  <a:srgbClr val="587C95"/>
                </a:solidFill>
                <a:latin typeface="Noto Sans CJK SC"/>
                <a:ea typeface="Noto Sans CJK SC"/>
                <a:cs typeface="Noto Sans CJK SC"/>
              </a:defRPr>
            </a:pPr>
            <a:r>
              <a:rPr sz="1050" b="0">
                <a:solidFill>
                  <a:srgbClr val="587C95"/>
                </a:solidFill>
                <a:latin typeface="Noto Sans CJK SC"/>
                <a:ea typeface="Noto Sans CJK SC"/>
                <a:cs typeface="Noto Sans CJK SC"/>
              </a:rPr>
              <a:t>47</a:t>
            </a:r>
          </a:p>
        </p:txBody>
      </p:sp>
    </p:spTree>
    <p:extLst>
      <p:ext uri="{BB962C8B-B14F-4D97-AF65-F5344CB8AC3E}">
        <p14:creationId xmlns:p14="http://schemas.microsoft.com/office/powerpoint/2010/main" val="55379412"/>
      </p:ext>
    </p:extLst>
  </p:cSld>
</p:sld>
</file>

<file path=ppt/slides/slide48.xml><?xml version="1.0" encoding="utf-8"?>
<p:sld xmlns:p="http://schemas.openxmlformats.org/presentationml/2006/main">
  <p:cSld>
    <p:spTree>
      <p:nvGrpSpPr>
        <p:cNvPr id="1" name=""/>
        <p:cNvGrpSpPr/>
        <p:nvPr/>
      </p:nvGrpSpPr>
      <p:grpSpPr>
        <a:xfrm xmlns:a="http://schemas.openxmlformats.org/drawingml/2006/main"/>
      </p:grpSpPr>
      <p:sp>
        <p:nvSpPr>
          <p:cNvPr id="9" name="section-heading">
            <a:extLst xmlns:a="http://schemas.openxmlformats.org/drawingml/2006/main">
              <a:ext uri="{FF2B5EF4-FFF2-40B4-BE49-F238E27FC236}">
                <a16:creationId xmlns:a16="http://schemas.microsoft.com/office/drawing/2014/main" id="{3AF1E015-8AEF-4747-9312-BED4ECE1B5B0}"/>
              </a:ext>
            </a:extLst>
          </p:cNvPr>
          <p:cNvSpPr>
            <a:spLocks xmlns:a="http://schemas.openxmlformats.org/drawingml/2006/main" noGrp="1"/>
          </p:cNvSpPr>
          <p:nvPr/>
        </p:nvSpPr>
        <p:spPr>
          <a:xfrm xmlns:a="http://schemas.openxmlformats.org/drawingml/2006/main">
            <a:off x="1499616" y="630936"/>
            <a:ext cx="9784080" cy="5486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2700" b="1">
                <a:solidFill>
                  <a:srgbClr val="243746"/>
                </a:solidFill>
                <a:latin typeface="Noto Sans CJK SC"/>
                <a:ea typeface="Noto Sans CJK SC"/>
                <a:cs typeface="Noto Sans CJK SC"/>
              </a:defRPr>
            </a:defPPr>
          </a:lstStyle>
          <a:p xmlns:a="http://schemas.openxmlformats.org/drawingml/2006/main">
            <a:pPr algn="l">
              <a:lnSpc>
                <a:spcPct val="103000"/>
              </a:lnSpc>
              <a:buNone/>
              <a:defRPr sz="2700" b="1">
                <a:solidFill>
                  <a:srgbClr val="243746"/>
                </a:solidFill>
                <a:latin typeface="Noto Sans CJK SC"/>
                <a:ea typeface="Noto Sans CJK SC"/>
                <a:cs typeface="Noto Sans CJK SC"/>
              </a:defRPr>
            </a:pPr>
            <a:r>
              <a:rPr sz="2700" b="1">
                <a:solidFill>
                  <a:srgbClr val="243746"/>
                </a:solidFill>
                <a:latin typeface="Noto Sans CJK SC"/>
                <a:ea typeface="Noto Sans CJK SC"/>
                <a:cs typeface="Noto Sans CJK SC"/>
              </a:rPr>
              <a:t>附录 G（补充）</a:t>
            </a:r>
          </a:p>
        </p:txBody>
      </p:sp>
      <p:sp>
        <p:nvSpPr>
          <p:cNvPr id="2" name="slide-topic">
            <a:extLst xmlns:a="http://schemas.openxmlformats.org/drawingml/2006/main">
              <a:ext uri="{FF2B5EF4-FFF2-40B4-BE49-F238E27FC236}">
                <a16:creationId xmlns:a16="http://schemas.microsoft.com/office/drawing/2014/main" id="{E6CE5E8C-584E-4973-B529-F112486C51B9}"/>
              </a:ext>
            </a:extLst>
          </p:cNvPr>
          <p:cNvSpPr>
            <a:spLocks xmlns:a="http://schemas.openxmlformats.org/drawingml/2006/main" noGrp="1"/>
          </p:cNvSpPr>
          <p:nvPr/>
        </p:nvSpPr>
        <p:spPr>
          <a:xfrm xmlns:a="http://schemas.openxmlformats.org/drawingml/2006/main">
            <a:off x="658368" y="1709928"/>
            <a:ext cx="10881360" cy="5486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2400" b="1">
                <a:solidFill>
                  <a:srgbClr val="243746"/>
                </a:solidFill>
                <a:latin typeface="Noto Sans CJK SC"/>
                <a:ea typeface="Noto Sans CJK SC"/>
                <a:cs typeface="Noto Sans CJK SC"/>
              </a:defRPr>
            </a:defPPr>
          </a:lstStyle>
          <a:p xmlns:a="http://schemas.openxmlformats.org/drawingml/2006/main">
            <a:pPr algn="l">
              <a:lnSpc>
                <a:spcPct val="103000"/>
              </a:lnSpc>
              <a:buNone/>
              <a:defRPr sz="2400" b="1">
                <a:solidFill>
                  <a:srgbClr val="243746"/>
                </a:solidFill>
                <a:latin typeface="Noto Sans CJK SC"/>
                <a:ea typeface="Noto Sans CJK SC"/>
                <a:cs typeface="Noto Sans CJK SC"/>
              </a:defRPr>
            </a:pPr>
            <a:r>
              <a:rPr sz="2400" b="1">
                <a:solidFill>
                  <a:srgbClr val="243746"/>
                </a:solidFill>
                <a:latin typeface="Noto Sans CJK SC"/>
                <a:ea typeface="Noto Sans CJK SC"/>
                <a:cs typeface="Noto Sans CJK SC"/>
              </a:rPr>
              <a:t>命题 8：责任努力边界的定义</a:t>
            </a:r>
          </a:p>
        </p:txBody>
      </p:sp>
      <p:pic>
        <p:nvPicPr>
          <p:cNvPr id="3" name="">
            <a:extLst xmlns:a="http://schemas.openxmlformats.org/drawingml/2006/main">
              <a:ext uri="{FF2B5EF4-FFF2-40B4-BE49-F238E27FC236}">
                <a16:creationId xmlns:a16="http://schemas.microsoft.com/office/drawing/2014/main" id="{850C7702-0039-457C-8EFC-166E4C1F56B8}"/>
              </a:ext>
            </a:extLst>
          </p:cNvPr>
          <p:cNvPicPr>
            <a:picLocks xmlns:a="http://schemas.openxmlformats.org/drawingml/2006/main" noChangeAspect="1"/>
          </p:cNvPicPr>
          <p:nvPr/>
        </p:nvPicPr>
        <p:blipFill>
          <a:blip xmlns:r="http://schemas.openxmlformats.org/officeDocument/2006/relationships" xmlns:a="http://schemas.openxmlformats.org/drawingml/2006/main" r:embed="R7e7d774558a74e88"/>
          <a:stretch xmlns:a="http://schemas.openxmlformats.org/drawingml/2006/main"/>
        </p:blipFill>
        <p:spPr>
          <a:xfrm xmlns:a="http://schemas.openxmlformats.org/drawingml/2006/main">
            <a:off x="3459246" y="2532888"/>
            <a:ext cx="5279605" cy="822960"/>
          </a:xfrm>
          <a:prstGeom xmlns:a="http://schemas.openxmlformats.org/drawingml/2006/main" prst="rect">
            <a:avLst/>
          </a:prstGeom>
        </p:spPr>
      </p:pic>
      <p:pic>
        <p:nvPicPr>
          <p:cNvPr id="4" name="">
            <a:extLst xmlns:a="http://schemas.openxmlformats.org/drawingml/2006/main">
              <a:ext uri="{FF2B5EF4-FFF2-40B4-BE49-F238E27FC236}">
                <a16:creationId xmlns:a16="http://schemas.microsoft.com/office/drawing/2014/main" id="{0D6C2944-DA8D-47D9-A9BA-471BCBAA41F1}"/>
              </a:ext>
            </a:extLst>
          </p:cNvPr>
          <p:cNvPicPr>
            <a:picLocks xmlns:a="http://schemas.openxmlformats.org/drawingml/2006/main" noChangeAspect="1"/>
          </p:cNvPicPr>
          <p:nvPr/>
        </p:nvPicPr>
        <p:blipFill>
          <a:blip xmlns:r="http://schemas.openxmlformats.org/officeDocument/2006/relationships" xmlns:a="http://schemas.openxmlformats.org/drawingml/2006/main" r:embed="Rc107bea89d97489a"/>
          <a:stretch xmlns:a="http://schemas.openxmlformats.org/drawingml/2006/main"/>
        </p:blipFill>
        <p:spPr>
          <a:xfrm xmlns:a="http://schemas.openxmlformats.org/drawingml/2006/main">
            <a:off x="3541850" y="3666744"/>
            <a:ext cx="5114395" cy="822960"/>
          </a:xfrm>
          <a:prstGeom xmlns:a="http://schemas.openxmlformats.org/drawingml/2006/main" prst="rect">
            <a:avLst/>
          </a:prstGeom>
        </p:spPr>
      </p:pic>
      <p:pic>
        <p:nvPicPr>
          <p:cNvPr id="5" name="">
            <a:extLst xmlns:a="http://schemas.openxmlformats.org/drawingml/2006/main">
              <a:ext uri="{FF2B5EF4-FFF2-40B4-BE49-F238E27FC236}">
                <a16:creationId xmlns:a16="http://schemas.microsoft.com/office/drawing/2014/main" id="{923F0296-CD6A-4208-A1E0-289F9B953FE8}"/>
              </a:ext>
            </a:extLst>
          </p:cNvPr>
          <p:cNvPicPr>
            <a:picLocks xmlns:a="http://schemas.openxmlformats.org/drawingml/2006/main" noChangeAspect="1"/>
          </p:cNvPicPr>
          <p:nvPr/>
        </p:nvPicPr>
        <p:blipFill>
          <a:blip xmlns:r="http://schemas.openxmlformats.org/officeDocument/2006/relationships" xmlns:a="http://schemas.openxmlformats.org/drawingml/2006/main" r:embed="Ra1ce385876ad423c"/>
          <a:stretch xmlns:a="http://schemas.openxmlformats.org/drawingml/2006/main"/>
        </p:blipFill>
        <p:spPr>
          <a:xfrm xmlns:a="http://schemas.openxmlformats.org/drawingml/2006/main">
            <a:off x="5169520" y="4828032"/>
            <a:ext cx="1859056" cy="722376"/>
          </a:xfrm>
          <a:prstGeom xmlns:a="http://schemas.openxmlformats.org/drawingml/2006/main" prst="rect">
            <a:avLst/>
          </a:prstGeom>
        </p:spPr>
      </p:pic>
      <p:sp>
        <p:nvSpPr>
          <p:cNvPr id="6" name="text-2">
            <a:extLst xmlns:a="http://schemas.openxmlformats.org/drawingml/2006/main">
              <a:ext uri="{FF2B5EF4-FFF2-40B4-BE49-F238E27FC236}">
                <a16:creationId xmlns:a16="http://schemas.microsoft.com/office/drawing/2014/main" id="{D4B448AB-F535-47E8-8878-3A21AC498D8E}"/>
              </a:ext>
            </a:extLst>
          </p:cNvPr>
          <p:cNvSpPr>
            <a:spLocks xmlns:a="http://schemas.openxmlformats.org/drawingml/2006/main" noGrp="1"/>
          </p:cNvSpPr>
          <p:nvPr/>
        </p:nvSpPr>
        <p:spPr>
          <a:xfrm xmlns:a="http://schemas.openxmlformats.org/drawingml/2006/main">
            <a:off x="731520" y="5907024"/>
            <a:ext cx="10725912" cy="4754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1800" b="1">
                <a:solidFill>
                  <a:srgbClr val="587C95"/>
                </a:solidFill>
                <a:latin typeface="Noto Sans CJK SC"/>
                <a:ea typeface="Noto Sans CJK SC"/>
                <a:cs typeface="Noto Sans CJK SC"/>
              </a:defRPr>
            </a:defPPr>
          </a:lstStyle>
          <a:p xmlns:a="http://schemas.openxmlformats.org/drawingml/2006/main">
            <a:pPr algn="l">
              <a:lnSpc>
                <a:spcPct val="103000"/>
              </a:lnSpc>
              <a:buNone/>
              <a:defRPr sz="1800" b="1">
                <a:solidFill>
                  <a:srgbClr val="587C95"/>
                </a:solidFill>
                <a:latin typeface="Noto Sans CJK SC"/>
                <a:ea typeface="Noto Sans CJK SC"/>
                <a:cs typeface="Noto Sans CJK SC"/>
              </a:defRPr>
            </a:pPr>
            <a:r>
              <a:rPr sz="1800" b="1">
                <a:solidFill>
                  <a:srgbClr val="587C95"/>
                </a:solidFill>
                <a:latin typeface="Noto Sans CJK SC"/>
                <a:ea typeface="Noto Sans CJK SC"/>
                <a:cs typeface="Noto Sans CJK SC"/>
              </a:rPr>
              <a:t>边界表达式只在命题 8 对应的成本区域和均衡前提下使用。</a:t>
            </a:r>
          </a:p>
        </p:txBody>
      </p:sp>
      <p:sp>
        <p:nvSpPr>
          <p:cNvPr id="7" name="source-footer">
            <a:extLst xmlns:a="http://schemas.openxmlformats.org/drawingml/2006/main">
              <a:ext uri="{FF2B5EF4-FFF2-40B4-BE49-F238E27FC236}">
                <a16:creationId xmlns:a16="http://schemas.microsoft.com/office/drawing/2014/main" id="{7E0A1B07-BC37-4B27-8AEE-D0D23CE454C3}"/>
              </a:ext>
            </a:extLst>
          </p:cNvPr>
          <p:cNvSpPr>
            <a:spLocks xmlns:a="http://schemas.openxmlformats.org/drawingml/2006/main" noGrp="1"/>
          </p:cNvSpPr>
          <p:nvPr/>
        </p:nvSpPr>
        <p:spPr>
          <a:xfrm xmlns:a="http://schemas.openxmlformats.org/drawingml/2006/main">
            <a:off x="676656" y="6492240"/>
            <a:ext cx="10442448"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1040" b="0">
                <a:solidFill>
                  <a:srgbClr val="627281"/>
                </a:solidFill>
                <a:latin typeface="Noto Sans CJK SC"/>
                <a:ea typeface="Noto Sans CJK SC"/>
                <a:cs typeface="Noto Sans CJK SC"/>
              </a:defRPr>
            </a:defPPr>
          </a:lstStyle>
          <a:p xmlns:a="http://schemas.openxmlformats.org/drawingml/2006/main">
            <a:pPr algn="l">
              <a:lnSpc>
                <a:spcPct val="103000"/>
              </a:lnSpc>
              <a:buNone/>
              <a:defRPr sz="1040" b="0">
                <a:solidFill>
                  <a:srgbClr val="627281"/>
                </a:solidFill>
                <a:latin typeface="Noto Sans CJK SC"/>
                <a:ea typeface="Noto Sans CJK SC"/>
                <a:cs typeface="Noto Sans CJK SC"/>
              </a:defRPr>
            </a:pPr>
            <a:r>
              <a:rPr sz="1040" b="0">
                <a:solidFill>
                  <a:srgbClr val="627281"/>
                </a:solidFill>
                <a:latin typeface="Noto Sans CJK SC"/>
                <a:ea typeface="Noto Sans CJK SC"/>
                <a:cs typeface="Noto Sans CJK SC"/>
              </a:rPr>
              <a:t>Proposition 8 的定义，pp. 15–16</a:t>
            </a:r>
          </a:p>
        </p:txBody>
      </p:sp>
      <p:sp>
        <p:nvSpPr>
          <p:cNvPr id="8" name="page-number">
            <a:extLst xmlns:a="http://schemas.openxmlformats.org/drawingml/2006/main">
              <a:ext uri="{FF2B5EF4-FFF2-40B4-BE49-F238E27FC236}">
                <a16:creationId xmlns:a16="http://schemas.microsoft.com/office/drawing/2014/main" id="{3FFB7BB4-FA52-4679-9902-82D9C700B677}"/>
              </a:ext>
            </a:extLst>
          </p:cNvPr>
          <p:cNvSpPr>
            <a:spLocks xmlns:a="http://schemas.openxmlformats.org/drawingml/2006/main" noGrp="1"/>
          </p:cNvSpPr>
          <p:nvPr/>
        </p:nvSpPr>
        <p:spPr>
          <a:xfrm xmlns:a="http://schemas.openxmlformats.org/drawingml/2006/main">
            <a:off x="11000232" y="6492240"/>
            <a:ext cx="502920"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r">
              <a:defRPr sz="1050" b="0">
                <a:solidFill>
                  <a:srgbClr val="587C95"/>
                </a:solidFill>
                <a:latin typeface="Noto Sans CJK SC"/>
                <a:ea typeface="Noto Sans CJK SC"/>
                <a:cs typeface="Noto Sans CJK SC"/>
              </a:defRPr>
            </a:defPPr>
          </a:lstStyle>
          <a:p xmlns:a="http://schemas.openxmlformats.org/drawingml/2006/main">
            <a:pPr algn="r">
              <a:lnSpc>
                <a:spcPct val="103000"/>
              </a:lnSpc>
              <a:buNone/>
              <a:defRPr sz="1050" b="0">
                <a:solidFill>
                  <a:srgbClr val="587C95"/>
                </a:solidFill>
                <a:latin typeface="Noto Sans CJK SC"/>
                <a:ea typeface="Noto Sans CJK SC"/>
                <a:cs typeface="Noto Sans CJK SC"/>
              </a:defRPr>
            </a:pPr>
            <a:r>
              <a:rPr sz="1050" b="0">
                <a:solidFill>
                  <a:srgbClr val="587C95"/>
                </a:solidFill>
                <a:latin typeface="Noto Sans CJK SC"/>
                <a:ea typeface="Noto Sans CJK SC"/>
                <a:cs typeface="Noto Sans CJK SC"/>
              </a:rPr>
              <a:t>48</a:t>
            </a:r>
          </a:p>
        </p:txBody>
      </p:sp>
    </p:spTree>
    <p:extLst>
      <p:ext uri="{BB962C8B-B14F-4D97-AF65-F5344CB8AC3E}">
        <p14:creationId xmlns:p14="http://schemas.microsoft.com/office/powerpoint/2010/main" val="1684692191"/>
      </p:ext>
    </p:extLst>
  </p:cSld>
</p:sld>
</file>

<file path=ppt/slides/slide49.xml><?xml version="1.0" encoding="utf-8"?>
<p:sld xmlns:p="http://schemas.openxmlformats.org/presentationml/2006/main">
  <p:cSld>
    <p:spTree>
      <p:nvGrpSpPr>
        <p:cNvPr id="1" name=""/>
        <p:cNvGrpSpPr/>
        <p:nvPr/>
      </p:nvGrpSpPr>
      <p:grpSpPr>
        <a:xfrm xmlns:a="http://schemas.openxmlformats.org/drawingml/2006/main"/>
      </p:grpSpPr>
      <p:sp>
        <p:nvSpPr>
          <p:cNvPr id="7" name="section-heading">
            <a:extLst xmlns:a="http://schemas.openxmlformats.org/drawingml/2006/main">
              <a:ext uri="{FF2B5EF4-FFF2-40B4-BE49-F238E27FC236}">
                <a16:creationId xmlns:a16="http://schemas.microsoft.com/office/drawing/2014/main" id="{CD7D4ED9-CC9D-4B25-8C79-41A9EBF25BD7}"/>
              </a:ext>
            </a:extLst>
          </p:cNvPr>
          <p:cNvSpPr>
            <a:spLocks xmlns:a="http://schemas.openxmlformats.org/drawingml/2006/main" noGrp="1"/>
          </p:cNvSpPr>
          <p:nvPr/>
        </p:nvSpPr>
        <p:spPr>
          <a:xfrm xmlns:a="http://schemas.openxmlformats.org/drawingml/2006/main">
            <a:off x="1499616" y="630936"/>
            <a:ext cx="9784080" cy="5486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2700" b="1">
                <a:solidFill>
                  <a:srgbClr val="243746"/>
                </a:solidFill>
                <a:latin typeface="Noto Sans CJK SC"/>
                <a:ea typeface="Noto Sans CJK SC"/>
                <a:cs typeface="Noto Sans CJK SC"/>
              </a:defRPr>
            </a:defPPr>
          </a:lstStyle>
          <a:p xmlns:a="http://schemas.openxmlformats.org/drawingml/2006/main">
            <a:pPr algn="l">
              <a:lnSpc>
                <a:spcPct val="103000"/>
              </a:lnSpc>
              <a:buNone/>
              <a:defRPr sz="2700" b="1">
                <a:solidFill>
                  <a:srgbClr val="243746"/>
                </a:solidFill>
                <a:latin typeface="Noto Sans CJK SC"/>
                <a:ea typeface="Noto Sans CJK SC"/>
                <a:cs typeface="Noto Sans CJK SC"/>
              </a:defRPr>
            </a:pPr>
            <a:r>
              <a:rPr sz="2700" b="1">
                <a:solidFill>
                  <a:srgbClr val="243746"/>
                </a:solidFill>
                <a:latin typeface="Noto Sans CJK SC"/>
                <a:ea typeface="Noto Sans CJK SC"/>
                <a:cs typeface="Noto Sans CJK SC"/>
              </a:rPr>
              <a:t>附录 H</a:t>
            </a:r>
          </a:p>
        </p:txBody>
      </p:sp>
      <p:sp>
        <p:nvSpPr>
          <p:cNvPr id="2" name="slide-topic">
            <a:extLst xmlns:a="http://schemas.openxmlformats.org/drawingml/2006/main">
              <a:ext uri="{FF2B5EF4-FFF2-40B4-BE49-F238E27FC236}">
                <a16:creationId xmlns:a16="http://schemas.microsoft.com/office/drawing/2014/main" id="{3DF105C1-CE11-4ADE-B12B-44CE4FFFD8C9}"/>
              </a:ext>
            </a:extLst>
          </p:cNvPr>
          <p:cNvSpPr>
            <a:spLocks xmlns:a="http://schemas.openxmlformats.org/drawingml/2006/main" noGrp="1"/>
          </p:cNvSpPr>
          <p:nvPr/>
        </p:nvSpPr>
        <p:spPr>
          <a:xfrm xmlns:a="http://schemas.openxmlformats.org/drawingml/2006/main">
            <a:off x="658368" y="1709928"/>
            <a:ext cx="10881360" cy="5486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2400" b="1">
                <a:solidFill>
                  <a:srgbClr val="243746"/>
                </a:solidFill>
                <a:latin typeface="Noto Sans CJK SC"/>
                <a:ea typeface="Noto Sans CJK SC"/>
                <a:cs typeface="Noto Sans CJK SC"/>
              </a:defRPr>
            </a:defPPr>
          </a:lstStyle>
          <a:p xmlns:a="http://schemas.openxmlformats.org/drawingml/2006/main">
            <a:pPr algn="l">
              <a:lnSpc>
                <a:spcPct val="103000"/>
              </a:lnSpc>
              <a:buNone/>
              <a:defRPr sz="2400" b="1">
                <a:solidFill>
                  <a:srgbClr val="243746"/>
                </a:solidFill>
                <a:latin typeface="Noto Sans CJK SC"/>
                <a:ea typeface="Noto Sans CJK SC"/>
                <a:cs typeface="Noto Sans CJK SC"/>
              </a:defRPr>
            </a:pPr>
            <a:r>
              <a:rPr sz="2400" b="1">
                <a:solidFill>
                  <a:srgbClr val="243746"/>
                </a:solidFill>
                <a:latin typeface="Noto Sans CJK SC"/>
                <a:ea typeface="Noto Sans CJK SC"/>
                <a:cs typeface="Noto Sans CJK SC"/>
              </a:rPr>
              <a:t>命题 10：内生预算的完整分区</a:t>
            </a:r>
          </a:p>
        </p:txBody>
      </p:sp>
      <p:pic>
        <p:nvPicPr>
          <p:cNvPr id="3" name="">
            <a:extLst xmlns:a="http://schemas.openxmlformats.org/drawingml/2006/main">
              <a:ext uri="{FF2B5EF4-FFF2-40B4-BE49-F238E27FC236}">
                <a16:creationId xmlns:a16="http://schemas.microsoft.com/office/drawing/2014/main" id="{1B6C655C-044E-493F-AA67-67F10C09BA8E}"/>
              </a:ext>
            </a:extLst>
          </p:cNvPr>
          <p:cNvPicPr>
            <a:picLocks xmlns:a="http://schemas.openxmlformats.org/drawingml/2006/main" noChangeAspect="1"/>
          </p:cNvPicPr>
          <p:nvPr/>
        </p:nvPicPr>
        <p:blipFill>
          <a:blip xmlns:r="http://schemas.openxmlformats.org/officeDocument/2006/relationships" xmlns:a="http://schemas.openxmlformats.org/drawingml/2006/main" r:embed="Ra1d098f237034f82"/>
          <a:stretch xmlns:a="http://schemas.openxmlformats.org/drawingml/2006/main"/>
        </p:blipFill>
        <p:spPr>
          <a:xfrm xmlns:a="http://schemas.openxmlformats.org/drawingml/2006/main">
            <a:off x="1863876" y="2350008"/>
            <a:ext cx="3797760" cy="3858768"/>
          </a:xfrm>
          <a:prstGeom xmlns:a="http://schemas.openxmlformats.org/drawingml/2006/main" prst="rect">
            <a:avLst/>
          </a:prstGeom>
        </p:spPr>
      </p:pic>
      <p:sp>
        <p:nvSpPr>
          <p:cNvPr id="4" name="text-2">
            <a:extLst xmlns:a="http://schemas.openxmlformats.org/drawingml/2006/main">
              <a:ext uri="{FF2B5EF4-FFF2-40B4-BE49-F238E27FC236}">
                <a16:creationId xmlns:a16="http://schemas.microsoft.com/office/drawing/2014/main" id="{4E7F059D-DABD-4FCF-807F-AC52B7A6C7F4}"/>
              </a:ext>
            </a:extLst>
          </p:cNvPr>
          <p:cNvSpPr>
            <a:spLocks xmlns:a="http://schemas.openxmlformats.org/drawingml/2006/main" noGrp="1"/>
          </p:cNvSpPr>
          <p:nvPr/>
        </p:nvSpPr>
        <p:spPr>
          <a:xfrm xmlns:a="http://schemas.openxmlformats.org/drawingml/2006/main">
            <a:off x="7004304" y="2560320"/>
            <a:ext cx="4343400" cy="33649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2000" b="0">
                <a:solidFill>
                  <a:srgbClr val="243746"/>
                </a:solidFill>
                <a:latin typeface="Noto Sans CJK SC"/>
                <a:ea typeface="Noto Sans CJK SC"/>
                <a:cs typeface="Noto Sans CJK SC"/>
              </a:defRPr>
            </a:defPPr>
          </a:lstStyle>
          <a:p xmlns:a="http://schemas.openxmlformats.org/drawingml/2006/main">
            <a:pPr algn="l">
              <a:lnSpc>
                <a:spcPct val="103000"/>
              </a:lnSpc>
              <a:buNone/>
              <a:defRPr sz="2000" b="0">
                <a:solidFill>
                  <a:srgbClr val="243746"/>
                </a:solidFill>
                <a:latin typeface="Noto Sans CJK SC"/>
                <a:ea typeface="Noto Sans CJK SC"/>
                <a:cs typeface="Noto Sans CJK SC"/>
              </a:defRPr>
            </a:pPr>
            <a:r>
              <a:rPr sz="2000" b="0">
                <a:solidFill>
                  <a:srgbClr val="243746"/>
                </a:solidFill>
                <a:latin typeface="Noto Sans CJK SC"/>
                <a:ea typeface="Noto Sans CJK SC"/>
                <a:cs typeface="Noto Sans CJK SC"/>
              </a:rPr>
              <a:t>内点候选：A*=w/c</a:t>
            </a:r>
          </a:p>
          <a:p xmlns:a="http://schemas.openxmlformats.org/drawingml/2006/main">
            <a:pPr algn="l">
              <a:lnSpc>
                <a:spcPct val="103000"/>
              </a:lnSpc>
              <a:buNone/>
              <a:defRPr sz="2000" b="0">
                <a:solidFill>
                  <a:srgbClr val="243746"/>
                </a:solidFill>
                <a:latin typeface="Noto Sans CJK SC"/>
                <a:ea typeface="Noto Sans CJK SC"/>
                <a:cs typeface="Noto Sans CJK SC"/>
              </a:defRPr>
            </a:pPr>
            <a:r>
              <a:rPr sz="2000" b="0">
                <a:solidFill>
                  <a:srgbClr val="243746"/>
                </a:solidFill>
                <a:latin typeface="Noto Sans CJK SC"/>
                <a:ea typeface="Noto Sans CJK SC"/>
                <a:cs typeface="Noto Sans CJK SC"/>
              </a:rPr>
              <a:t>正确预算：B*=c(A*)²/2</a:t>
            </a:r>
          </a:p>
          <a:p xmlns:a="http://schemas.openxmlformats.org/drawingml/2006/main">
            <a:r>
              <a:t/>
            </a:r>
          </a:p>
          <a:p xmlns:a="http://schemas.openxmlformats.org/drawingml/2006/main">
            <a:pPr algn="l">
              <a:lnSpc>
                <a:spcPct val="103000"/>
              </a:lnSpc>
              <a:buNone/>
              <a:defRPr sz="2000" b="0">
                <a:solidFill>
                  <a:srgbClr val="243746"/>
                </a:solidFill>
                <a:latin typeface="Noto Sans CJK SC"/>
                <a:ea typeface="Noto Sans CJK SC"/>
                <a:cs typeface="Noto Sans CJK SC"/>
              </a:defRPr>
            </a:pPr>
            <a:r>
              <a:rPr sz="2000" b="0">
                <a:solidFill>
                  <a:srgbClr val="243746"/>
                </a:solidFill>
                <a:latin typeface="Noto Sans CJK SC"/>
                <a:ea typeface="Noto Sans CJK SC"/>
                <a:cs typeface="Noto Sans CJK SC"/>
              </a:rPr>
              <a:t>使用前检查：</a:t>
            </a:r>
          </a:p>
          <a:p xmlns:a="http://schemas.openxmlformats.org/drawingml/2006/main">
            <a:pPr algn="l">
              <a:lnSpc>
                <a:spcPct val="103000"/>
              </a:lnSpc>
              <a:buNone/>
              <a:defRPr sz="2000" b="0">
                <a:solidFill>
                  <a:srgbClr val="243746"/>
                </a:solidFill>
                <a:latin typeface="Noto Sans CJK SC"/>
                <a:ea typeface="Noto Sans CJK SC"/>
                <a:cs typeface="Noto Sans CJK SC"/>
              </a:defRPr>
            </a:pPr>
            <a:r>
              <a:rPr sz="2000" b="0">
                <a:solidFill>
                  <a:srgbClr val="243746"/>
                </a:solidFill>
                <a:latin typeface="Noto Sans CJK SC"/>
                <a:ea typeface="Noto Sans CJK SC"/>
                <a:cs typeface="Noto Sans CJK SC"/>
              </a:rPr>
              <a:t>审计是否值得启动。</a:t>
            </a:r>
          </a:p>
          <a:p xmlns:a="http://schemas.openxmlformats.org/drawingml/2006/main">
            <a:pPr algn="l">
              <a:lnSpc>
                <a:spcPct val="103000"/>
              </a:lnSpc>
              <a:buNone/>
              <a:defRPr sz="2000" b="0">
                <a:solidFill>
                  <a:srgbClr val="243746"/>
                </a:solidFill>
                <a:latin typeface="Noto Sans CJK SC"/>
                <a:ea typeface="Noto Sans CJK SC"/>
                <a:cs typeface="Noto Sans CJK SC"/>
              </a:defRPr>
            </a:pPr>
            <a:r>
              <a:rPr sz="2000" b="0">
                <a:solidFill>
                  <a:srgbClr val="243746"/>
                </a:solidFill>
                <a:latin typeface="Noto Sans CJK SC"/>
                <a:ea typeface="Noto Sans CJK SC"/>
                <a:cs typeface="Noto Sans CJK SC"/>
              </a:rPr>
              <a:t>所选分支是否自洽。</a:t>
            </a:r>
          </a:p>
          <a:p xmlns:a="http://schemas.openxmlformats.org/drawingml/2006/main">
            <a:pPr algn="l">
              <a:lnSpc>
                <a:spcPct val="103000"/>
              </a:lnSpc>
              <a:buNone/>
              <a:defRPr sz="2000" b="0">
                <a:solidFill>
                  <a:srgbClr val="243746"/>
                </a:solidFill>
                <a:latin typeface="Noto Sans CJK SC"/>
                <a:ea typeface="Noto Sans CJK SC"/>
                <a:cs typeface="Noto Sans CJK SC"/>
              </a:defRPr>
            </a:pPr>
            <a:r>
              <a:rPr sz="2000" b="0">
                <a:solidFill>
                  <a:srgbClr val="243746"/>
                </a:solidFill>
                <a:latin typeface="Noto Sans CJK SC"/>
                <a:ea typeface="Noto Sans CJK SC"/>
                <a:cs typeface="Noto Sans CJK SC"/>
              </a:rPr>
              <a:t>e &lt; A* ≤ 1。</a:t>
            </a:r>
          </a:p>
          <a:p xmlns:a="http://schemas.openxmlformats.org/drawingml/2006/main">
            <a:pPr algn="l">
              <a:lnSpc>
                <a:spcPct val="103000"/>
              </a:lnSpc>
              <a:buNone/>
              <a:defRPr sz="2000" b="0">
                <a:solidFill>
                  <a:srgbClr val="243746"/>
                </a:solidFill>
                <a:latin typeface="Noto Sans CJK SC"/>
                <a:ea typeface="Noto Sans CJK SC"/>
                <a:cs typeface="Noto Sans CJK SC"/>
              </a:defRPr>
            </a:pPr>
            <a:r>
              <a:rPr sz="2000" b="0">
                <a:solidFill>
                  <a:srgbClr val="243746"/>
                </a:solidFill>
                <a:latin typeface="Noto Sans CJK SC"/>
                <a:ea typeface="Noto Sans CJK SC"/>
                <a:cs typeface="Noto Sans CJK SC"/>
              </a:rPr>
              <a:t>与边界方案比较净收益。</a:t>
            </a:r>
          </a:p>
        </p:txBody>
      </p:sp>
      <p:sp>
        <p:nvSpPr>
          <p:cNvPr id="5" name="source-footer">
            <a:extLst xmlns:a="http://schemas.openxmlformats.org/drawingml/2006/main">
              <a:ext uri="{FF2B5EF4-FFF2-40B4-BE49-F238E27FC236}">
                <a16:creationId xmlns:a16="http://schemas.microsoft.com/office/drawing/2014/main" id="{F6C11878-EDF7-4715-A861-7BE17E1C8AC9}"/>
              </a:ext>
            </a:extLst>
          </p:cNvPr>
          <p:cNvSpPr>
            <a:spLocks xmlns:a="http://schemas.openxmlformats.org/drawingml/2006/main" noGrp="1"/>
          </p:cNvSpPr>
          <p:nvPr/>
        </p:nvSpPr>
        <p:spPr>
          <a:xfrm xmlns:a="http://schemas.openxmlformats.org/drawingml/2006/main">
            <a:off x="676656" y="6492240"/>
            <a:ext cx="10442448"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l">
              <a:defRPr sz="1040" b="0">
                <a:solidFill>
                  <a:srgbClr val="627281"/>
                </a:solidFill>
                <a:latin typeface="Noto Sans CJK SC"/>
                <a:ea typeface="Noto Sans CJK SC"/>
                <a:cs typeface="Noto Sans CJK SC"/>
              </a:defRPr>
            </a:defPPr>
          </a:lstStyle>
          <a:p xmlns:a="http://schemas.openxmlformats.org/drawingml/2006/main">
            <a:pPr algn="l">
              <a:lnSpc>
                <a:spcPct val="103000"/>
              </a:lnSpc>
              <a:buNone/>
              <a:defRPr sz="1040" b="0">
                <a:solidFill>
                  <a:srgbClr val="627281"/>
                </a:solidFill>
                <a:latin typeface="Noto Sans CJK SC"/>
                <a:ea typeface="Noto Sans CJK SC"/>
                <a:cs typeface="Noto Sans CJK SC"/>
              </a:defRPr>
            </a:pPr>
            <a:r>
              <a:rPr sz="1040" b="0">
                <a:solidFill>
                  <a:srgbClr val="627281"/>
                </a:solidFill>
                <a:latin typeface="Noto Sans CJK SC"/>
                <a:ea typeface="Noto Sans CJK SC"/>
                <a:cs typeface="Noto Sans CJK SC"/>
              </a:rPr>
              <a:t>Proposition 10，p. 17；保留原文</a:t>
            </a:r>
          </a:p>
        </p:txBody>
      </p:sp>
      <p:sp>
        <p:nvSpPr>
          <p:cNvPr id="6" name="page-number">
            <a:extLst xmlns:a="http://schemas.openxmlformats.org/drawingml/2006/main">
              <a:ext uri="{FF2B5EF4-FFF2-40B4-BE49-F238E27FC236}">
                <a16:creationId xmlns:a16="http://schemas.microsoft.com/office/drawing/2014/main" id="{F0C9DDAC-5313-44FD-A328-629AF5FECAAD}"/>
              </a:ext>
            </a:extLst>
          </p:cNvPr>
          <p:cNvSpPr>
            <a:spLocks xmlns:a="http://schemas.openxmlformats.org/drawingml/2006/main" noGrp="1"/>
          </p:cNvSpPr>
          <p:nvPr/>
        </p:nvSpPr>
        <p:spPr>
          <a:xfrm xmlns:a="http://schemas.openxmlformats.org/drawingml/2006/main">
            <a:off x="11000232" y="6492240"/>
            <a:ext cx="502920"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9050" tIns="19050" rIns="19050" bIns="19050" anchor="t">
            <a:noAutofit/>
          </a:bodyPr>
          <a:lstStyle xmlns:a="http://schemas.openxmlformats.org/drawingml/2006/main">
            <a:defPPr algn="r">
              <a:defRPr sz="1050" b="0">
                <a:solidFill>
                  <a:srgbClr val="587C95"/>
                </a:solidFill>
                <a:latin typeface="Noto Sans CJK SC"/>
                <a:ea typeface="Noto Sans CJK SC"/>
                <a:cs typeface="Noto Sans CJK SC"/>
              </a:defRPr>
            </a:defPPr>
          </a:lstStyle>
          <a:p xmlns:a="http://schemas.openxmlformats.org/drawingml/2006/main">
            <a:pPr algn="r">
              <a:lnSpc>
                <a:spcPct val="103000"/>
              </a:lnSpc>
              <a:buNone/>
              <a:defRPr sz="1050" b="0">
                <a:solidFill>
                  <a:srgbClr val="587C95"/>
                </a:solidFill>
                <a:latin typeface="Noto Sans CJK SC"/>
                <a:ea typeface="Noto Sans CJK SC"/>
                <a:cs typeface="Noto Sans CJK SC"/>
              </a:defRPr>
            </a:pPr>
            <a:r>
              <a:rPr sz="1050" b="0">
                <a:solidFill>
                  <a:srgbClr val="587C95"/>
                </a:solidFill>
                <a:latin typeface="Noto Sans CJK SC"/>
                <a:ea typeface="Noto Sans CJK SC"/>
                <a:cs typeface="Noto Sans CJK SC"/>
              </a:rPr>
              <a:t>49</a:t>
            </a:r>
          </a:p>
        </p:txBody>
      </p:sp>
    </p:spTree>
    <p:extLst>
      <p:ext uri="{BB962C8B-B14F-4D97-AF65-F5344CB8AC3E}">
        <p14:creationId xmlns:p14="http://schemas.microsoft.com/office/powerpoint/2010/main" val="1264010584"/>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2026-10-13T06:49:33.0830000Z</dcterms:created>
  <dcterms:modified xsi:type="dcterms:W3CDTF">2026-10-13T06:49:33.0830000Z</dcterms:modified>
</coreProperties>
</file>